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E31ED-99AB-42BB-BBCF-C131FAE8991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8509A-089D-4145-B2D8-82D4BBBDAF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105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5D089-E11A-37E0-188F-6C6345CC8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8CC1D6-FF34-B60D-2EAE-C836E70B2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2232BB-B321-BA17-80A5-651F38A2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2406C7-3ED3-1248-F0CE-7E04FCD9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1CFFB-47AC-CA89-1380-14C86F53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809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ECFD4-C582-6AAB-D6FB-6C21EA77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0E791-1BCA-ABE0-20D0-817BAF6A3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13E39-A6F5-1265-FADA-33AAA0C7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90A4C-7CAE-0E18-A51E-B8B4A89B6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53B761-276E-DBA7-5EA5-0232847D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212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97545-4456-145C-01C3-0047BB68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2AC61E-6AEC-E974-96D4-4E0ACB6B6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2FBD5-6B1B-A494-6D1D-577D0C8E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213BC-4236-D754-2CE9-7A7C73C7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8ABBF7-04F6-995F-C0A1-962E08F3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93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B754E-B77B-3586-B2AB-93CE0148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646C1-1835-65CA-5D6A-28353FAE2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698025-2AC9-A407-BC08-DC684CD2B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B4445A-7214-1AA8-20F1-8A9F9BADB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3D2E89-A22F-1E68-5F55-148CFAAA2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0F7B13-7C64-21E3-F5BC-0EE89BC8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05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F9B91-2DED-2E5A-D9C7-E2561F19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3B2AD8-E97E-16D0-EE75-E4A3C53DF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CD85D9-069D-C2BD-67D6-503CCD3B6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319B88-CA2F-9D46-51A1-25D3ADCE9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D5C2C6-213B-24ED-0E95-0D4AFB805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6A208B-2D9B-8DE0-8116-760B5717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F89697-9AFD-3A55-DE84-A31FB694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AF2A66-E2EF-4FF9-CD77-2E3CE882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73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A8F39-E35E-34DE-F776-FECB2918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FC45DE-5078-69BC-CDEC-C0DD58BF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495C54-AD40-5926-4094-DF9C228D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568AB1-03A5-6529-B477-918384B6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69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7EDAD4-DEB2-5597-43B1-F3365CA8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F3205D-26F2-DC58-55C2-FBA23445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0452B1-F894-039E-09C8-731DCE7D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17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0F64C-2997-3283-E649-27577E110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29B58-55FB-E58A-282B-A1320FF7D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B41F48-583B-9BFA-59A3-C8161A0EC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474F35-3588-5B63-242F-F089BF91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DC1974-D9CF-F290-8603-78C6BC216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79004F-704F-076A-AD1F-0D063261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96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EC8BB-5735-B199-20D2-52015E918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5F3213-75A2-4213-C2B3-673247AB7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278335-5E1C-A41F-10DC-BCFC597AE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026F7C-F4D9-9893-C28B-C94D9452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CAE2BE-2FCD-6CD9-B407-04200728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97E67-37C9-3DCF-D4A9-27DEC908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37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CD759-A8A0-1C2A-99C6-204EE8E7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38D2F0-8BD4-87B8-BAB0-085FAF5E9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028523-F0E5-E140-F1E5-8EF352DA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784985-FEFF-F8D9-B8A7-C71C24E5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194997-05A6-5919-D7A7-45DD2289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80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C4F11F-F931-8933-B72A-10F9F1986F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A0CB28-E920-9071-5374-8CD032AAE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D4299-8E33-8DAC-1203-827D9D18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0D71A2-9EB7-3234-E606-2D63C783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765EC8-C1AF-7F9C-EAE2-540091A2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25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E94694-88EF-FCB0-4AF5-0161081E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D9897E-AC33-5B41-F146-B86130CB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B89C3-F557-E1B2-A0FB-48FA4A0ED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4740E-86B9-493F-949C-AED4CF980A4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AA362-D78A-F901-6B26-A869C4FCA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1C7ED-BCD9-610A-B2CB-294BE0EF7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36CAE-2CC7-4A47-8242-19765E7F7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1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ADC727-87F3-3A68-EA02-4E5322913970}"/>
              </a:ext>
            </a:extLst>
          </p:cNvPr>
          <p:cNvSpPr txBox="1"/>
          <p:nvPr/>
        </p:nvSpPr>
        <p:spPr>
          <a:xfrm>
            <a:off x="622168" y="878640"/>
            <a:ext cx="817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Why Language Models Hallucinate</a:t>
            </a:r>
            <a:endParaRPr lang="zh-CN" altLang="en-US" sz="3200" dirty="0">
              <a:latin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B4B2D3-5557-9390-92E2-0036109C33CA}"/>
              </a:ext>
            </a:extLst>
          </p:cNvPr>
          <p:cNvSpPr txBox="1"/>
          <p:nvPr/>
        </p:nvSpPr>
        <p:spPr>
          <a:xfrm>
            <a:off x="630944" y="2334356"/>
            <a:ext cx="70041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就像面临难题的学生一样，大型语言模型有时会在不确定时进行猜测，产生似是而非但不正确的陈述，而不是承认不确定性。这种“幻觉”即使在最先进的系统中也持续存在。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幻觉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(Hallucinations)——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模型产生貌似合理但事实错误的陈述，这并非一种神秘的特性，而是源于预训练阶段的自然统计压力。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作者通过一种新颖的理论归约，从数学上论证了生成式错误与标准的二元分类错误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(Binary Classification Errors)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之间存在紧密联系。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在持续性层面，论文提出了一个深刻的“社会技术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(Socio-technical)”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论点：幻觉在后训练阶段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例如，基于人类反馈的强化学习，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RLHF)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之所以顽固存在，是因为当前的评估范式 存在根本性的错位。绝大多数主流基准测试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(Leaderboards)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普遍采用二元的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0-1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评分机制，这种机制“奖励了猜测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(rewarding guessing)”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，同时“惩罚了承认不确定性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(penalizing uncertainty)” 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B035810-C240-A447-F51E-41270A630375}"/>
              </a:ext>
            </a:extLst>
          </p:cNvPr>
          <p:cNvGrpSpPr/>
          <p:nvPr/>
        </p:nvGrpSpPr>
        <p:grpSpPr>
          <a:xfrm>
            <a:off x="7856277" y="3418778"/>
            <a:ext cx="4190571" cy="3368881"/>
            <a:chOff x="4734181" y="3481855"/>
            <a:chExt cx="4190571" cy="3368881"/>
          </a:xfrm>
        </p:grpSpPr>
        <p:sp>
          <p:nvSpPr>
            <p:cNvPr id="8" name="Freeform 752">
              <a:extLst>
                <a:ext uri="{FF2B5EF4-FFF2-40B4-BE49-F238E27FC236}">
                  <a16:creationId xmlns:a16="http://schemas.microsoft.com/office/drawing/2014/main" id="{926FE0B0-25C4-3CBF-8A72-FEEA61258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0960" y="3601678"/>
              <a:ext cx="2820460" cy="1903348"/>
            </a:xfrm>
            <a:custGeom>
              <a:avLst/>
              <a:gdLst>
                <a:gd name="T0" fmla="*/ 6 w 258"/>
                <a:gd name="T1" fmla="*/ 11 h 174"/>
                <a:gd name="T2" fmla="*/ 3 w 258"/>
                <a:gd name="T3" fmla="*/ 19 h 174"/>
                <a:gd name="T4" fmla="*/ 1 w 258"/>
                <a:gd name="T5" fmla="*/ 44 h 174"/>
                <a:gd name="T6" fmla="*/ 4 w 258"/>
                <a:gd name="T7" fmla="*/ 134 h 174"/>
                <a:gd name="T8" fmla="*/ 11 w 258"/>
                <a:gd name="T9" fmla="*/ 161 h 174"/>
                <a:gd name="T10" fmla="*/ 16 w 258"/>
                <a:gd name="T11" fmla="*/ 166 h 174"/>
                <a:gd name="T12" fmla="*/ 18 w 258"/>
                <a:gd name="T13" fmla="*/ 168 h 174"/>
                <a:gd name="T14" fmla="*/ 22 w 258"/>
                <a:gd name="T15" fmla="*/ 169 h 174"/>
                <a:gd name="T16" fmla="*/ 37 w 258"/>
                <a:gd name="T17" fmla="*/ 170 h 174"/>
                <a:gd name="T18" fmla="*/ 104 w 258"/>
                <a:gd name="T19" fmla="*/ 170 h 174"/>
                <a:gd name="T20" fmla="*/ 176 w 258"/>
                <a:gd name="T21" fmla="*/ 169 h 174"/>
                <a:gd name="T22" fmla="*/ 213 w 258"/>
                <a:gd name="T23" fmla="*/ 168 h 174"/>
                <a:gd name="T24" fmla="*/ 231 w 258"/>
                <a:gd name="T25" fmla="*/ 168 h 174"/>
                <a:gd name="T26" fmla="*/ 249 w 258"/>
                <a:gd name="T27" fmla="*/ 165 h 174"/>
                <a:gd name="T28" fmla="*/ 253 w 258"/>
                <a:gd name="T29" fmla="*/ 158 h 174"/>
                <a:gd name="T30" fmla="*/ 255 w 258"/>
                <a:gd name="T31" fmla="*/ 149 h 174"/>
                <a:gd name="T32" fmla="*/ 255 w 258"/>
                <a:gd name="T33" fmla="*/ 131 h 174"/>
                <a:gd name="T34" fmla="*/ 253 w 258"/>
                <a:gd name="T35" fmla="*/ 94 h 174"/>
                <a:gd name="T36" fmla="*/ 244 w 258"/>
                <a:gd name="T37" fmla="*/ 23 h 174"/>
                <a:gd name="T38" fmla="*/ 220 w 258"/>
                <a:gd name="T39" fmla="*/ 8 h 174"/>
                <a:gd name="T40" fmla="*/ 188 w 258"/>
                <a:gd name="T41" fmla="*/ 6 h 174"/>
                <a:gd name="T42" fmla="*/ 157 w 258"/>
                <a:gd name="T43" fmla="*/ 5 h 174"/>
                <a:gd name="T44" fmla="*/ 128 w 258"/>
                <a:gd name="T45" fmla="*/ 4 h 174"/>
                <a:gd name="T46" fmla="*/ 77 w 258"/>
                <a:gd name="T47" fmla="*/ 3 h 174"/>
                <a:gd name="T48" fmla="*/ 38 w 258"/>
                <a:gd name="T49" fmla="*/ 3 h 174"/>
                <a:gd name="T50" fmla="*/ 13 w 258"/>
                <a:gd name="T51" fmla="*/ 6 h 174"/>
                <a:gd name="T52" fmla="*/ 7 w 258"/>
                <a:gd name="T53" fmla="*/ 9 h 174"/>
                <a:gd name="T54" fmla="*/ 6 w 258"/>
                <a:gd name="T55" fmla="*/ 11 h 174"/>
                <a:gd name="T56" fmla="*/ 5 w 258"/>
                <a:gd name="T57" fmla="*/ 11 h 174"/>
                <a:gd name="T58" fmla="*/ 7 w 258"/>
                <a:gd name="T59" fmla="*/ 9 h 174"/>
                <a:gd name="T60" fmla="*/ 13 w 258"/>
                <a:gd name="T61" fmla="*/ 6 h 174"/>
                <a:gd name="T62" fmla="*/ 38 w 258"/>
                <a:gd name="T63" fmla="*/ 1 h 174"/>
                <a:gd name="T64" fmla="*/ 77 w 258"/>
                <a:gd name="T65" fmla="*/ 1 h 174"/>
                <a:gd name="T66" fmla="*/ 128 w 258"/>
                <a:gd name="T67" fmla="*/ 0 h 174"/>
                <a:gd name="T68" fmla="*/ 188 w 258"/>
                <a:gd name="T69" fmla="*/ 1 h 174"/>
                <a:gd name="T70" fmla="*/ 221 w 258"/>
                <a:gd name="T71" fmla="*/ 4 h 174"/>
                <a:gd name="T72" fmla="*/ 238 w 258"/>
                <a:gd name="T73" fmla="*/ 8 h 174"/>
                <a:gd name="T74" fmla="*/ 245 w 258"/>
                <a:gd name="T75" fmla="*/ 14 h 174"/>
                <a:gd name="T76" fmla="*/ 248 w 258"/>
                <a:gd name="T77" fmla="*/ 23 h 174"/>
                <a:gd name="T78" fmla="*/ 256 w 258"/>
                <a:gd name="T79" fmla="*/ 94 h 174"/>
                <a:gd name="T80" fmla="*/ 258 w 258"/>
                <a:gd name="T81" fmla="*/ 131 h 174"/>
                <a:gd name="T82" fmla="*/ 258 w 258"/>
                <a:gd name="T83" fmla="*/ 150 h 174"/>
                <a:gd name="T84" fmla="*/ 250 w 258"/>
                <a:gd name="T85" fmla="*/ 167 h 174"/>
                <a:gd name="T86" fmla="*/ 231 w 258"/>
                <a:gd name="T87" fmla="*/ 170 h 174"/>
                <a:gd name="T88" fmla="*/ 213 w 258"/>
                <a:gd name="T89" fmla="*/ 170 h 174"/>
                <a:gd name="T90" fmla="*/ 176 w 258"/>
                <a:gd name="T91" fmla="*/ 170 h 174"/>
                <a:gd name="T92" fmla="*/ 104 w 258"/>
                <a:gd name="T93" fmla="*/ 172 h 174"/>
                <a:gd name="T94" fmla="*/ 37 w 258"/>
                <a:gd name="T95" fmla="*/ 173 h 174"/>
                <a:gd name="T96" fmla="*/ 21 w 258"/>
                <a:gd name="T97" fmla="*/ 172 h 174"/>
                <a:gd name="T98" fmla="*/ 17 w 258"/>
                <a:gd name="T99" fmla="*/ 171 h 174"/>
                <a:gd name="T100" fmla="*/ 13 w 258"/>
                <a:gd name="T101" fmla="*/ 169 h 174"/>
                <a:gd name="T102" fmla="*/ 8 w 258"/>
                <a:gd name="T103" fmla="*/ 163 h 174"/>
                <a:gd name="T104" fmla="*/ 1 w 258"/>
                <a:gd name="T105" fmla="*/ 134 h 174"/>
                <a:gd name="T106" fmla="*/ 0 w 258"/>
                <a:gd name="T107" fmla="*/ 44 h 174"/>
                <a:gd name="T108" fmla="*/ 3 w 258"/>
                <a:gd name="T109" fmla="*/ 19 h 174"/>
                <a:gd name="T110" fmla="*/ 5 w 258"/>
                <a:gd name="T111" fmla="*/ 11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58" h="174">
                  <a:moveTo>
                    <a:pt x="6" y="11"/>
                  </a:moveTo>
                  <a:cubicBezTo>
                    <a:pt x="6" y="11"/>
                    <a:pt x="4" y="13"/>
                    <a:pt x="3" y="19"/>
                  </a:cubicBezTo>
                  <a:cubicBezTo>
                    <a:pt x="2" y="25"/>
                    <a:pt x="2" y="33"/>
                    <a:pt x="1" y="44"/>
                  </a:cubicBezTo>
                  <a:cubicBezTo>
                    <a:pt x="1" y="66"/>
                    <a:pt x="2" y="97"/>
                    <a:pt x="4" y="134"/>
                  </a:cubicBezTo>
                  <a:cubicBezTo>
                    <a:pt x="5" y="143"/>
                    <a:pt x="6" y="153"/>
                    <a:pt x="11" y="161"/>
                  </a:cubicBezTo>
                  <a:cubicBezTo>
                    <a:pt x="12" y="163"/>
                    <a:pt x="14" y="165"/>
                    <a:pt x="16" y="166"/>
                  </a:cubicBezTo>
                  <a:cubicBezTo>
                    <a:pt x="16" y="167"/>
                    <a:pt x="18" y="168"/>
                    <a:pt x="18" y="168"/>
                  </a:cubicBezTo>
                  <a:cubicBezTo>
                    <a:pt x="19" y="168"/>
                    <a:pt x="21" y="169"/>
                    <a:pt x="22" y="169"/>
                  </a:cubicBezTo>
                  <a:cubicBezTo>
                    <a:pt x="26" y="169"/>
                    <a:pt x="32" y="170"/>
                    <a:pt x="37" y="170"/>
                  </a:cubicBezTo>
                  <a:cubicBezTo>
                    <a:pt x="58" y="170"/>
                    <a:pt x="81" y="170"/>
                    <a:pt x="104" y="170"/>
                  </a:cubicBezTo>
                  <a:cubicBezTo>
                    <a:pt x="127" y="169"/>
                    <a:pt x="151" y="169"/>
                    <a:pt x="176" y="169"/>
                  </a:cubicBezTo>
                  <a:cubicBezTo>
                    <a:pt x="188" y="168"/>
                    <a:pt x="200" y="168"/>
                    <a:pt x="213" y="168"/>
                  </a:cubicBezTo>
                  <a:cubicBezTo>
                    <a:pt x="219" y="168"/>
                    <a:pt x="225" y="168"/>
                    <a:pt x="231" y="168"/>
                  </a:cubicBezTo>
                  <a:cubicBezTo>
                    <a:pt x="237" y="168"/>
                    <a:pt x="244" y="169"/>
                    <a:pt x="249" y="165"/>
                  </a:cubicBezTo>
                  <a:cubicBezTo>
                    <a:pt x="251" y="163"/>
                    <a:pt x="252" y="161"/>
                    <a:pt x="253" y="158"/>
                  </a:cubicBezTo>
                  <a:cubicBezTo>
                    <a:pt x="255" y="155"/>
                    <a:pt x="255" y="153"/>
                    <a:pt x="255" y="149"/>
                  </a:cubicBezTo>
                  <a:cubicBezTo>
                    <a:pt x="255" y="143"/>
                    <a:pt x="255" y="137"/>
                    <a:pt x="255" y="131"/>
                  </a:cubicBezTo>
                  <a:cubicBezTo>
                    <a:pt x="254" y="119"/>
                    <a:pt x="254" y="106"/>
                    <a:pt x="253" y="94"/>
                  </a:cubicBezTo>
                  <a:cubicBezTo>
                    <a:pt x="251" y="70"/>
                    <a:pt x="249" y="46"/>
                    <a:pt x="244" y="23"/>
                  </a:cubicBezTo>
                  <a:cubicBezTo>
                    <a:pt x="244" y="11"/>
                    <a:pt x="231" y="8"/>
                    <a:pt x="220" y="8"/>
                  </a:cubicBezTo>
                  <a:cubicBezTo>
                    <a:pt x="209" y="7"/>
                    <a:pt x="198" y="6"/>
                    <a:pt x="188" y="6"/>
                  </a:cubicBezTo>
                  <a:cubicBezTo>
                    <a:pt x="177" y="5"/>
                    <a:pt x="167" y="5"/>
                    <a:pt x="157" y="5"/>
                  </a:cubicBezTo>
                  <a:cubicBezTo>
                    <a:pt x="147" y="4"/>
                    <a:pt x="137" y="4"/>
                    <a:pt x="128" y="4"/>
                  </a:cubicBezTo>
                  <a:cubicBezTo>
                    <a:pt x="109" y="4"/>
                    <a:pt x="92" y="3"/>
                    <a:pt x="77" y="3"/>
                  </a:cubicBezTo>
                  <a:cubicBezTo>
                    <a:pt x="62" y="2"/>
                    <a:pt x="49" y="2"/>
                    <a:pt x="38" y="3"/>
                  </a:cubicBezTo>
                  <a:cubicBezTo>
                    <a:pt x="27" y="3"/>
                    <a:pt x="19" y="4"/>
                    <a:pt x="13" y="6"/>
                  </a:cubicBezTo>
                  <a:cubicBezTo>
                    <a:pt x="10" y="7"/>
                    <a:pt x="8" y="8"/>
                    <a:pt x="7" y="9"/>
                  </a:cubicBezTo>
                  <a:cubicBezTo>
                    <a:pt x="6" y="10"/>
                    <a:pt x="6" y="11"/>
                    <a:pt x="6" y="11"/>
                  </a:cubicBezTo>
                  <a:close/>
                  <a:moveTo>
                    <a:pt x="5" y="11"/>
                  </a:moveTo>
                  <a:cubicBezTo>
                    <a:pt x="5" y="11"/>
                    <a:pt x="6" y="10"/>
                    <a:pt x="7" y="9"/>
                  </a:cubicBezTo>
                  <a:cubicBezTo>
                    <a:pt x="8" y="8"/>
                    <a:pt x="10" y="6"/>
                    <a:pt x="13" y="6"/>
                  </a:cubicBezTo>
                  <a:cubicBezTo>
                    <a:pt x="18" y="3"/>
                    <a:pt x="27" y="2"/>
                    <a:pt x="38" y="1"/>
                  </a:cubicBezTo>
                  <a:cubicBezTo>
                    <a:pt x="49" y="1"/>
                    <a:pt x="62" y="1"/>
                    <a:pt x="77" y="1"/>
                  </a:cubicBezTo>
                  <a:cubicBezTo>
                    <a:pt x="92" y="1"/>
                    <a:pt x="109" y="1"/>
                    <a:pt x="128" y="0"/>
                  </a:cubicBezTo>
                  <a:cubicBezTo>
                    <a:pt x="146" y="0"/>
                    <a:pt x="167" y="0"/>
                    <a:pt x="188" y="1"/>
                  </a:cubicBezTo>
                  <a:cubicBezTo>
                    <a:pt x="199" y="2"/>
                    <a:pt x="210" y="2"/>
                    <a:pt x="221" y="4"/>
                  </a:cubicBezTo>
                  <a:cubicBezTo>
                    <a:pt x="226" y="4"/>
                    <a:pt x="232" y="5"/>
                    <a:pt x="238" y="8"/>
                  </a:cubicBezTo>
                  <a:cubicBezTo>
                    <a:pt x="241" y="9"/>
                    <a:pt x="243" y="11"/>
                    <a:pt x="245" y="14"/>
                  </a:cubicBezTo>
                  <a:cubicBezTo>
                    <a:pt x="247" y="17"/>
                    <a:pt x="248" y="20"/>
                    <a:pt x="248" y="23"/>
                  </a:cubicBezTo>
                  <a:cubicBezTo>
                    <a:pt x="253" y="46"/>
                    <a:pt x="255" y="70"/>
                    <a:pt x="256" y="94"/>
                  </a:cubicBezTo>
                  <a:cubicBezTo>
                    <a:pt x="257" y="106"/>
                    <a:pt x="258" y="119"/>
                    <a:pt x="258" y="131"/>
                  </a:cubicBezTo>
                  <a:cubicBezTo>
                    <a:pt x="258" y="137"/>
                    <a:pt x="258" y="144"/>
                    <a:pt x="258" y="150"/>
                  </a:cubicBezTo>
                  <a:cubicBezTo>
                    <a:pt x="258" y="156"/>
                    <a:pt x="255" y="163"/>
                    <a:pt x="250" y="167"/>
                  </a:cubicBezTo>
                  <a:cubicBezTo>
                    <a:pt x="244" y="171"/>
                    <a:pt x="237" y="170"/>
                    <a:pt x="231" y="170"/>
                  </a:cubicBezTo>
                  <a:cubicBezTo>
                    <a:pt x="225" y="170"/>
                    <a:pt x="219" y="170"/>
                    <a:pt x="213" y="170"/>
                  </a:cubicBezTo>
                  <a:cubicBezTo>
                    <a:pt x="200" y="170"/>
                    <a:pt x="188" y="170"/>
                    <a:pt x="176" y="170"/>
                  </a:cubicBezTo>
                  <a:cubicBezTo>
                    <a:pt x="151" y="171"/>
                    <a:pt x="127" y="172"/>
                    <a:pt x="104" y="172"/>
                  </a:cubicBezTo>
                  <a:cubicBezTo>
                    <a:pt x="81" y="173"/>
                    <a:pt x="58" y="174"/>
                    <a:pt x="37" y="173"/>
                  </a:cubicBezTo>
                  <a:cubicBezTo>
                    <a:pt x="32" y="173"/>
                    <a:pt x="27" y="173"/>
                    <a:pt x="21" y="172"/>
                  </a:cubicBezTo>
                  <a:cubicBezTo>
                    <a:pt x="19" y="172"/>
                    <a:pt x="18" y="172"/>
                    <a:pt x="17" y="171"/>
                  </a:cubicBezTo>
                  <a:cubicBezTo>
                    <a:pt x="15" y="171"/>
                    <a:pt x="14" y="170"/>
                    <a:pt x="13" y="169"/>
                  </a:cubicBezTo>
                  <a:cubicBezTo>
                    <a:pt x="11" y="168"/>
                    <a:pt x="9" y="165"/>
                    <a:pt x="8" y="163"/>
                  </a:cubicBezTo>
                  <a:cubicBezTo>
                    <a:pt x="2" y="154"/>
                    <a:pt x="1" y="144"/>
                    <a:pt x="1" y="134"/>
                  </a:cubicBezTo>
                  <a:cubicBezTo>
                    <a:pt x="0" y="97"/>
                    <a:pt x="0" y="66"/>
                    <a:pt x="0" y="44"/>
                  </a:cubicBezTo>
                  <a:cubicBezTo>
                    <a:pt x="1" y="33"/>
                    <a:pt x="2" y="25"/>
                    <a:pt x="3" y="19"/>
                  </a:cubicBezTo>
                  <a:cubicBezTo>
                    <a:pt x="4" y="13"/>
                    <a:pt x="5" y="11"/>
                    <a:pt x="5" y="1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9" name="Freeform 753">
              <a:extLst>
                <a:ext uri="{FF2B5EF4-FFF2-40B4-BE49-F238E27FC236}">
                  <a16:creationId xmlns:a16="http://schemas.microsoft.com/office/drawing/2014/main" id="{421247FB-A5C0-37B0-13BF-E97D09FB7E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9914" y="3767588"/>
              <a:ext cx="2447162" cy="1562312"/>
            </a:xfrm>
            <a:custGeom>
              <a:avLst/>
              <a:gdLst>
                <a:gd name="T0" fmla="*/ 6 w 224"/>
                <a:gd name="T1" fmla="*/ 9 h 143"/>
                <a:gd name="T2" fmla="*/ 3 w 224"/>
                <a:gd name="T3" fmla="*/ 17 h 143"/>
                <a:gd name="T4" fmla="*/ 2 w 224"/>
                <a:gd name="T5" fmla="*/ 25 h 143"/>
                <a:gd name="T6" fmla="*/ 2 w 224"/>
                <a:gd name="T7" fmla="*/ 38 h 143"/>
                <a:gd name="T8" fmla="*/ 4 w 224"/>
                <a:gd name="T9" fmla="*/ 114 h 143"/>
                <a:gd name="T10" fmla="*/ 12 w 224"/>
                <a:gd name="T11" fmla="*/ 135 h 143"/>
                <a:gd name="T12" fmla="*/ 17 w 224"/>
                <a:gd name="T13" fmla="*/ 138 h 143"/>
                <a:gd name="T14" fmla="*/ 23 w 224"/>
                <a:gd name="T15" fmla="*/ 139 h 143"/>
                <a:gd name="T16" fmla="*/ 36 w 224"/>
                <a:gd name="T17" fmla="*/ 140 h 143"/>
                <a:gd name="T18" fmla="*/ 93 w 224"/>
                <a:gd name="T19" fmla="*/ 140 h 143"/>
                <a:gd name="T20" fmla="*/ 153 w 224"/>
                <a:gd name="T21" fmla="*/ 139 h 143"/>
                <a:gd name="T22" fmla="*/ 185 w 224"/>
                <a:gd name="T23" fmla="*/ 138 h 143"/>
                <a:gd name="T24" fmla="*/ 200 w 224"/>
                <a:gd name="T25" fmla="*/ 138 h 143"/>
                <a:gd name="T26" fmla="*/ 215 w 224"/>
                <a:gd name="T27" fmla="*/ 136 h 143"/>
                <a:gd name="T28" fmla="*/ 220 w 224"/>
                <a:gd name="T29" fmla="*/ 123 h 143"/>
                <a:gd name="T30" fmla="*/ 220 w 224"/>
                <a:gd name="T31" fmla="*/ 107 h 143"/>
                <a:gd name="T32" fmla="*/ 218 w 224"/>
                <a:gd name="T33" fmla="*/ 76 h 143"/>
                <a:gd name="T34" fmla="*/ 210 w 224"/>
                <a:gd name="T35" fmla="*/ 16 h 143"/>
                <a:gd name="T36" fmla="*/ 201 w 224"/>
                <a:gd name="T37" fmla="*/ 9 h 143"/>
                <a:gd name="T38" fmla="*/ 187 w 224"/>
                <a:gd name="T39" fmla="*/ 7 h 143"/>
                <a:gd name="T40" fmla="*/ 160 w 224"/>
                <a:gd name="T41" fmla="*/ 5 h 143"/>
                <a:gd name="T42" fmla="*/ 109 w 224"/>
                <a:gd name="T43" fmla="*/ 4 h 143"/>
                <a:gd name="T44" fmla="*/ 66 w 224"/>
                <a:gd name="T45" fmla="*/ 3 h 143"/>
                <a:gd name="T46" fmla="*/ 33 w 224"/>
                <a:gd name="T47" fmla="*/ 3 h 143"/>
                <a:gd name="T48" fmla="*/ 12 w 224"/>
                <a:gd name="T49" fmla="*/ 6 h 143"/>
                <a:gd name="T50" fmla="*/ 7 w 224"/>
                <a:gd name="T51" fmla="*/ 8 h 143"/>
                <a:gd name="T52" fmla="*/ 6 w 224"/>
                <a:gd name="T53" fmla="*/ 9 h 143"/>
                <a:gd name="T54" fmla="*/ 5 w 224"/>
                <a:gd name="T55" fmla="*/ 9 h 143"/>
                <a:gd name="T56" fmla="*/ 7 w 224"/>
                <a:gd name="T57" fmla="*/ 8 h 143"/>
                <a:gd name="T58" fmla="*/ 12 w 224"/>
                <a:gd name="T59" fmla="*/ 5 h 143"/>
                <a:gd name="T60" fmla="*/ 33 w 224"/>
                <a:gd name="T61" fmla="*/ 2 h 143"/>
                <a:gd name="T62" fmla="*/ 66 w 224"/>
                <a:gd name="T63" fmla="*/ 1 h 143"/>
                <a:gd name="T64" fmla="*/ 109 w 224"/>
                <a:gd name="T65" fmla="*/ 0 h 143"/>
                <a:gd name="T66" fmla="*/ 160 w 224"/>
                <a:gd name="T67" fmla="*/ 1 h 143"/>
                <a:gd name="T68" fmla="*/ 188 w 224"/>
                <a:gd name="T69" fmla="*/ 3 h 143"/>
                <a:gd name="T70" fmla="*/ 202 w 224"/>
                <a:gd name="T71" fmla="*/ 4 h 143"/>
                <a:gd name="T72" fmla="*/ 215 w 224"/>
                <a:gd name="T73" fmla="*/ 15 h 143"/>
                <a:gd name="T74" fmla="*/ 222 w 224"/>
                <a:gd name="T75" fmla="*/ 76 h 143"/>
                <a:gd name="T76" fmla="*/ 223 w 224"/>
                <a:gd name="T77" fmla="*/ 107 h 143"/>
                <a:gd name="T78" fmla="*/ 223 w 224"/>
                <a:gd name="T79" fmla="*/ 123 h 143"/>
                <a:gd name="T80" fmla="*/ 216 w 224"/>
                <a:gd name="T81" fmla="*/ 138 h 143"/>
                <a:gd name="T82" fmla="*/ 200 w 224"/>
                <a:gd name="T83" fmla="*/ 140 h 143"/>
                <a:gd name="T84" fmla="*/ 185 w 224"/>
                <a:gd name="T85" fmla="*/ 140 h 143"/>
                <a:gd name="T86" fmla="*/ 153 w 224"/>
                <a:gd name="T87" fmla="*/ 140 h 143"/>
                <a:gd name="T88" fmla="*/ 93 w 224"/>
                <a:gd name="T89" fmla="*/ 142 h 143"/>
                <a:gd name="T90" fmla="*/ 36 w 224"/>
                <a:gd name="T91" fmla="*/ 143 h 143"/>
                <a:gd name="T92" fmla="*/ 22 w 224"/>
                <a:gd name="T93" fmla="*/ 143 h 143"/>
                <a:gd name="T94" fmla="*/ 15 w 224"/>
                <a:gd name="T95" fmla="*/ 142 h 143"/>
                <a:gd name="T96" fmla="*/ 9 w 224"/>
                <a:gd name="T97" fmla="*/ 138 h 143"/>
                <a:gd name="T98" fmla="*/ 1 w 224"/>
                <a:gd name="T99" fmla="*/ 114 h 143"/>
                <a:gd name="T100" fmla="*/ 0 w 224"/>
                <a:gd name="T101" fmla="*/ 71 h 143"/>
                <a:gd name="T102" fmla="*/ 1 w 224"/>
                <a:gd name="T103" fmla="*/ 38 h 143"/>
                <a:gd name="T104" fmla="*/ 2 w 224"/>
                <a:gd name="T105" fmla="*/ 25 h 143"/>
                <a:gd name="T106" fmla="*/ 3 w 224"/>
                <a:gd name="T107" fmla="*/ 16 h 143"/>
                <a:gd name="T108" fmla="*/ 5 w 224"/>
                <a:gd name="T109" fmla="*/ 9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4" h="143">
                  <a:moveTo>
                    <a:pt x="6" y="9"/>
                  </a:moveTo>
                  <a:cubicBezTo>
                    <a:pt x="6" y="9"/>
                    <a:pt x="5" y="12"/>
                    <a:pt x="3" y="17"/>
                  </a:cubicBezTo>
                  <a:cubicBezTo>
                    <a:pt x="3" y="19"/>
                    <a:pt x="3" y="22"/>
                    <a:pt x="2" y="25"/>
                  </a:cubicBezTo>
                  <a:cubicBezTo>
                    <a:pt x="2" y="29"/>
                    <a:pt x="2" y="33"/>
                    <a:pt x="2" y="38"/>
                  </a:cubicBezTo>
                  <a:cubicBezTo>
                    <a:pt x="1" y="56"/>
                    <a:pt x="2" y="82"/>
                    <a:pt x="4" y="114"/>
                  </a:cubicBezTo>
                  <a:cubicBezTo>
                    <a:pt x="5" y="121"/>
                    <a:pt x="7" y="130"/>
                    <a:pt x="12" y="135"/>
                  </a:cubicBezTo>
                  <a:cubicBezTo>
                    <a:pt x="13" y="136"/>
                    <a:pt x="15" y="138"/>
                    <a:pt x="17" y="138"/>
                  </a:cubicBezTo>
                  <a:cubicBezTo>
                    <a:pt x="19" y="139"/>
                    <a:pt x="21" y="139"/>
                    <a:pt x="23" y="139"/>
                  </a:cubicBezTo>
                  <a:cubicBezTo>
                    <a:pt x="27" y="139"/>
                    <a:pt x="31" y="140"/>
                    <a:pt x="36" y="140"/>
                  </a:cubicBezTo>
                  <a:cubicBezTo>
                    <a:pt x="54" y="140"/>
                    <a:pt x="73" y="140"/>
                    <a:pt x="93" y="140"/>
                  </a:cubicBezTo>
                  <a:cubicBezTo>
                    <a:pt x="112" y="139"/>
                    <a:pt x="133" y="139"/>
                    <a:pt x="153" y="139"/>
                  </a:cubicBezTo>
                  <a:cubicBezTo>
                    <a:pt x="164" y="138"/>
                    <a:pt x="174" y="138"/>
                    <a:pt x="185" y="138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06" y="138"/>
                    <a:pt x="211" y="138"/>
                    <a:pt x="215" y="136"/>
                  </a:cubicBezTo>
                  <a:cubicBezTo>
                    <a:pt x="219" y="133"/>
                    <a:pt x="220" y="128"/>
                    <a:pt x="220" y="123"/>
                  </a:cubicBezTo>
                  <a:cubicBezTo>
                    <a:pt x="221" y="117"/>
                    <a:pt x="221" y="112"/>
                    <a:pt x="220" y="107"/>
                  </a:cubicBezTo>
                  <a:cubicBezTo>
                    <a:pt x="220" y="97"/>
                    <a:pt x="219" y="86"/>
                    <a:pt x="218" y="76"/>
                  </a:cubicBezTo>
                  <a:cubicBezTo>
                    <a:pt x="216" y="56"/>
                    <a:pt x="215" y="35"/>
                    <a:pt x="210" y="16"/>
                  </a:cubicBezTo>
                  <a:cubicBezTo>
                    <a:pt x="209" y="12"/>
                    <a:pt x="206" y="10"/>
                    <a:pt x="201" y="9"/>
                  </a:cubicBezTo>
                  <a:cubicBezTo>
                    <a:pt x="197" y="7"/>
                    <a:pt x="192" y="8"/>
                    <a:pt x="187" y="7"/>
                  </a:cubicBezTo>
                  <a:cubicBezTo>
                    <a:pt x="178" y="7"/>
                    <a:pt x="169" y="6"/>
                    <a:pt x="160" y="5"/>
                  </a:cubicBezTo>
                  <a:cubicBezTo>
                    <a:pt x="142" y="4"/>
                    <a:pt x="125" y="5"/>
                    <a:pt x="109" y="4"/>
                  </a:cubicBezTo>
                  <a:cubicBezTo>
                    <a:pt x="93" y="3"/>
                    <a:pt x="79" y="3"/>
                    <a:pt x="66" y="3"/>
                  </a:cubicBezTo>
                  <a:cubicBezTo>
                    <a:pt x="53" y="2"/>
                    <a:pt x="42" y="2"/>
                    <a:pt x="33" y="3"/>
                  </a:cubicBezTo>
                  <a:cubicBezTo>
                    <a:pt x="24" y="3"/>
                    <a:pt x="16" y="4"/>
                    <a:pt x="12" y="6"/>
                  </a:cubicBezTo>
                  <a:cubicBezTo>
                    <a:pt x="9" y="6"/>
                    <a:pt x="8" y="7"/>
                    <a:pt x="7" y="8"/>
                  </a:cubicBezTo>
                  <a:cubicBezTo>
                    <a:pt x="6" y="9"/>
                    <a:pt x="6" y="9"/>
                    <a:pt x="6" y="9"/>
                  </a:cubicBezTo>
                  <a:close/>
                  <a:moveTo>
                    <a:pt x="5" y="9"/>
                  </a:moveTo>
                  <a:cubicBezTo>
                    <a:pt x="5" y="9"/>
                    <a:pt x="6" y="9"/>
                    <a:pt x="7" y="8"/>
                  </a:cubicBezTo>
                  <a:cubicBezTo>
                    <a:pt x="8" y="7"/>
                    <a:pt x="9" y="6"/>
                    <a:pt x="12" y="5"/>
                  </a:cubicBezTo>
                  <a:cubicBezTo>
                    <a:pt x="16" y="3"/>
                    <a:pt x="24" y="2"/>
                    <a:pt x="33" y="2"/>
                  </a:cubicBezTo>
                  <a:cubicBezTo>
                    <a:pt x="42" y="1"/>
                    <a:pt x="53" y="1"/>
                    <a:pt x="66" y="1"/>
                  </a:cubicBezTo>
                  <a:cubicBezTo>
                    <a:pt x="79" y="1"/>
                    <a:pt x="93" y="1"/>
                    <a:pt x="109" y="0"/>
                  </a:cubicBezTo>
                  <a:cubicBezTo>
                    <a:pt x="125" y="1"/>
                    <a:pt x="142" y="0"/>
                    <a:pt x="160" y="1"/>
                  </a:cubicBezTo>
                  <a:cubicBezTo>
                    <a:pt x="169" y="2"/>
                    <a:pt x="178" y="2"/>
                    <a:pt x="188" y="3"/>
                  </a:cubicBezTo>
                  <a:cubicBezTo>
                    <a:pt x="192" y="3"/>
                    <a:pt x="198" y="3"/>
                    <a:pt x="202" y="4"/>
                  </a:cubicBezTo>
                  <a:cubicBezTo>
                    <a:pt x="207" y="5"/>
                    <a:pt x="213" y="9"/>
                    <a:pt x="215" y="15"/>
                  </a:cubicBezTo>
                  <a:cubicBezTo>
                    <a:pt x="219" y="35"/>
                    <a:pt x="220" y="55"/>
                    <a:pt x="222" y="76"/>
                  </a:cubicBezTo>
                  <a:cubicBezTo>
                    <a:pt x="223" y="86"/>
                    <a:pt x="223" y="96"/>
                    <a:pt x="223" y="107"/>
                  </a:cubicBezTo>
                  <a:cubicBezTo>
                    <a:pt x="224" y="112"/>
                    <a:pt x="224" y="118"/>
                    <a:pt x="223" y="123"/>
                  </a:cubicBezTo>
                  <a:cubicBezTo>
                    <a:pt x="223" y="128"/>
                    <a:pt x="221" y="134"/>
                    <a:pt x="216" y="138"/>
                  </a:cubicBezTo>
                  <a:cubicBezTo>
                    <a:pt x="211" y="141"/>
                    <a:pt x="205" y="140"/>
                    <a:pt x="200" y="140"/>
                  </a:cubicBezTo>
                  <a:cubicBezTo>
                    <a:pt x="185" y="140"/>
                    <a:pt x="185" y="140"/>
                    <a:pt x="185" y="140"/>
                  </a:cubicBezTo>
                  <a:cubicBezTo>
                    <a:pt x="174" y="140"/>
                    <a:pt x="164" y="140"/>
                    <a:pt x="153" y="140"/>
                  </a:cubicBezTo>
                  <a:cubicBezTo>
                    <a:pt x="133" y="141"/>
                    <a:pt x="112" y="141"/>
                    <a:pt x="93" y="142"/>
                  </a:cubicBezTo>
                  <a:cubicBezTo>
                    <a:pt x="73" y="143"/>
                    <a:pt x="54" y="143"/>
                    <a:pt x="36" y="143"/>
                  </a:cubicBezTo>
                  <a:cubicBezTo>
                    <a:pt x="31" y="143"/>
                    <a:pt x="27" y="143"/>
                    <a:pt x="22" y="143"/>
                  </a:cubicBezTo>
                  <a:cubicBezTo>
                    <a:pt x="20" y="143"/>
                    <a:pt x="17" y="143"/>
                    <a:pt x="15" y="142"/>
                  </a:cubicBezTo>
                  <a:cubicBezTo>
                    <a:pt x="13" y="141"/>
                    <a:pt x="11" y="139"/>
                    <a:pt x="9" y="138"/>
                  </a:cubicBezTo>
                  <a:cubicBezTo>
                    <a:pt x="3" y="131"/>
                    <a:pt x="2" y="122"/>
                    <a:pt x="1" y="114"/>
                  </a:cubicBezTo>
                  <a:cubicBezTo>
                    <a:pt x="0" y="98"/>
                    <a:pt x="0" y="84"/>
                    <a:pt x="0" y="71"/>
                  </a:cubicBezTo>
                  <a:cubicBezTo>
                    <a:pt x="0" y="58"/>
                    <a:pt x="1" y="47"/>
                    <a:pt x="1" y="38"/>
                  </a:cubicBezTo>
                  <a:cubicBezTo>
                    <a:pt x="1" y="33"/>
                    <a:pt x="1" y="29"/>
                    <a:pt x="2" y="25"/>
                  </a:cubicBezTo>
                  <a:cubicBezTo>
                    <a:pt x="2" y="22"/>
                    <a:pt x="3" y="19"/>
                    <a:pt x="3" y="16"/>
                  </a:cubicBezTo>
                  <a:cubicBezTo>
                    <a:pt x="4" y="12"/>
                    <a:pt x="5" y="9"/>
                    <a:pt x="5" y="9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0" name="Freeform 754">
              <a:extLst>
                <a:ext uri="{FF2B5EF4-FFF2-40B4-BE49-F238E27FC236}">
                  <a16:creationId xmlns:a16="http://schemas.microsoft.com/office/drawing/2014/main" id="{255A394C-BDC1-111D-FBF6-92D2CFA845E9}"/>
                </a:ext>
              </a:extLst>
            </p:cNvPr>
            <p:cNvSpPr/>
            <p:nvPr/>
          </p:nvSpPr>
          <p:spPr bwMode="auto">
            <a:xfrm>
              <a:off x="5162779" y="3799847"/>
              <a:ext cx="1649877" cy="1474750"/>
            </a:xfrm>
            <a:custGeom>
              <a:avLst/>
              <a:gdLst>
                <a:gd name="T0" fmla="*/ 1 w 151"/>
                <a:gd name="T1" fmla="*/ 135 h 135"/>
                <a:gd name="T2" fmla="*/ 2 w 151"/>
                <a:gd name="T3" fmla="*/ 134 h 135"/>
                <a:gd name="T4" fmla="*/ 8 w 151"/>
                <a:gd name="T5" fmla="*/ 130 h 135"/>
                <a:gd name="T6" fmla="*/ 25 w 151"/>
                <a:gd name="T7" fmla="*/ 115 h 135"/>
                <a:gd name="T8" fmla="*/ 49 w 151"/>
                <a:gd name="T9" fmla="*/ 94 h 135"/>
                <a:gd name="T10" fmla="*/ 77 w 151"/>
                <a:gd name="T11" fmla="*/ 69 h 135"/>
                <a:gd name="T12" fmla="*/ 127 w 151"/>
                <a:gd name="T13" fmla="*/ 21 h 135"/>
                <a:gd name="T14" fmla="*/ 151 w 151"/>
                <a:gd name="T15" fmla="*/ 1 h 135"/>
                <a:gd name="T16" fmla="*/ 151 w 151"/>
                <a:gd name="T17" fmla="*/ 1 h 135"/>
                <a:gd name="T18" fmla="*/ 151 w 151"/>
                <a:gd name="T19" fmla="*/ 1 h 135"/>
                <a:gd name="T20" fmla="*/ 129 w 151"/>
                <a:gd name="T21" fmla="*/ 24 h 135"/>
                <a:gd name="T22" fmla="*/ 78 w 151"/>
                <a:gd name="T23" fmla="*/ 71 h 135"/>
                <a:gd name="T24" fmla="*/ 51 w 151"/>
                <a:gd name="T25" fmla="*/ 96 h 135"/>
                <a:gd name="T26" fmla="*/ 27 w 151"/>
                <a:gd name="T27" fmla="*/ 118 h 135"/>
                <a:gd name="T28" fmla="*/ 9 w 151"/>
                <a:gd name="T29" fmla="*/ 132 h 135"/>
                <a:gd name="T30" fmla="*/ 3 w 151"/>
                <a:gd name="T31" fmla="*/ 135 h 135"/>
                <a:gd name="T32" fmla="*/ 1 w 151"/>
                <a:gd name="T33" fmla="*/ 135 h 135"/>
                <a:gd name="T34" fmla="*/ 0 w 151"/>
                <a:gd name="T35" fmla="*/ 135 h 135"/>
                <a:gd name="T36" fmla="*/ 1 w 151"/>
                <a:gd name="T37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135">
                  <a:moveTo>
                    <a:pt x="1" y="135"/>
                  </a:moveTo>
                  <a:cubicBezTo>
                    <a:pt x="1" y="135"/>
                    <a:pt x="1" y="135"/>
                    <a:pt x="2" y="134"/>
                  </a:cubicBezTo>
                  <a:cubicBezTo>
                    <a:pt x="4" y="133"/>
                    <a:pt x="6" y="132"/>
                    <a:pt x="8" y="130"/>
                  </a:cubicBezTo>
                  <a:cubicBezTo>
                    <a:pt x="12" y="127"/>
                    <a:pt x="18" y="121"/>
                    <a:pt x="25" y="115"/>
                  </a:cubicBezTo>
                  <a:cubicBezTo>
                    <a:pt x="32" y="109"/>
                    <a:pt x="40" y="102"/>
                    <a:pt x="49" y="94"/>
                  </a:cubicBezTo>
                  <a:cubicBezTo>
                    <a:pt x="59" y="87"/>
                    <a:pt x="68" y="78"/>
                    <a:pt x="77" y="69"/>
                  </a:cubicBezTo>
                  <a:cubicBezTo>
                    <a:pt x="94" y="51"/>
                    <a:pt x="113" y="33"/>
                    <a:pt x="127" y="21"/>
                  </a:cubicBezTo>
                  <a:cubicBezTo>
                    <a:pt x="141" y="8"/>
                    <a:pt x="151" y="1"/>
                    <a:pt x="151" y="1"/>
                  </a:cubicBezTo>
                  <a:cubicBezTo>
                    <a:pt x="151" y="0"/>
                    <a:pt x="151" y="0"/>
                    <a:pt x="151" y="1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51" y="1"/>
                    <a:pt x="143" y="10"/>
                    <a:pt x="129" y="24"/>
                  </a:cubicBezTo>
                  <a:cubicBezTo>
                    <a:pt x="116" y="37"/>
                    <a:pt x="98" y="54"/>
                    <a:pt x="78" y="71"/>
                  </a:cubicBezTo>
                  <a:cubicBezTo>
                    <a:pt x="69" y="79"/>
                    <a:pt x="59" y="87"/>
                    <a:pt x="51" y="96"/>
                  </a:cubicBezTo>
                  <a:cubicBezTo>
                    <a:pt x="43" y="104"/>
                    <a:pt x="34" y="112"/>
                    <a:pt x="27" y="118"/>
                  </a:cubicBezTo>
                  <a:cubicBezTo>
                    <a:pt x="20" y="124"/>
                    <a:pt x="13" y="129"/>
                    <a:pt x="9" y="132"/>
                  </a:cubicBezTo>
                  <a:cubicBezTo>
                    <a:pt x="6" y="133"/>
                    <a:pt x="4" y="134"/>
                    <a:pt x="3" y="135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1" y="135"/>
                    <a:pt x="0" y="135"/>
                    <a:pt x="0" y="135"/>
                  </a:cubicBezTo>
                  <a:cubicBezTo>
                    <a:pt x="0" y="135"/>
                    <a:pt x="0" y="135"/>
                    <a:pt x="1" y="135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1" name="Freeform 755">
              <a:extLst>
                <a:ext uri="{FF2B5EF4-FFF2-40B4-BE49-F238E27FC236}">
                  <a16:creationId xmlns:a16="http://schemas.microsoft.com/office/drawing/2014/main" id="{106BF86C-F45B-E383-8B0C-C8858674F1B7}"/>
                </a:ext>
              </a:extLst>
            </p:cNvPr>
            <p:cNvSpPr/>
            <p:nvPr/>
          </p:nvSpPr>
          <p:spPr bwMode="auto">
            <a:xfrm>
              <a:off x="5840244" y="3887411"/>
              <a:ext cx="1428664" cy="1424054"/>
            </a:xfrm>
            <a:custGeom>
              <a:avLst/>
              <a:gdLst>
                <a:gd name="T0" fmla="*/ 0 w 131"/>
                <a:gd name="T1" fmla="*/ 130 h 130"/>
                <a:gd name="T2" fmla="*/ 19 w 131"/>
                <a:gd name="T3" fmla="*/ 108 h 130"/>
                <a:gd name="T4" fmla="*/ 41 w 131"/>
                <a:gd name="T5" fmla="*/ 88 h 130"/>
                <a:gd name="T6" fmla="*/ 65 w 131"/>
                <a:gd name="T7" fmla="*/ 64 h 130"/>
                <a:gd name="T8" fmla="*/ 109 w 131"/>
                <a:gd name="T9" fmla="*/ 19 h 130"/>
                <a:gd name="T10" fmla="*/ 131 w 131"/>
                <a:gd name="T11" fmla="*/ 0 h 130"/>
                <a:gd name="T12" fmla="*/ 131 w 131"/>
                <a:gd name="T13" fmla="*/ 0 h 130"/>
                <a:gd name="T14" fmla="*/ 131 w 131"/>
                <a:gd name="T15" fmla="*/ 0 h 130"/>
                <a:gd name="T16" fmla="*/ 112 w 131"/>
                <a:gd name="T17" fmla="*/ 22 h 130"/>
                <a:gd name="T18" fmla="*/ 66 w 131"/>
                <a:gd name="T19" fmla="*/ 65 h 130"/>
                <a:gd name="T20" fmla="*/ 42 w 131"/>
                <a:gd name="T21" fmla="*/ 89 h 130"/>
                <a:gd name="T22" fmla="*/ 22 w 131"/>
                <a:gd name="T23" fmla="*/ 111 h 130"/>
                <a:gd name="T24" fmla="*/ 1 w 131"/>
                <a:gd name="T25" fmla="*/ 130 h 130"/>
                <a:gd name="T26" fmla="*/ 0 w 131"/>
                <a:gd name="T27" fmla="*/ 130 h 130"/>
                <a:gd name="T28" fmla="*/ 0 w 131"/>
                <a:gd name="T29" fmla="*/ 13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1" h="130">
                  <a:moveTo>
                    <a:pt x="0" y="130"/>
                  </a:moveTo>
                  <a:cubicBezTo>
                    <a:pt x="0" y="130"/>
                    <a:pt x="7" y="121"/>
                    <a:pt x="19" y="108"/>
                  </a:cubicBezTo>
                  <a:cubicBezTo>
                    <a:pt x="25" y="102"/>
                    <a:pt x="33" y="95"/>
                    <a:pt x="41" y="88"/>
                  </a:cubicBezTo>
                  <a:cubicBezTo>
                    <a:pt x="49" y="80"/>
                    <a:pt x="57" y="72"/>
                    <a:pt x="65" y="64"/>
                  </a:cubicBezTo>
                  <a:cubicBezTo>
                    <a:pt x="80" y="47"/>
                    <a:pt x="97" y="30"/>
                    <a:pt x="109" y="19"/>
                  </a:cubicBezTo>
                  <a:cubicBezTo>
                    <a:pt x="122" y="7"/>
                    <a:pt x="131" y="0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1" y="0"/>
                    <a:pt x="124" y="9"/>
                    <a:pt x="112" y="22"/>
                  </a:cubicBezTo>
                  <a:cubicBezTo>
                    <a:pt x="100" y="34"/>
                    <a:pt x="84" y="50"/>
                    <a:pt x="66" y="65"/>
                  </a:cubicBezTo>
                  <a:cubicBezTo>
                    <a:pt x="58" y="73"/>
                    <a:pt x="50" y="81"/>
                    <a:pt x="42" y="89"/>
                  </a:cubicBezTo>
                  <a:cubicBezTo>
                    <a:pt x="35" y="97"/>
                    <a:pt x="28" y="105"/>
                    <a:pt x="22" y="111"/>
                  </a:cubicBezTo>
                  <a:cubicBezTo>
                    <a:pt x="10" y="123"/>
                    <a:pt x="1" y="130"/>
                    <a:pt x="1" y="130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30"/>
                    <a:pt x="0" y="130"/>
                    <a:pt x="0" y="13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2" name="Freeform 756">
              <a:extLst>
                <a:ext uri="{FF2B5EF4-FFF2-40B4-BE49-F238E27FC236}">
                  <a16:creationId xmlns:a16="http://schemas.microsoft.com/office/drawing/2014/main" id="{E2E669BD-19DE-B957-E298-E524C8323365}"/>
                </a:ext>
              </a:extLst>
            </p:cNvPr>
            <p:cNvSpPr/>
            <p:nvPr/>
          </p:nvSpPr>
          <p:spPr bwMode="auto">
            <a:xfrm>
              <a:off x="6798831" y="4541832"/>
              <a:ext cx="612942" cy="732765"/>
            </a:xfrm>
            <a:custGeom>
              <a:avLst/>
              <a:gdLst>
                <a:gd name="T0" fmla="*/ 0 w 56"/>
                <a:gd name="T1" fmla="*/ 67 h 67"/>
                <a:gd name="T2" fmla="*/ 8 w 56"/>
                <a:gd name="T3" fmla="*/ 56 h 67"/>
                <a:gd name="T4" fmla="*/ 17 w 56"/>
                <a:gd name="T5" fmla="*/ 46 h 67"/>
                <a:gd name="T6" fmla="*/ 28 w 56"/>
                <a:gd name="T7" fmla="*/ 34 h 67"/>
                <a:gd name="T8" fmla="*/ 46 w 56"/>
                <a:gd name="T9" fmla="*/ 10 h 67"/>
                <a:gd name="T10" fmla="*/ 55 w 56"/>
                <a:gd name="T11" fmla="*/ 0 h 67"/>
                <a:gd name="T12" fmla="*/ 56 w 56"/>
                <a:gd name="T13" fmla="*/ 0 h 67"/>
                <a:gd name="T14" fmla="*/ 56 w 56"/>
                <a:gd name="T15" fmla="*/ 1 h 67"/>
                <a:gd name="T16" fmla="*/ 49 w 56"/>
                <a:gd name="T17" fmla="*/ 12 h 67"/>
                <a:gd name="T18" fmla="*/ 29 w 56"/>
                <a:gd name="T19" fmla="*/ 35 h 67"/>
                <a:gd name="T20" fmla="*/ 19 w 56"/>
                <a:gd name="T21" fmla="*/ 47 h 67"/>
                <a:gd name="T22" fmla="*/ 10 w 56"/>
                <a:gd name="T23" fmla="*/ 58 h 67"/>
                <a:gd name="T24" fmla="*/ 0 w 56"/>
                <a:gd name="T25" fmla="*/ 67 h 67"/>
                <a:gd name="T26" fmla="*/ 0 w 56"/>
                <a:gd name="T27" fmla="*/ 67 h 67"/>
                <a:gd name="T28" fmla="*/ 0 w 56"/>
                <a:gd name="T2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" h="67">
                  <a:moveTo>
                    <a:pt x="0" y="67"/>
                  </a:moveTo>
                  <a:cubicBezTo>
                    <a:pt x="0" y="67"/>
                    <a:pt x="2" y="62"/>
                    <a:pt x="8" y="56"/>
                  </a:cubicBezTo>
                  <a:cubicBezTo>
                    <a:pt x="10" y="53"/>
                    <a:pt x="13" y="49"/>
                    <a:pt x="17" y="46"/>
                  </a:cubicBezTo>
                  <a:cubicBezTo>
                    <a:pt x="21" y="42"/>
                    <a:pt x="25" y="38"/>
                    <a:pt x="28" y="34"/>
                  </a:cubicBezTo>
                  <a:cubicBezTo>
                    <a:pt x="33" y="24"/>
                    <a:pt x="40" y="16"/>
                    <a:pt x="46" y="10"/>
                  </a:cubicBezTo>
                  <a:cubicBezTo>
                    <a:pt x="51" y="4"/>
                    <a:pt x="55" y="0"/>
                    <a:pt x="55" y="0"/>
                  </a:cubicBezTo>
                  <a:cubicBezTo>
                    <a:pt x="55" y="0"/>
                    <a:pt x="56" y="0"/>
                    <a:pt x="56" y="0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3" y="6"/>
                    <a:pt x="49" y="12"/>
                  </a:cubicBezTo>
                  <a:cubicBezTo>
                    <a:pt x="44" y="19"/>
                    <a:pt x="37" y="28"/>
                    <a:pt x="29" y="35"/>
                  </a:cubicBezTo>
                  <a:cubicBezTo>
                    <a:pt x="25" y="39"/>
                    <a:pt x="22" y="43"/>
                    <a:pt x="19" y="47"/>
                  </a:cubicBezTo>
                  <a:cubicBezTo>
                    <a:pt x="16" y="52"/>
                    <a:pt x="13" y="55"/>
                    <a:pt x="10" y="58"/>
                  </a:cubicBezTo>
                  <a:cubicBezTo>
                    <a:pt x="5" y="64"/>
                    <a:pt x="0" y="67"/>
                    <a:pt x="0" y="67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67"/>
                    <a:pt x="0" y="67"/>
                    <a:pt x="0" y="67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3" name="Freeform 757">
              <a:extLst>
                <a:ext uri="{FF2B5EF4-FFF2-40B4-BE49-F238E27FC236}">
                  <a16:creationId xmlns:a16="http://schemas.microsoft.com/office/drawing/2014/main" id="{44A31FA0-8BB4-7239-96D6-6704AF5B2E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2073" y="5449723"/>
              <a:ext cx="1290406" cy="594507"/>
            </a:xfrm>
            <a:custGeom>
              <a:avLst/>
              <a:gdLst>
                <a:gd name="T0" fmla="*/ 39 w 118"/>
                <a:gd name="T1" fmla="*/ 3 h 54"/>
                <a:gd name="T2" fmla="*/ 40 w 118"/>
                <a:gd name="T3" fmla="*/ 32 h 54"/>
                <a:gd name="T4" fmla="*/ 39 w 118"/>
                <a:gd name="T5" fmla="*/ 34 h 54"/>
                <a:gd name="T6" fmla="*/ 2 w 118"/>
                <a:gd name="T7" fmla="*/ 36 h 54"/>
                <a:gd name="T8" fmla="*/ 4 w 118"/>
                <a:gd name="T9" fmla="*/ 34 h 54"/>
                <a:gd name="T10" fmla="*/ 4 w 118"/>
                <a:gd name="T11" fmla="*/ 43 h 54"/>
                <a:gd name="T12" fmla="*/ 4 w 118"/>
                <a:gd name="T13" fmla="*/ 51 h 54"/>
                <a:gd name="T14" fmla="*/ 3 w 118"/>
                <a:gd name="T15" fmla="*/ 50 h 54"/>
                <a:gd name="T16" fmla="*/ 31 w 118"/>
                <a:gd name="T17" fmla="*/ 52 h 54"/>
                <a:gd name="T18" fmla="*/ 59 w 118"/>
                <a:gd name="T19" fmla="*/ 51 h 54"/>
                <a:gd name="T20" fmla="*/ 115 w 118"/>
                <a:gd name="T21" fmla="*/ 48 h 54"/>
                <a:gd name="T22" fmla="*/ 113 w 118"/>
                <a:gd name="T23" fmla="*/ 50 h 54"/>
                <a:gd name="T24" fmla="*/ 114 w 118"/>
                <a:gd name="T25" fmla="*/ 43 h 54"/>
                <a:gd name="T26" fmla="*/ 114 w 118"/>
                <a:gd name="T27" fmla="*/ 40 h 54"/>
                <a:gd name="T28" fmla="*/ 114 w 118"/>
                <a:gd name="T29" fmla="*/ 38 h 54"/>
                <a:gd name="T30" fmla="*/ 114 w 118"/>
                <a:gd name="T31" fmla="*/ 38 h 54"/>
                <a:gd name="T32" fmla="*/ 113 w 118"/>
                <a:gd name="T33" fmla="*/ 37 h 54"/>
                <a:gd name="T34" fmla="*/ 112 w 118"/>
                <a:gd name="T35" fmla="*/ 37 h 54"/>
                <a:gd name="T36" fmla="*/ 109 w 118"/>
                <a:gd name="T37" fmla="*/ 37 h 54"/>
                <a:gd name="T38" fmla="*/ 103 w 118"/>
                <a:gd name="T39" fmla="*/ 36 h 54"/>
                <a:gd name="T40" fmla="*/ 77 w 118"/>
                <a:gd name="T41" fmla="*/ 35 h 54"/>
                <a:gd name="T42" fmla="*/ 75 w 118"/>
                <a:gd name="T43" fmla="*/ 33 h 54"/>
                <a:gd name="T44" fmla="*/ 74 w 118"/>
                <a:gd name="T45" fmla="*/ 17 h 54"/>
                <a:gd name="T46" fmla="*/ 74 w 118"/>
                <a:gd name="T47" fmla="*/ 1 h 54"/>
                <a:gd name="T48" fmla="*/ 75 w 118"/>
                <a:gd name="T49" fmla="*/ 3 h 54"/>
                <a:gd name="T50" fmla="*/ 39 w 118"/>
                <a:gd name="T51" fmla="*/ 3 h 54"/>
                <a:gd name="T52" fmla="*/ 39 w 118"/>
                <a:gd name="T53" fmla="*/ 3 h 54"/>
                <a:gd name="T54" fmla="*/ 75 w 118"/>
                <a:gd name="T55" fmla="*/ 0 h 54"/>
                <a:gd name="T56" fmla="*/ 77 w 118"/>
                <a:gd name="T57" fmla="*/ 1 h 54"/>
                <a:gd name="T58" fmla="*/ 77 w 118"/>
                <a:gd name="T59" fmla="*/ 1 h 54"/>
                <a:gd name="T60" fmla="*/ 77 w 118"/>
                <a:gd name="T61" fmla="*/ 2 h 54"/>
                <a:gd name="T62" fmla="*/ 77 w 118"/>
                <a:gd name="T63" fmla="*/ 17 h 54"/>
                <a:gd name="T64" fmla="*/ 79 w 118"/>
                <a:gd name="T65" fmla="*/ 33 h 54"/>
                <a:gd name="T66" fmla="*/ 77 w 118"/>
                <a:gd name="T67" fmla="*/ 31 h 54"/>
                <a:gd name="T68" fmla="*/ 103 w 118"/>
                <a:gd name="T69" fmla="*/ 31 h 54"/>
                <a:gd name="T70" fmla="*/ 110 w 118"/>
                <a:gd name="T71" fmla="*/ 32 h 54"/>
                <a:gd name="T72" fmla="*/ 114 w 118"/>
                <a:gd name="T73" fmla="*/ 33 h 54"/>
                <a:gd name="T74" fmla="*/ 116 w 118"/>
                <a:gd name="T75" fmla="*/ 34 h 54"/>
                <a:gd name="T76" fmla="*/ 117 w 118"/>
                <a:gd name="T77" fmla="*/ 34 h 54"/>
                <a:gd name="T78" fmla="*/ 118 w 118"/>
                <a:gd name="T79" fmla="*/ 36 h 54"/>
                <a:gd name="T80" fmla="*/ 118 w 118"/>
                <a:gd name="T81" fmla="*/ 40 h 54"/>
                <a:gd name="T82" fmla="*/ 118 w 118"/>
                <a:gd name="T83" fmla="*/ 44 h 54"/>
                <a:gd name="T84" fmla="*/ 117 w 118"/>
                <a:gd name="T85" fmla="*/ 50 h 54"/>
                <a:gd name="T86" fmla="*/ 117 w 118"/>
                <a:gd name="T87" fmla="*/ 50 h 54"/>
                <a:gd name="T88" fmla="*/ 115 w 118"/>
                <a:gd name="T89" fmla="*/ 52 h 54"/>
                <a:gd name="T90" fmla="*/ 59 w 118"/>
                <a:gd name="T91" fmla="*/ 53 h 54"/>
                <a:gd name="T92" fmla="*/ 31 w 118"/>
                <a:gd name="T93" fmla="*/ 53 h 54"/>
                <a:gd name="T94" fmla="*/ 2 w 118"/>
                <a:gd name="T95" fmla="*/ 53 h 54"/>
                <a:gd name="T96" fmla="*/ 1 w 118"/>
                <a:gd name="T97" fmla="*/ 52 h 54"/>
                <a:gd name="T98" fmla="*/ 1 w 118"/>
                <a:gd name="T99" fmla="*/ 52 h 54"/>
                <a:gd name="T100" fmla="*/ 0 w 118"/>
                <a:gd name="T101" fmla="*/ 43 h 54"/>
                <a:gd name="T102" fmla="*/ 0 w 118"/>
                <a:gd name="T103" fmla="*/ 34 h 54"/>
                <a:gd name="T104" fmla="*/ 1 w 118"/>
                <a:gd name="T105" fmla="*/ 32 h 54"/>
                <a:gd name="T106" fmla="*/ 39 w 118"/>
                <a:gd name="T107" fmla="*/ 31 h 54"/>
                <a:gd name="T108" fmla="*/ 38 w 118"/>
                <a:gd name="T109" fmla="*/ 32 h 54"/>
                <a:gd name="T110" fmla="*/ 39 w 118"/>
                <a:gd name="T111" fmla="*/ 3 h 54"/>
                <a:gd name="T112" fmla="*/ 39 w 118"/>
                <a:gd name="T113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8" h="54">
                  <a:moveTo>
                    <a:pt x="39" y="3"/>
                  </a:moveTo>
                  <a:cubicBezTo>
                    <a:pt x="40" y="13"/>
                    <a:pt x="40" y="23"/>
                    <a:pt x="40" y="32"/>
                  </a:cubicBezTo>
                  <a:cubicBezTo>
                    <a:pt x="40" y="33"/>
                    <a:pt x="40" y="34"/>
                    <a:pt x="39" y="34"/>
                  </a:cubicBezTo>
                  <a:cubicBezTo>
                    <a:pt x="27" y="35"/>
                    <a:pt x="14" y="35"/>
                    <a:pt x="2" y="36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7"/>
                    <a:pt x="4" y="40"/>
                    <a:pt x="4" y="43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2" y="50"/>
                    <a:pt x="21" y="52"/>
                    <a:pt x="31" y="52"/>
                  </a:cubicBezTo>
                  <a:cubicBezTo>
                    <a:pt x="40" y="52"/>
                    <a:pt x="50" y="52"/>
                    <a:pt x="59" y="51"/>
                  </a:cubicBezTo>
                  <a:cubicBezTo>
                    <a:pt x="78" y="50"/>
                    <a:pt x="96" y="49"/>
                    <a:pt x="115" y="48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4" y="41"/>
                    <a:pt x="114" y="40"/>
                  </a:cubicBezTo>
                  <a:cubicBezTo>
                    <a:pt x="114" y="39"/>
                    <a:pt x="114" y="38"/>
                    <a:pt x="114" y="38"/>
                  </a:cubicBezTo>
                  <a:cubicBezTo>
                    <a:pt x="114" y="38"/>
                    <a:pt x="113" y="37"/>
                    <a:pt x="114" y="38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7"/>
                    <a:pt x="113" y="37"/>
                    <a:pt x="112" y="37"/>
                  </a:cubicBezTo>
                  <a:cubicBezTo>
                    <a:pt x="112" y="37"/>
                    <a:pt x="111" y="37"/>
                    <a:pt x="109" y="37"/>
                  </a:cubicBezTo>
                  <a:cubicBezTo>
                    <a:pt x="107" y="36"/>
                    <a:pt x="105" y="36"/>
                    <a:pt x="103" y="36"/>
                  </a:cubicBezTo>
                  <a:cubicBezTo>
                    <a:pt x="94" y="35"/>
                    <a:pt x="86" y="35"/>
                    <a:pt x="77" y="35"/>
                  </a:cubicBezTo>
                  <a:cubicBezTo>
                    <a:pt x="76" y="35"/>
                    <a:pt x="75" y="34"/>
                    <a:pt x="75" y="33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63" y="3"/>
                    <a:pt x="51" y="4"/>
                    <a:pt x="39" y="3"/>
                  </a:cubicBezTo>
                  <a:close/>
                  <a:moveTo>
                    <a:pt x="39" y="3"/>
                  </a:moveTo>
                  <a:cubicBezTo>
                    <a:pt x="51" y="2"/>
                    <a:pt x="63" y="1"/>
                    <a:pt x="75" y="0"/>
                  </a:cubicBezTo>
                  <a:cubicBezTo>
                    <a:pt x="76" y="0"/>
                    <a:pt x="77" y="1"/>
                    <a:pt x="77" y="1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2"/>
                    <a:pt x="77" y="2"/>
                    <a:pt x="77" y="2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86" y="31"/>
                    <a:pt x="94" y="31"/>
                    <a:pt x="103" y="31"/>
                  </a:cubicBezTo>
                  <a:cubicBezTo>
                    <a:pt x="106" y="32"/>
                    <a:pt x="108" y="32"/>
                    <a:pt x="110" y="32"/>
                  </a:cubicBezTo>
                  <a:cubicBezTo>
                    <a:pt x="111" y="32"/>
                    <a:pt x="112" y="33"/>
                    <a:pt x="114" y="33"/>
                  </a:cubicBezTo>
                  <a:cubicBezTo>
                    <a:pt x="114" y="33"/>
                    <a:pt x="115" y="33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5"/>
                    <a:pt x="117" y="35"/>
                    <a:pt x="118" y="36"/>
                  </a:cubicBezTo>
                  <a:cubicBezTo>
                    <a:pt x="118" y="38"/>
                    <a:pt x="118" y="39"/>
                    <a:pt x="118" y="40"/>
                  </a:cubicBezTo>
                  <a:cubicBezTo>
                    <a:pt x="118" y="41"/>
                    <a:pt x="118" y="42"/>
                    <a:pt x="118" y="44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7" y="51"/>
                    <a:pt x="116" y="52"/>
                    <a:pt x="115" y="52"/>
                  </a:cubicBezTo>
                  <a:cubicBezTo>
                    <a:pt x="96" y="53"/>
                    <a:pt x="78" y="53"/>
                    <a:pt x="59" y="53"/>
                  </a:cubicBezTo>
                  <a:cubicBezTo>
                    <a:pt x="50" y="53"/>
                    <a:pt x="40" y="53"/>
                    <a:pt x="31" y="53"/>
                  </a:cubicBezTo>
                  <a:cubicBezTo>
                    <a:pt x="21" y="54"/>
                    <a:pt x="12" y="53"/>
                    <a:pt x="2" y="53"/>
                  </a:cubicBezTo>
                  <a:cubicBezTo>
                    <a:pt x="2" y="53"/>
                    <a:pt x="1" y="53"/>
                    <a:pt x="1" y="52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0"/>
                    <a:pt x="0" y="37"/>
                    <a:pt x="0" y="34"/>
                  </a:cubicBezTo>
                  <a:cubicBezTo>
                    <a:pt x="0" y="33"/>
                    <a:pt x="0" y="32"/>
                    <a:pt x="1" y="32"/>
                  </a:cubicBezTo>
                  <a:cubicBezTo>
                    <a:pt x="14" y="32"/>
                    <a:pt x="26" y="31"/>
                    <a:pt x="39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23"/>
                    <a:pt x="38" y="13"/>
                    <a:pt x="39" y="3"/>
                  </a:cubicBezTo>
                  <a:cubicBezTo>
                    <a:pt x="39" y="3"/>
                    <a:pt x="39" y="3"/>
                    <a:pt x="39" y="3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4" name="Freeform 758">
              <a:extLst>
                <a:ext uri="{FF2B5EF4-FFF2-40B4-BE49-F238E27FC236}">
                  <a16:creationId xmlns:a16="http://schemas.microsoft.com/office/drawing/2014/main" id="{195251B9-42C2-0798-530F-4F2167038E5F}"/>
                </a:ext>
              </a:extLst>
            </p:cNvPr>
            <p:cNvSpPr/>
            <p:nvPr/>
          </p:nvSpPr>
          <p:spPr bwMode="auto">
            <a:xfrm>
              <a:off x="5665117" y="5988930"/>
              <a:ext cx="1244321" cy="184344"/>
            </a:xfrm>
            <a:custGeom>
              <a:avLst/>
              <a:gdLst>
                <a:gd name="T0" fmla="*/ 1 w 114"/>
                <a:gd name="T1" fmla="*/ 2 h 17"/>
                <a:gd name="T2" fmla="*/ 3 w 114"/>
                <a:gd name="T3" fmla="*/ 15 h 17"/>
                <a:gd name="T4" fmla="*/ 1 w 114"/>
                <a:gd name="T5" fmla="*/ 14 h 17"/>
                <a:gd name="T6" fmla="*/ 29 w 114"/>
                <a:gd name="T7" fmla="*/ 14 h 17"/>
                <a:gd name="T8" fmla="*/ 57 w 114"/>
                <a:gd name="T9" fmla="*/ 14 h 17"/>
                <a:gd name="T10" fmla="*/ 84 w 114"/>
                <a:gd name="T11" fmla="*/ 12 h 17"/>
                <a:gd name="T12" fmla="*/ 98 w 114"/>
                <a:gd name="T13" fmla="*/ 12 h 17"/>
                <a:gd name="T14" fmla="*/ 105 w 114"/>
                <a:gd name="T15" fmla="*/ 12 h 17"/>
                <a:gd name="T16" fmla="*/ 112 w 114"/>
                <a:gd name="T17" fmla="*/ 12 h 17"/>
                <a:gd name="T18" fmla="*/ 111 w 114"/>
                <a:gd name="T19" fmla="*/ 13 h 17"/>
                <a:gd name="T20" fmla="*/ 112 w 114"/>
                <a:gd name="T21" fmla="*/ 7 h 17"/>
                <a:gd name="T22" fmla="*/ 113 w 114"/>
                <a:gd name="T23" fmla="*/ 0 h 17"/>
                <a:gd name="T24" fmla="*/ 114 w 114"/>
                <a:gd name="T25" fmla="*/ 0 h 17"/>
                <a:gd name="T26" fmla="*/ 114 w 114"/>
                <a:gd name="T27" fmla="*/ 0 h 17"/>
                <a:gd name="T28" fmla="*/ 114 w 114"/>
                <a:gd name="T29" fmla="*/ 7 h 17"/>
                <a:gd name="T30" fmla="*/ 114 w 114"/>
                <a:gd name="T31" fmla="*/ 14 h 17"/>
                <a:gd name="T32" fmla="*/ 113 w 114"/>
                <a:gd name="T33" fmla="*/ 15 h 17"/>
                <a:gd name="T34" fmla="*/ 113 w 114"/>
                <a:gd name="T35" fmla="*/ 15 h 17"/>
                <a:gd name="T36" fmla="*/ 105 w 114"/>
                <a:gd name="T37" fmla="*/ 16 h 17"/>
                <a:gd name="T38" fmla="*/ 98 w 114"/>
                <a:gd name="T39" fmla="*/ 17 h 17"/>
                <a:gd name="T40" fmla="*/ 84 w 114"/>
                <a:gd name="T41" fmla="*/ 17 h 17"/>
                <a:gd name="T42" fmla="*/ 57 w 114"/>
                <a:gd name="T43" fmla="*/ 16 h 17"/>
                <a:gd name="T44" fmla="*/ 29 w 114"/>
                <a:gd name="T45" fmla="*/ 17 h 17"/>
                <a:gd name="T46" fmla="*/ 1 w 114"/>
                <a:gd name="T47" fmla="*/ 16 h 17"/>
                <a:gd name="T48" fmla="*/ 0 w 114"/>
                <a:gd name="T49" fmla="*/ 15 h 17"/>
                <a:gd name="T50" fmla="*/ 0 w 114"/>
                <a:gd name="T51" fmla="*/ 2 h 17"/>
                <a:gd name="T52" fmla="*/ 0 w 114"/>
                <a:gd name="T53" fmla="*/ 2 h 17"/>
                <a:gd name="T54" fmla="*/ 1 w 114"/>
                <a:gd name="T55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4" h="17">
                  <a:moveTo>
                    <a:pt x="1" y="2"/>
                  </a:moveTo>
                  <a:cubicBezTo>
                    <a:pt x="1" y="6"/>
                    <a:pt x="2" y="11"/>
                    <a:pt x="3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1" y="13"/>
                    <a:pt x="20" y="13"/>
                    <a:pt x="29" y="14"/>
                  </a:cubicBezTo>
                  <a:cubicBezTo>
                    <a:pt x="38" y="15"/>
                    <a:pt x="47" y="15"/>
                    <a:pt x="57" y="14"/>
                  </a:cubicBezTo>
                  <a:cubicBezTo>
                    <a:pt x="66" y="13"/>
                    <a:pt x="75" y="13"/>
                    <a:pt x="84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105" y="12"/>
                    <a:pt x="105" y="12"/>
                    <a:pt x="105" y="12"/>
                  </a:cubicBezTo>
                  <a:cubicBezTo>
                    <a:pt x="108" y="13"/>
                    <a:pt x="110" y="12"/>
                    <a:pt x="112" y="12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4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14" y="15"/>
                    <a:pt x="113" y="15"/>
                    <a:pt x="113" y="15"/>
                  </a:cubicBezTo>
                  <a:cubicBezTo>
                    <a:pt x="113" y="15"/>
                    <a:pt x="113" y="15"/>
                    <a:pt x="113" y="15"/>
                  </a:cubicBezTo>
                  <a:cubicBezTo>
                    <a:pt x="110" y="16"/>
                    <a:pt x="107" y="16"/>
                    <a:pt x="105" y="16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75" y="17"/>
                    <a:pt x="66" y="17"/>
                    <a:pt x="57" y="16"/>
                  </a:cubicBezTo>
                  <a:cubicBezTo>
                    <a:pt x="47" y="16"/>
                    <a:pt x="38" y="16"/>
                    <a:pt x="29" y="17"/>
                  </a:cubicBezTo>
                  <a:cubicBezTo>
                    <a:pt x="20" y="17"/>
                    <a:pt x="10" y="17"/>
                    <a:pt x="1" y="16"/>
                  </a:cubicBezTo>
                  <a:cubicBezTo>
                    <a:pt x="0" y="16"/>
                    <a:pt x="0" y="16"/>
                    <a:pt x="0" y="15"/>
                  </a:cubicBezTo>
                  <a:cubicBezTo>
                    <a:pt x="0" y="11"/>
                    <a:pt x="0" y="6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5" name="Freeform 763">
              <a:extLst>
                <a:ext uri="{FF2B5EF4-FFF2-40B4-BE49-F238E27FC236}">
                  <a16:creationId xmlns:a16="http://schemas.microsoft.com/office/drawing/2014/main" id="{E0219C85-3B4D-2EAE-0743-C0B2DE4C3567}"/>
                </a:ext>
              </a:extLst>
            </p:cNvPr>
            <p:cNvSpPr/>
            <p:nvPr/>
          </p:nvSpPr>
          <p:spPr bwMode="auto">
            <a:xfrm>
              <a:off x="5314864" y="5910582"/>
              <a:ext cx="2630270" cy="920778"/>
            </a:xfrm>
            <a:custGeom>
              <a:avLst/>
              <a:gdLst>
                <a:gd name="T0" fmla="*/ 16 w 189"/>
                <a:gd name="T1" fmla="*/ 2 h 103"/>
                <a:gd name="T2" fmla="*/ 2 w 189"/>
                <a:gd name="T3" fmla="*/ 5 h 103"/>
                <a:gd name="T4" fmla="*/ 5 w 189"/>
                <a:gd name="T5" fmla="*/ 22 h 103"/>
                <a:gd name="T6" fmla="*/ 7 w 189"/>
                <a:gd name="T7" fmla="*/ 40 h 103"/>
                <a:gd name="T8" fmla="*/ 51 w 189"/>
                <a:gd name="T9" fmla="*/ 42 h 103"/>
                <a:gd name="T10" fmla="*/ 141 w 189"/>
                <a:gd name="T11" fmla="*/ 41 h 103"/>
                <a:gd name="T12" fmla="*/ 186 w 189"/>
                <a:gd name="T13" fmla="*/ 41 h 103"/>
                <a:gd name="T14" fmla="*/ 189 w 189"/>
                <a:gd name="T15" fmla="*/ 56 h 103"/>
                <a:gd name="T16" fmla="*/ 188 w 189"/>
                <a:gd name="T17" fmla="*/ 57 h 103"/>
                <a:gd name="T18" fmla="*/ 123 w 189"/>
                <a:gd name="T19" fmla="*/ 62 h 103"/>
                <a:gd name="T20" fmla="*/ 59 w 189"/>
                <a:gd name="T21" fmla="*/ 63 h 103"/>
                <a:gd name="T22" fmla="*/ 60 w 189"/>
                <a:gd name="T23" fmla="*/ 79 h 103"/>
                <a:gd name="T24" fmla="*/ 72 w 189"/>
                <a:gd name="T25" fmla="*/ 79 h 103"/>
                <a:gd name="T26" fmla="*/ 139 w 189"/>
                <a:gd name="T27" fmla="*/ 78 h 103"/>
                <a:gd name="T28" fmla="*/ 173 w 189"/>
                <a:gd name="T29" fmla="*/ 79 h 103"/>
                <a:gd name="T30" fmla="*/ 173 w 189"/>
                <a:gd name="T31" fmla="*/ 103 h 103"/>
                <a:gd name="T32" fmla="*/ 172 w 189"/>
                <a:gd name="T33" fmla="*/ 103 h 103"/>
                <a:gd name="T34" fmla="*/ 172 w 189"/>
                <a:gd name="T35" fmla="*/ 81 h 103"/>
                <a:gd name="T36" fmla="*/ 139 w 189"/>
                <a:gd name="T37" fmla="*/ 81 h 103"/>
                <a:gd name="T38" fmla="*/ 72 w 189"/>
                <a:gd name="T39" fmla="*/ 84 h 103"/>
                <a:gd name="T40" fmla="*/ 59 w 189"/>
                <a:gd name="T41" fmla="*/ 83 h 103"/>
                <a:gd name="T42" fmla="*/ 53 w 189"/>
                <a:gd name="T43" fmla="*/ 70 h 103"/>
                <a:gd name="T44" fmla="*/ 57 w 189"/>
                <a:gd name="T45" fmla="*/ 60 h 103"/>
                <a:gd name="T46" fmla="*/ 188 w 189"/>
                <a:gd name="T47" fmla="*/ 55 h 103"/>
                <a:gd name="T48" fmla="*/ 186 w 189"/>
                <a:gd name="T49" fmla="*/ 49 h 103"/>
                <a:gd name="T50" fmla="*/ 185 w 189"/>
                <a:gd name="T51" fmla="*/ 42 h 103"/>
                <a:gd name="T52" fmla="*/ 96 w 189"/>
                <a:gd name="T53" fmla="*/ 45 h 103"/>
                <a:gd name="T54" fmla="*/ 29 w 189"/>
                <a:gd name="T55" fmla="*/ 45 h 103"/>
                <a:gd name="T56" fmla="*/ 5 w 189"/>
                <a:gd name="T57" fmla="*/ 42 h 103"/>
                <a:gd name="T58" fmla="*/ 0 w 189"/>
                <a:gd name="T59" fmla="*/ 4 h 103"/>
                <a:gd name="T60" fmla="*/ 1 w 189"/>
                <a:gd name="T61" fmla="*/ 3 h 103"/>
                <a:gd name="T62" fmla="*/ 16 w 189"/>
                <a:gd name="T63" fmla="*/ 0 h 103"/>
                <a:gd name="T64" fmla="*/ 31 w 189"/>
                <a:gd name="T65" fmla="*/ 0 h 103"/>
                <a:gd name="connsiteX0" fmla="*/ 1640 w 12379"/>
                <a:gd name="connsiteY0" fmla="*/ 0 h 10000"/>
                <a:gd name="connsiteX1" fmla="*/ 847 w 12379"/>
                <a:gd name="connsiteY1" fmla="*/ 194 h 10000"/>
                <a:gd name="connsiteX2" fmla="*/ 476 w 12379"/>
                <a:gd name="connsiteY2" fmla="*/ 291 h 10000"/>
                <a:gd name="connsiteX3" fmla="*/ 106 w 12379"/>
                <a:gd name="connsiteY3" fmla="*/ 485 h 10000"/>
                <a:gd name="connsiteX4" fmla="*/ 159 w 12379"/>
                <a:gd name="connsiteY4" fmla="*/ 291 h 10000"/>
                <a:gd name="connsiteX5" fmla="*/ 265 w 12379"/>
                <a:gd name="connsiteY5" fmla="*/ 2136 h 10000"/>
                <a:gd name="connsiteX6" fmla="*/ 423 w 12379"/>
                <a:gd name="connsiteY6" fmla="*/ 3981 h 10000"/>
                <a:gd name="connsiteX7" fmla="*/ 370 w 12379"/>
                <a:gd name="connsiteY7" fmla="*/ 3883 h 10000"/>
                <a:gd name="connsiteX8" fmla="*/ 1534 w 12379"/>
                <a:gd name="connsiteY8" fmla="*/ 4078 h 10000"/>
                <a:gd name="connsiteX9" fmla="*/ 2698 w 12379"/>
                <a:gd name="connsiteY9" fmla="*/ 4078 h 10000"/>
                <a:gd name="connsiteX10" fmla="*/ 5079 w 12379"/>
                <a:gd name="connsiteY10" fmla="*/ 4078 h 10000"/>
                <a:gd name="connsiteX11" fmla="*/ 7460 w 12379"/>
                <a:gd name="connsiteY11" fmla="*/ 3981 h 10000"/>
                <a:gd name="connsiteX12" fmla="*/ 9841 w 12379"/>
                <a:gd name="connsiteY12" fmla="*/ 3981 h 10000"/>
                <a:gd name="connsiteX13" fmla="*/ 9841 w 12379"/>
                <a:gd name="connsiteY13" fmla="*/ 3981 h 10000"/>
                <a:gd name="connsiteX14" fmla="*/ 9947 w 12379"/>
                <a:gd name="connsiteY14" fmla="*/ 4757 h 10000"/>
                <a:gd name="connsiteX15" fmla="*/ 10000 w 12379"/>
                <a:gd name="connsiteY15" fmla="*/ 5437 h 10000"/>
                <a:gd name="connsiteX16" fmla="*/ 10000 w 12379"/>
                <a:gd name="connsiteY16" fmla="*/ 5437 h 10000"/>
                <a:gd name="connsiteX17" fmla="*/ 9947 w 12379"/>
                <a:gd name="connsiteY17" fmla="*/ 5534 h 10000"/>
                <a:gd name="connsiteX18" fmla="*/ 9947 w 12379"/>
                <a:gd name="connsiteY18" fmla="*/ 5534 h 10000"/>
                <a:gd name="connsiteX19" fmla="*/ 6508 w 12379"/>
                <a:gd name="connsiteY19" fmla="*/ 6019 h 10000"/>
                <a:gd name="connsiteX20" fmla="*/ 3016 w 12379"/>
                <a:gd name="connsiteY20" fmla="*/ 6214 h 10000"/>
                <a:gd name="connsiteX21" fmla="*/ 3122 w 12379"/>
                <a:gd name="connsiteY21" fmla="*/ 6117 h 10000"/>
                <a:gd name="connsiteX22" fmla="*/ 3069 w 12379"/>
                <a:gd name="connsiteY22" fmla="*/ 7476 h 10000"/>
                <a:gd name="connsiteX23" fmla="*/ 3175 w 12379"/>
                <a:gd name="connsiteY23" fmla="*/ 7670 h 10000"/>
                <a:gd name="connsiteX24" fmla="*/ 3386 w 12379"/>
                <a:gd name="connsiteY24" fmla="*/ 7670 h 10000"/>
                <a:gd name="connsiteX25" fmla="*/ 3810 w 12379"/>
                <a:gd name="connsiteY25" fmla="*/ 7670 h 10000"/>
                <a:gd name="connsiteX26" fmla="*/ 5608 w 12379"/>
                <a:gd name="connsiteY26" fmla="*/ 7573 h 10000"/>
                <a:gd name="connsiteX27" fmla="*/ 7354 w 12379"/>
                <a:gd name="connsiteY27" fmla="*/ 7573 h 10000"/>
                <a:gd name="connsiteX28" fmla="*/ 8254 w 12379"/>
                <a:gd name="connsiteY28" fmla="*/ 7573 h 10000"/>
                <a:gd name="connsiteX29" fmla="*/ 9153 w 12379"/>
                <a:gd name="connsiteY29" fmla="*/ 7670 h 10000"/>
                <a:gd name="connsiteX30" fmla="*/ 9153 w 12379"/>
                <a:gd name="connsiteY30" fmla="*/ 7767 h 10000"/>
                <a:gd name="connsiteX31" fmla="*/ 9153 w 12379"/>
                <a:gd name="connsiteY31" fmla="*/ 10000 h 10000"/>
                <a:gd name="connsiteX32" fmla="*/ 9153 w 12379"/>
                <a:gd name="connsiteY32" fmla="*/ 10000 h 10000"/>
                <a:gd name="connsiteX33" fmla="*/ 12379 w 12379"/>
                <a:gd name="connsiteY33" fmla="*/ 6319 h 10000"/>
                <a:gd name="connsiteX34" fmla="*/ 9101 w 12379"/>
                <a:gd name="connsiteY34" fmla="*/ 7767 h 10000"/>
                <a:gd name="connsiteX35" fmla="*/ 9101 w 12379"/>
                <a:gd name="connsiteY35" fmla="*/ 7864 h 10000"/>
                <a:gd name="connsiteX36" fmla="*/ 8254 w 12379"/>
                <a:gd name="connsiteY36" fmla="*/ 7767 h 10000"/>
                <a:gd name="connsiteX37" fmla="*/ 7354 w 12379"/>
                <a:gd name="connsiteY37" fmla="*/ 7864 h 10000"/>
                <a:gd name="connsiteX38" fmla="*/ 5608 w 12379"/>
                <a:gd name="connsiteY38" fmla="*/ 7961 h 10000"/>
                <a:gd name="connsiteX39" fmla="*/ 3810 w 12379"/>
                <a:gd name="connsiteY39" fmla="*/ 8155 h 10000"/>
                <a:gd name="connsiteX40" fmla="*/ 3333 w 12379"/>
                <a:gd name="connsiteY40" fmla="*/ 8155 h 10000"/>
                <a:gd name="connsiteX41" fmla="*/ 3122 w 12379"/>
                <a:gd name="connsiteY41" fmla="*/ 8058 h 10000"/>
                <a:gd name="connsiteX42" fmla="*/ 2910 w 12379"/>
                <a:gd name="connsiteY42" fmla="*/ 7767 h 10000"/>
                <a:gd name="connsiteX43" fmla="*/ 2804 w 12379"/>
                <a:gd name="connsiteY43" fmla="*/ 6796 h 10000"/>
                <a:gd name="connsiteX44" fmla="*/ 2910 w 12379"/>
                <a:gd name="connsiteY44" fmla="*/ 6019 h 10000"/>
                <a:gd name="connsiteX45" fmla="*/ 3016 w 12379"/>
                <a:gd name="connsiteY45" fmla="*/ 5825 h 10000"/>
                <a:gd name="connsiteX46" fmla="*/ 6455 w 12379"/>
                <a:gd name="connsiteY46" fmla="*/ 5631 h 10000"/>
                <a:gd name="connsiteX47" fmla="*/ 9947 w 12379"/>
                <a:gd name="connsiteY47" fmla="*/ 5340 h 10000"/>
                <a:gd name="connsiteX48" fmla="*/ 9894 w 12379"/>
                <a:gd name="connsiteY48" fmla="*/ 5437 h 10000"/>
                <a:gd name="connsiteX49" fmla="*/ 9841 w 12379"/>
                <a:gd name="connsiteY49" fmla="*/ 4757 h 10000"/>
                <a:gd name="connsiteX50" fmla="*/ 9788 w 12379"/>
                <a:gd name="connsiteY50" fmla="*/ 4078 h 10000"/>
                <a:gd name="connsiteX51" fmla="*/ 9788 w 12379"/>
                <a:gd name="connsiteY51" fmla="*/ 4078 h 10000"/>
                <a:gd name="connsiteX52" fmla="*/ 7460 w 12379"/>
                <a:gd name="connsiteY52" fmla="*/ 4175 h 10000"/>
                <a:gd name="connsiteX53" fmla="*/ 5079 w 12379"/>
                <a:gd name="connsiteY53" fmla="*/ 4369 h 10000"/>
                <a:gd name="connsiteX54" fmla="*/ 2698 w 12379"/>
                <a:gd name="connsiteY54" fmla="*/ 4466 h 10000"/>
                <a:gd name="connsiteX55" fmla="*/ 1534 w 12379"/>
                <a:gd name="connsiteY55" fmla="*/ 4369 h 10000"/>
                <a:gd name="connsiteX56" fmla="*/ 317 w 12379"/>
                <a:gd name="connsiteY56" fmla="*/ 4175 h 10000"/>
                <a:gd name="connsiteX57" fmla="*/ 265 w 12379"/>
                <a:gd name="connsiteY57" fmla="*/ 4078 h 10000"/>
                <a:gd name="connsiteX58" fmla="*/ 106 w 12379"/>
                <a:gd name="connsiteY58" fmla="*/ 2233 h 10000"/>
                <a:gd name="connsiteX59" fmla="*/ 0 w 12379"/>
                <a:gd name="connsiteY59" fmla="*/ 388 h 10000"/>
                <a:gd name="connsiteX60" fmla="*/ 0 w 12379"/>
                <a:gd name="connsiteY60" fmla="*/ 388 h 10000"/>
                <a:gd name="connsiteX61" fmla="*/ 53 w 12379"/>
                <a:gd name="connsiteY61" fmla="*/ 291 h 10000"/>
                <a:gd name="connsiteX62" fmla="*/ 476 w 12379"/>
                <a:gd name="connsiteY62" fmla="*/ 97 h 10000"/>
                <a:gd name="connsiteX63" fmla="*/ 847 w 12379"/>
                <a:gd name="connsiteY63" fmla="*/ 0 h 10000"/>
                <a:gd name="connsiteX64" fmla="*/ 1640 w 12379"/>
                <a:gd name="connsiteY64" fmla="*/ 0 h 10000"/>
                <a:gd name="connsiteX65" fmla="*/ 1640 w 12379"/>
                <a:gd name="connsiteY65" fmla="*/ 0 h 10000"/>
                <a:gd name="connsiteX66" fmla="*/ 1640 w 12379"/>
                <a:gd name="connsiteY66" fmla="*/ 0 h 10000"/>
                <a:gd name="connsiteX0-1" fmla="*/ 1640 w 12462"/>
                <a:gd name="connsiteY0-2" fmla="*/ 0 h 10004"/>
                <a:gd name="connsiteX1-3" fmla="*/ 847 w 12462"/>
                <a:gd name="connsiteY1-4" fmla="*/ 194 h 10004"/>
                <a:gd name="connsiteX2-5" fmla="*/ 476 w 12462"/>
                <a:gd name="connsiteY2-6" fmla="*/ 291 h 10004"/>
                <a:gd name="connsiteX3-7" fmla="*/ 106 w 12462"/>
                <a:gd name="connsiteY3-8" fmla="*/ 485 h 10004"/>
                <a:gd name="connsiteX4-9" fmla="*/ 159 w 12462"/>
                <a:gd name="connsiteY4-10" fmla="*/ 291 h 10004"/>
                <a:gd name="connsiteX5-11" fmla="*/ 265 w 12462"/>
                <a:gd name="connsiteY5-12" fmla="*/ 2136 h 10004"/>
                <a:gd name="connsiteX6-13" fmla="*/ 423 w 12462"/>
                <a:gd name="connsiteY6-14" fmla="*/ 3981 h 10004"/>
                <a:gd name="connsiteX7-15" fmla="*/ 370 w 12462"/>
                <a:gd name="connsiteY7-16" fmla="*/ 3883 h 10004"/>
                <a:gd name="connsiteX8-17" fmla="*/ 1534 w 12462"/>
                <a:gd name="connsiteY8-18" fmla="*/ 4078 h 10004"/>
                <a:gd name="connsiteX9-19" fmla="*/ 2698 w 12462"/>
                <a:gd name="connsiteY9-20" fmla="*/ 4078 h 10004"/>
                <a:gd name="connsiteX10-21" fmla="*/ 5079 w 12462"/>
                <a:gd name="connsiteY10-22" fmla="*/ 4078 h 10004"/>
                <a:gd name="connsiteX11-23" fmla="*/ 7460 w 12462"/>
                <a:gd name="connsiteY11-24" fmla="*/ 3981 h 10004"/>
                <a:gd name="connsiteX12-25" fmla="*/ 9841 w 12462"/>
                <a:gd name="connsiteY12-26" fmla="*/ 3981 h 10004"/>
                <a:gd name="connsiteX13-27" fmla="*/ 9841 w 12462"/>
                <a:gd name="connsiteY13-28" fmla="*/ 3981 h 10004"/>
                <a:gd name="connsiteX14-29" fmla="*/ 9947 w 12462"/>
                <a:gd name="connsiteY14-30" fmla="*/ 4757 h 10004"/>
                <a:gd name="connsiteX15-31" fmla="*/ 10000 w 12462"/>
                <a:gd name="connsiteY15-32" fmla="*/ 5437 h 10004"/>
                <a:gd name="connsiteX16-33" fmla="*/ 10000 w 12462"/>
                <a:gd name="connsiteY16-34" fmla="*/ 5437 h 10004"/>
                <a:gd name="connsiteX17-35" fmla="*/ 9947 w 12462"/>
                <a:gd name="connsiteY17-36" fmla="*/ 5534 h 10004"/>
                <a:gd name="connsiteX18-37" fmla="*/ 9947 w 12462"/>
                <a:gd name="connsiteY18-38" fmla="*/ 5534 h 10004"/>
                <a:gd name="connsiteX19-39" fmla="*/ 6508 w 12462"/>
                <a:gd name="connsiteY19-40" fmla="*/ 6019 h 10004"/>
                <a:gd name="connsiteX20-41" fmla="*/ 3016 w 12462"/>
                <a:gd name="connsiteY20-42" fmla="*/ 6214 h 10004"/>
                <a:gd name="connsiteX21-43" fmla="*/ 3122 w 12462"/>
                <a:gd name="connsiteY21-44" fmla="*/ 6117 h 10004"/>
                <a:gd name="connsiteX22-45" fmla="*/ 3069 w 12462"/>
                <a:gd name="connsiteY22-46" fmla="*/ 7476 h 10004"/>
                <a:gd name="connsiteX23-47" fmla="*/ 3175 w 12462"/>
                <a:gd name="connsiteY23-48" fmla="*/ 7670 h 10004"/>
                <a:gd name="connsiteX24-49" fmla="*/ 3386 w 12462"/>
                <a:gd name="connsiteY24-50" fmla="*/ 7670 h 10004"/>
                <a:gd name="connsiteX25-51" fmla="*/ 3810 w 12462"/>
                <a:gd name="connsiteY25-52" fmla="*/ 7670 h 10004"/>
                <a:gd name="connsiteX26-53" fmla="*/ 5608 w 12462"/>
                <a:gd name="connsiteY26-54" fmla="*/ 7573 h 10004"/>
                <a:gd name="connsiteX27-55" fmla="*/ 7354 w 12462"/>
                <a:gd name="connsiteY27-56" fmla="*/ 7573 h 10004"/>
                <a:gd name="connsiteX28-57" fmla="*/ 8254 w 12462"/>
                <a:gd name="connsiteY28-58" fmla="*/ 7573 h 10004"/>
                <a:gd name="connsiteX29-59" fmla="*/ 9153 w 12462"/>
                <a:gd name="connsiteY29-60" fmla="*/ 7670 h 10004"/>
                <a:gd name="connsiteX30-61" fmla="*/ 9153 w 12462"/>
                <a:gd name="connsiteY30-62" fmla="*/ 7767 h 10004"/>
                <a:gd name="connsiteX31-63" fmla="*/ 9153 w 12462"/>
                <a:gd name="connsiteY31-64" fmla="*/ 10000 h 10004"/>
                <a:gd name="connsiteX32-65" fmla="*/ 11396 w 12462"/>
                <a:gd name="connsiteY32-66" fmla="*/ 8317 h 10004"/>
                <a:gd name="connsiteX33-67" fmla="*/ 12379 w 12462"/>
                <a:gd name="connsiteY33-68" fmla="*/ 6319 h 10004"/>
                <a:gd name="connsiteX34-69" fmla="*/ 9101 w 12462"/>
                <a:gd name="connsiteY34-70" fmla="*/ 7767 h 10004"/>
                <a:gd name="connsiteX35-71" fmla="*/ 9101 w 12462"/>
                <a:gd name="connsiteY35-72" fmla="*/ 7864 h 10004"/>
                <a:gd name="connsiteX36-73" fmla="*/ 8254 w 12462"/>
                <a:gd name="connsiteY36-74" fmla="*/ 7767 h 10004"/>
                <a:gd name="connsiteX37-75" fmla="*/ 7354 w 12462"/>
                <a:gd name="connsiteY37-76" fmla="*/ 7864 h 10004"/>
                <a:gd name="connsiteX38-77" fmla="*/ 5608 w 12462"/>
                <a:gd name="connsiteY38-78" fmla="*/ 7961 h 10004"/>
                <a:gd name="connsiteX39-79" fmla="*/ 3810 w 12462"/>
                <a:gd name="connsiteY39-80" fmla="*/ 8155 h 10004"/>
                <a:gd name="connsiteX40-81" fmla="*/ 3333 w 12462"/>
                <a:gd name="connsiteY40-82" fmla="*/ 8155 h 10004"/>
                <a:gd name="connsiteX41-83" fmla="*/ 3122 w 12462"/>
                <a:gd name="connsiteY41-84" fmla="*/ 8058 h 10004"/>
                <a:gd name="connsiteX42-85" fmla="*/ 2910 w 12462"/>
                <a:gd name="connsiteY42-86" fmla="*/ 7767 h 10004"/>
                <a:gd name="connsiteX43-87" fmla="*/ 2804 w 12462"/>
                <a:gd name="connsiteY43-88" fmla="*/ 6796 h 10004"/>
                <a:gd name="connsiteX44-89" fmla="*/ 2910 w 12462"/>
                <a:gd name="connsiteY44-90" fmla="*/ 6019 h 10004"/>
                <a:gd name="connsiteX45-91" fmla="*/ 3016 w 12462"/>
                <a:gd name="connsiteY45-92" fmla="*/ 5825 h 10004"/>
                <a:gd name="connsiteX46-93" fmla="*/ 6455 w 12462"/>
                <a:gd name="connsiteY46-94" fmla="*/ 5631 h 10004"/>
                <a:gd name="connsiteX47-95" fmla="*/ 9947 w 12462"/>
                <a:gd name="connsiteY47-96" fmla="*/ 5340 h 10004"/>
                <a:gd name="connsiteX48-97" fmla="*/ 9894 w 12462"/>
                <a:gd name="connsiteY48-98" fmla="*/ 5437 h 10004"/>
                <a:gd name="connsiteX49-99" fmla="*/ 9841 w 12462"/>
                <a:gd name="connsiteY49-100" fmla="*/ 4757 h 10004"/>
                <a:gd name="connsiteX50-101" fmla="*/ 9788 w 12462"/>
                <a:gd name="connsiteY50-102" fmla="*/ 4078 h 10004"/>
                <a:gd name="connsiteX51-103" fmla="*/ 9788 w 12462"/>
                <a:gd name="connsiteY51-104" fmla="*/ 4078 h 10004"/>
                <a:gd name="connsiteX52-105" fmla="*/ 7460 w 12462"/>
                <a:gd name="connsiteY52-106" fmla="*/ 4175 h 10004"/>
                <a:gd name="connsiteX53-107" fmla="*/ 5079 w 12462"/>
                <a:gd name="connsiteY53-108" fmla="*/ 4369 h 10004"/>
                <a:gd name="connsiteX54-109" fmla="*/ 2698 w 12462"/>
                <a:gd name="connsiteY54-110" fmla="*/ 4466 h 10004"/>
                <a:gd name="connsiteX55-111" fmla="*/ 1534 w 12462"/>
                <a:gd name="connsiteY55-112" fmla="*/ 4369 h 10004"/>
                <a:gd name="connsiteX56-113" fmla="*/ 317 w 12462"/>
                <a:gd name="connsiteY56-114" fmla="*/ 4175 h 10004"/>
                <a:gd name="connsiteX57-115" fmla="*/ 265 w 12462"/>
                <a:gd name="connsiteY57-116" fmla="*/ 4078 h 10004"/>
                <a:gd name="connsiteX58-117" fmla="*/ 106 w 12462"/>
                <a:gd name="connsiteY58-118" fmla="*/ 2233 h 10004"/>
                <a:gd name="connsiteX59-119" fmla="*/ 0 w 12462"/>
                <a:gd name="connsiteY59-120" fmla="*/ 388 h 10004"/>
                <a:gd name="connsiteX60-121" fmla="*/ 0 w 12462"/>
                <a:gd name="connsiteY60-122" fmla="*/ 388 h 10004"/>
                <a:gd name="connsiteX61-123" fmla="*/ 53 w 12462"/>
                <a:gd name="connsiteY61-124" fmla="*/ 291 h 10004"/>
                <a:gd name="connsiteX62-125" fmla="*/ 476 w 12462"/>
                <a:gd name="connsiteY62-126" fmla="*/ 97 h 10004"/>
                <a:gd name="connsiteX63-127" fmla="*/ 847 w 12462"/>
                <a:gd name="connsiteY63-128" fmla="*/ 0 h 10004"/>
                <a:gd name="connsiteX64-129" fmla="*/ 1640 w 12462"/>
                <a:gd name="connsiteY64-130" fmla="*/ 0 h 10004"/>
                <a:gd name="connsiteX65-131" fmla="*/ 1640 w 12462"/>
                <a:gd name="connsiteY65-132" fmla="*/ 0 h 10004"/>
                <a:gd name="connsiteX66-133" fmla="*/ 1640 w 12462"/>
                <a:gd name="connsiteY66-134" fmla="*/ 0 h 10004"/>
                <a:gd name="connsiteX0-135" fmla="*/ 1640 w 12461"/>
                <a:gd name="connsiteY0-136" fmla="*/ 0 h 8768"/>
                <a:gd name="connsiteX1-137" fmla="*/ 847 w 12461"/>
                <a:gd name="connsiteY1-138" fmla="*/ 194 h 8768"/>
                <a:gd name="connsiteX2-139" fmla="*/ 476 w 12461"/>
                <a:gd name="connsiteY2-140" fmla="*/ 291 h 8768"/>
                <a:gd name="connsiteX3-141" fmla="*/ 106 w 12461"/>
                <a:gd name="connsiteY3-142" fmla="*/ 485 h 8768"/>
                <a:gd name="connsiteX4-143" fmla="*/ 159 w 12461"/>
                <a:gd name="connsiteY4-144" fmla="*/ 291 h 8768"/>
                <a:gd name="connsiteX5-145" fmla="*/ 265 w 12461"/>
                <a:gd name="connsiteY5-146" fmla="*/ 2136 h 8768"/>
                <a:gd name="connsiteX6-147" fmla="*/ 423 w 12461"/>
                <a:gd name="connsiteY6-148" fmla="*/ 3981 h 8768"/>
                <a:gd name="connsiteX7-149" fmla="*/ 370 w 12461"/>
                <a:gd name="connsiteY7-150" fmla="*/ 3883 h 8768"/>
                <a:gd name="connsiteX8-151" fmla="*/ 1534 w 12461"/>
                <a:gd name="connsiteY8-152" fmla="*/ 4078 h 8768"/>
                <a:gd name="connsiteX9-153" fmla="*/ 2698 w 12461"/>
                <a:gd name="connsiteY9-154" fmla="*/ 4078 h 8768"/>
                <a:gd name="connsiteX10-155" fmla="*/ 5079 w 12461"/>
                <a:gd name="connsiteY10-156" fmla="*/ 4078 h 8768"/>
                <a:gd name="connsiteX11-157" fmla="*/ 7460 w 12461"/>
                <a:gd name="connsiteY11-158" fmla="*/ 3981 h 8768"/>
                <a:gd name="connsiteX12-159" fmla="*/ 9841 w 12461"/>
                <a:gd name="connsiteY12-160" fmla="*/ 3981 h 8768"/>
                <a:gd name="connsiteX13-161" fmla="*/ 9841 w 12461"/>
                <a:gd name="connsiteY13-162" fmla="*/ 3981 h 8768"/>
                <a:gd name="connsiteX14-163" fmla="*/ 9947 w 12461"/>
                <a:gd name="connsiteY14-164" fmla="*/ 4757 h 8768"/>
                <a:gd name="connsiteX15-165" fmla="*/ 10000 w 12461"/>
                <a:gd name="connsiteY15-166" fmla="*/ 5437 h 8768"/>
                <a:gd name="connsiteX16-167" fmla="*/ 10000 w 12461"/>
                <a:gd name="connsiteY16-168" fmla="*/ 5437 h 8768"/>
                <a:gd name="connsiteX17-169" fmla="*/ 9947 w 12461"/>
                <a:gd name="connsiteY17-170" fmla="*/ 5534 h 8768"/>
                <a:gd name="connsiteX18-171" fmla="*/ 9947 w 12461"/>
                <a:gd name="connsiteY18-172" fmla="*/ 5534 h 8768"/>
                <a:gd name="connsiteX19-173" fmla="*/ 6508 w 12461"/>
                <a:gd name="connsiteY19-174" fmla="*/ 6019 h 8768"/>
                <a:gd name="connsiteX20-175" fmla="*/ 3016 w 12461"/>
                <a:gd name="connsiteY20-176" fmla="*/ 6214 h 8768"/>
                <a:gd name="connsiteX21-177" fmla="*/ 3122 w 12461"/>
                <a:gd name="connsiteY21-178" fmla="*/ 6117 h 8768"/>
                <a:gd name="connsiteX22-179" fmla="*/ 3069 w 12461"/>
                <a:gd name="connsiteY22-180" fmla="*/ 7476 h 8768"/>
                <a:gd name="connsiteX23-181" fmla="*/ 3175 w 12461"/>
                <a:gd name="connsiteY23-182" fmla="*/ 7670 h 8768"/>
                <a:gd name="connsiteX24-183" fmla="*/ 3386 w 12461"/>
                <a:gd name="connsiteY24-184" fmla="*/ 7670 h 8768"/>
                <a:gd name="connsiteX25-185" fmla="*/ 3810 w 12461"/>
                <a:gd name="connsiteY25-186" fmla="*/ 7670 h 8768"/>
                <a:gd name="connsiteX26-187" fmla="*/ 5608 w 12461"/>
                <a:gd name="connsiteY26-188" fmla="*/ 7573 h 8768"/>
                <a:gd name="connsiteX27-189" fmla="*/ 7354 w 12461"/>
                <a:gd name="connsiteY27-190" fmla="*/ 7573 h 8768"/>
                <a:gd name="connsiteX28-191" fmla="*/ 8254 w 12461"/>
                <a:gd name="connsiteY28-192" fmla="*/ 7573 h 8768"/>
                <a:gd name="connsiteX29-193" fmla="*/ 9153 w 12461"/>
                <a:gd name="connsiteY29-194" fmla="*/ 7670 h 8768"/>
                <a:gd name="connsiteX30-195" fmla="*/ 9153 w 12461"/>
                <a:gd name="connsiteY30-196" fmla="*/ 7767 h 8768"/>
                <a:gd name="connsiteX31-197" fmla="*/ 10533 w 12461"/>
                <a:gd name="connsiteY31-198" fmla="*/ 8738 h 8768"/>
                <a:gd name="connsiteX32-199" fmla="*/ 11396 w 12461"/>
                <a:gd name="connsiteY32-200" fmla="*/ 8317 h 8768"/>
                <a:gd name="connsiteX33-201" fmla="*/ 12379 w 12461"/>
                <a:gd name="connsiteY33-202" fmla="*/ 6319 h 8768"/>
                <a:gd name="connsiteX34-203" fmla="*/ 9101 w 12461"/>
                <a:gd name="connsiteY34-204" fmla="*/ 7767 h 8768"/>
                <a:gd name="connsiteX35-205" fmla="*/ 9101 w 12461"/>
                <a:gd name="connsiteY35-206" fmla="*/ 7864 h 8768"/>
                <a:gd name="connsiteX36-207" fmla="*/ 8254 w 12461"/>
                <a:gd name="connsiteY36-208" fmla="*/ 7767 h 8768"/>
                <a:gd name="connsiteX37-209" fmla="*/ 7354 w 12461"/>
                <a:gd name="connsiteY37-210" fmla="*/ 7864 h 8768"/>
                <a:gd name="connsiteX38-211" fmla="*/ 5608 w 12461"/>
                <a:gd name="connsiteY38-212" fmla="*/ 7961 h 8768"/>
                <a:gd name="connsiteX39-213" fmla="*/ 3810 w 12461"/>
                <a:gd name="connsiteY39-214" fmla="*/ 8155 h 8768"/>
                <a:gd name="connsiteX40-215" fmla="*/ 3333 w 12461"/>
                <a:gd name="connsiteY40-216" fmla="*/ 8155 h 8768"/>
                <a:gd name="connsiteX41-217" fmla="*/ 3122 w 12461"/>
                <a:gd name="connsiteY41-218" fmla="*/ 8058 h 8768"/>
                <a:gd name="connsiteX42-219" fmla="*/ 2910 w 12461"/>
                <a:gd name="connsiteY42-220" fmla="*/ 7767 h 8768"/>
                <a:gd name="connsiteX43-221" fmla="*/ 2804 w 12461"/>
                <a:gd name="connsiteY43-222" fmla="*/ 6796 h 8768"/>
                <a:gd name="connsiteX44-223" fmla="*/ 2910 w 12461"/>
                <a:gd name="connsiteY44-224" fmla="*/ 6019 h 8768"/>
                <a:gd name="connsiteX45-225" fmla="*/ 3016 w 12461"/>
                <a:gd name="connsiteY45-226" fmla="*/ 5825 h 8768"/>
                <a:gd name="connsiteX46-227" fmla="*/ 6455 w 12461"/>
                <a:gd name="connsiteY46-228" fmla="*/ 5631 h 8768"/>
                <a:gd name="connsiteX47-229" fmla="*/ 9947 w 12461"/>
                <a:gd name="connsiteY47-230" fmla="*/ 5340 h 8768"/>
                <a:gd name="connsiteX48-231" fmla="*/ 9894 w 12461"/>
                <a:gd name="connsiteY48-232" fmla="*/ 5437 h 8768"/>
                <a:gd name="connsiteX49-233" fmla="*/ 9841 w 12461"/>
                <a:gd name="connsiteY49-234" fmla="*/ 4757 h 8768"/>
                <a:gd name="connsiteX50-235" fmla="*/ 9788 w 12461"/>
                <a:gd name="connsiteY50-236" fmla="*/ 4078 h 8768"/>
                <a:gd name="connsiteX51-237" fmla="*/ 9788 w 12461"/>
                <a:gd name="connsiteY51-238" fmla="*/ 4078 h 8768"/>
                <a:gd name="connsiteX52-239" fmla="*/ 7460 w 12461"/>
                <a:gd name="connsiteY52-240" fmla="*/ 4175 h 8768"/>
                <a:gd name="connsiteX53-241" fmla="*/ 5079 w 12461"/>
                <a:gd name="connsiteY53-242" fmla="*/ 4369 h 8768"/>
                <a:gd name="connsiteX54-243" fmla="*/ 2698 w 12461"/>
                <a:gd name="connsiteY54-244" fmla="*/ 4466 h 8768"/>
                <a:gd name="connsiteX55-245" fmla="*/ 1534 w 12461"/>
                <a:gd name="connsiteY55-246" fmla="*/ 4369 h 8768"/>
                <a:gd name="connsiteX56-247" fmla="*/ 317 w 12461"/>
                <a:gd name="connsiteY56-248" fmla="*/ 4175 h 8768"/>
                <a:gd name="connsiteX57-249" fmla="*/ 265 w 12461"/>
                <a:gd name="connsiteY57-250" fmla="*/ 4078 h 8768"/>
                <a:gd name="connsiteX58-251" fmla="*/ 106 w 12461"/>
                <a:gd name="connsiteY58-252" fmla="*/ 2233 h 8768"/>
                <a:gd name="connsiteX59-253" fmla="*/ 0 w 12461"/>
                <a:gd name="connsiteY59-254" fmla="*/ 388 h 8768"/>
                <a:gd name="connsiteX60-255" fmla="*/ 0 w 12461"/>
                <a:gd name="connsiteY60-256" fmla="*/ 388 h 8768"/>
                <a:gd name="connsiteX61-257" fmla="*/ 53 w 12461"/>
                <a:gd name="connsiteY61-258" fmla="*/ 291 h 8768"/>
                <a:gd name="connsiteX62-259" fmla="*/ 476 w 12461"/>
                <a:gd name="connsiteY62-260" fmla="*/ 97 h 8768"/>
                <a:gd name="connsiteX63-261" fmla="*/ 847 w 12461"/>
                <a:gd name="connsiteY63-262" fmla="*/ 0 h 8768"/>
                <a:gd name="connsiteX64-263" fmla="*/ 1640 w 12461"/>
                <a:gd name="connsiteY64-264" fmla="*/ 0 h 8768"/>
                <a:gd name="connsiteX65-265" fmla="*/ 1640 w 12461"/>
                <a:gd name="connsiteY65-266" fmla="*/ 0 h 8768"/>
                <a:gd name="connsiteX66-267" fmla="*/ 1640 w 12461"/>
                <a:gd name="connsiteY66-268" fmla="*/ 0 h 8768"/>
                <a:gd name="connsiteX0-269" fmla="*/ 1316 w 10000"/>
                <a:gd name="connsiteY0-270" fmla="*/ 0 h 10133"/>
                <a:gd name="connsiteX1-271" fmla="*/ 680 w 10000"/>
                <a:gd name="connsiteY1-272" fmla="*/ 221 h 10133"/>
                <a:gd name="connsiteX2-273" fmla="*/ 382 w 10000"/>
                <a:gd name="connsiteY2-274" fmla="*/ 332 h 10133"/>
                <a:gd name="connsiteX3-275" fmla="*/ 85 w 10000"/>
                <a:gd name="connsiteY3-276" fmla="*/ 553 h 10133"/>
                <a:gd name="connsiteX4-277" fmla="*/ 128 w 10000"/>
                <a:gd name="connsiteY4-278" fmla="*/ 332 h 10133"/>
                <a:gd name="connsiteX5-279" fmla="*/ 213 w 10000"/>
                <a:gd name="connsiteY5-280" fmla="*/ 2436 h 10133"/>
                <a:gd name="connsiteX6-281" fmla="*/ 339 w 10000"/>
                <a:gd name="connsiteY6-282" fmla="*/ 4540 h 10133"/>
                <a:gd name="connsiteX7-283" fmla="*/ 297 w 10000"/>
                <a:gd name="connsiteY7-284" fmla="*/ 4429 h 10133"/>
                <a:gd name="connsiteX8-285" fmla="*/ 1231 w 10000"/>
                <a:gd name="connsiteY8-286" fmla="*/ 4651 h 10133"/>
                <a:gd name="connsiteX9-287" fmla="*/ 2165 w 10000"/>
                <a:gd name="connsiteY9-288" fmla="*/ 4651 h 10133"/>
                <a:gd name="connsiteX10-289" fmla="*/ 4076 w 10000"/>
                <a:gd name="connsiteY10-290" fmla="*/ 4651 h 10133"/>
                <a:gd name="connsiteX11-291" fmla="*/ 5987 w 10000"/>
                <a:gd name="connsiteY11-292" fmla="*/ 4540 h 10133"/>
                <a:gd name="connsiteX12-293" fmla="*/ 7897 w 10000"/>
                <a:gd name="connsiteY12-294" fmla="*/ 4540 h 10133"/>
                <a:gd name="connsiteX13-295" fmla="*/ 7897 w 10000"/>
                <a:gd name="connsiteY13-296" fmla="*/ 4540 h 10133"/>
                <a:gd name="connsiteX14-297" fmla="*/ 7983 w 10000"/>
                <a:gd name="connsiteY14-298" fmla="*/ 5425 h 10133"/>
                <a:gd name="connsiteX15-299" fmla="*/ 8025 w 10000"/>
                <a:gd name="connsiteY15-300" fmla="*/ 6201 h 10133"/>
                <a:gd name="connsiteX16-301" fmla="*/ 8025 w 10000"/>
                <a:gd name="connsiteY16-302" fmla="*/ 6201 h 10133"/>
                <a:gd name="connsiteX17-303" fmla="*/ 7983 w 10000"/>
                <a:gd name="connsiteY17-304" fmla="*/ 6312 h 10133"/>
                <a:gd name="connsiteX18-305" fmla="*/ 7983 w 10000"/>
                <a:gd name="connsiteY18-306" fmla="*/ 6312 h 10133"/>
                <a:gd name="connsiteX19-307" fmla="*/ 5223 w 10000"/>
                <a:gd name="connsiteY19-308" fmla="*/ 6865 h 10133"/>
                <a:gd name="connsiteX20-309" fmla="*/ 2420 w 10000"/>
                <a:gd name="connsiteY20-310" fmla="*/ 7087 h 10133"/>
                <a:gd name="connsiteX21-311" fmla="*/ 2505 w 10000"/>
                <a:gd name="connsiteY21-312" fmla="*/ 6977 h 10133"/>
                <a:gd name="connsiteX22-313" fmla="*/ 2463 w 10000"/>
                <a:gd name="connsiteY22-314" fmla="*/ 8526 h 10133"/>
                <a:gd name="connsiteX23-315" fmla="*/ 2548 w 10000"/>
                <a:gd name="connsiteY23-316" fmla="*/ 8748 h 10133"/>
                <a:gd name="connsiteX24-317" fmla="*/ 2717 w 10000"/>
                <a:gd name="connsiteY24-318" fmla="*/ 8748 h 10133"/>
                <a:gd name="connsiteX25-319" fmla="*/ 3058 w 10000"/>
                <a:gd name="connsiteY25-320" fmla="*/ 8748 h 10133"/>
                <a:gd name="connsiteX26-321" fmla="*/ 4500 w 10000"/>
                <a:gd name="connsiteY26-322" fmla="*/ 8637 h 10133"/>
                <a:gd name="connsiteX27-323" fmla="*/ 5902 w 10000"/>
                <a:gd name="connsiteY27-324" fmla="*/ 8637 h 10133"/>
                <a:gd name="connsiteX28-325" fmla="*/ 6624 w 10000"/>
                <a:gd name="connsiteY28-326" fmla="*/ 8637 h 10133"/>
                <a:gd name="connsiteX29-327" fmla="*/ 7345 w 10000"/>
                <a:gd name="connsiteY29-328" fmla="*/ 8748 h 10133"/>
                <a:gd name="connsiteX30-329" fmla="*/ 7345 w 10000"/>
                <a:gd name="connsiteY30-330" fmla="*/ 8858 h 10133"/>
                <a:gd name="connsiteX31-331" fmla="*/ 8453 w 10000"/>
                <a:gd name="connsiteY31-332" fmla="*/ 9966 h 10133"/>
                <a:gd name="connsiteX32-333" fmla="*/ 9145 w 10000"/>
                <a:gd name="connsiteY32-334" fmla="*/ 9486 h 10133"/>
                <a:gd name="connsiteX33-335" fmla="*/ 9934 w 10000"/>
                <a:gd name="connsiteY33-336" fmla="*/ 4088 h 10133"/>
                <a:gd name="connsiteX34-337" fmla="*/ 7304 w 10000"/>
                <a:gd name="connsiteY34-338" fmla="*/ 8858 h 10133"/>
                <a:gd name="connsiteX35-339" fmla="*/ 7304 w 10000"/>
                <a:gd name="connsiteY35-340" fmla="*/ 8969 h 10133"/>
                <a:gd name="connsiteX36-341" fmla="*/ 6624 w 10000"/>
                <a:gd name="connsiteY36-342" fmla="*/ 8858 h 10133"/>
                <a:gd name="connsiteX37-343" fmla="*/ 5902 w 10000"/>
                <a:gd name="connsiteY37-344" fmla="*/ 8969 h 10133"/>
                <a:gd name="connsiteX38-345" fmla="*/ 4500 w 10000"/>
                <a:gd name="connsiteY38-346" fmla="*/ 9080 h 10133"/>
                <a:gd name="connsiteX39-347" fmla="*/ 3058 w 10000"/>
                <a:gd name="connsiteY39-348" fmla="*/ 9301 h 10133"/>
                <a:gd name="connsiteX40-349" fmla="*/ 2675 w 10000"/>
                <a:gd name="connsiteY40-350" fmla="*/ 9301 h 10133"/>
                <a:gd name="connsiteX41-351" fmla="*/ 2505 w 10000"/>
                <a:gd name="connsiteY41-352" fmla="*/ 9190 h 10133"/>
                <a:gd name="connsiteX42-353" fmla="*/ 2335 w 10000"/>
                <a:gd name="connsiteY42-354" fmla="*/ 8858 h 10133"/>
                <a:gd name="connsiteX43-355" fmla="*/ 2250 w 10000"/>
                <a:gd name="connsiteY43-356" fmla="*/ 7751 h 10133"/>
                <a:gd name="connsiteX44-357" fmla="*/ 2335 w 10000"/>
                <a:gd name="connsiteY44-358" fmla="*/ 6865 h 10133"/>
                <a:gd name="connsiteX45-359" fmla="*/ 2420 w 10000"/>
                <a:gd name="connsiteY45-360" fmla="*/ 6643 h 10133"/>
                <a:gd name="connsiteX46-361" fmla="*/ 5180 w 10000"/>
                <a:gd name="connsiteY46-362" fmla="*/ 6422 h 10133"/>
                <a:gd name="connsiteX47-363" fmla="*/ 7983 w 10000"/>
                <a:gd name="connsiteY47-364" fmla="*/ 6090 h 10133"/>
                <a:gd name="connsiteX48-365" fmla="*/ 7940 w 10000"/>
                <a:gd name="connsiteY48-366" fmla="*/ 6201 h 10133"/>
                <a:gd name="connsiteX49-367" fmla="*/ 7897 w 10000"/>
                <a:gd name="connsiteY49-368" fmla="*/ 5425 h 10133"/>
                <a:gd name="connsiteX50-369" fmla="*/ 7855 w 10000"/>
                <a:gd name="connsiteY50-370" fmla="*/ 4651 h 10133"/>
                <a:gd name="connsiteX51-371" fmla="*/ 7855 w 10000"/>
                <a:gd name="connsiteY51-372" fmla="*/ 4651 h 10133"/>
                <a:gd name="connsiteX52-373" fmla="*/ 5987 w 10000"/>
                <a:gd name="connsiteY52-374" fmla="*/ 4762 h 10133"/>
                <a:gd name="connsiteX53-375" fmla="*/ 4076 w 10000"/>
                <a:gd name="connsiteY53-376" fmla="*/ 4983 h 10133"/>
                <a:gd name="connsiteX54-377" fmla="*/ 2165 w 10000"/>
                <a:gd name="connsiteY54-378" fmla="*/ 5094 h 10133"/>
                <a:gd name="connsiteX55-379" fmla="*/ 1231 w 10000"/>
                <a:gd name="connsiteY55-380" fmla="*/ 4983 h 10133"/>
                <a:gd name="connsiteX56-381" fmla="*/ 254 w 10000"/>
                <a:gd name="connsiteY56-382" fmla="*/ 4762 h 10133"/>
                <a:gd name="connsiteX57-383" fmla="*/ 213 w 10000"/>
                <a:gd name="connsiteY57-384" fmla="*/ 4651 h 10133"/>
                <a:gd name="connsiteX58-385" fmla="*/ 85 w 10000"/>
                <a:gd name="connsiteY58-386" fmla="*/ 2547 h 10133"/>
                <a:gd name="connsiteX59-387" fmla="*/ 0 w 10000"/>
                <a:gd name="connsiteY59-388" fmla="*/ 443 h 10133"/>
                <a:gd name="connsiteX60-389" fmla="*/ 0 w 10000"/>
                <a:gd name="connsiteY60-390" fmla="*/ 443 h 10133"/>
                <a:gd name="connsiteX61-391" fmla="*/ 43 w 10000"/>
                <a:gd name="connsiteY61-392" fmla="*/ 332 h 10133"/>
                <a:gd name="connsiteX62-393" fmla="*/ 382 w 10000"/>
                <a:gd name="connsiteY62-394" fmla="*/ 111 h 10133"/>
                <a:gd name="connsiteX63-395" fmla="*/ 680 w 10000"/>
                <a:gd name="connsiteY63-396" fmla="*/ 0 h 10133"/>
                <a:gd name="connsiteX64-397" fmla="*/ 1316 w 10000"/>
                <a:gd name="connsiteY64-398" fmla="*/ 0 h 10133"/>
                <a:gd name="connsiteX65-399" fmla="*/ 1316 w 10000"/>
                <a:gd name="connsiteY65-400" fmla="*/ 0 h 10133"/>
                <a:gd name="connsiteX66-401" fmla="*/ 1316 w 10000"/>
                <a:gd name="connsiteY66-402" fmla="*/ 0 h 10133"/>
                <a:gd name="connsiteX0-403" fmla="*/ 1316 w 9950"/>
                <a:gd name="connsiteY0-404" fmla="*/ 0 h 10133"/>
                <a:gd name="connsiteX1-405" fmla="*/ 680 w 9950"/>
                <a:gd name="connsiteY1-406" fmla="*/ 221 h 10133"/>
                <a:gd name="connsiteX2-407" fmla="*/ 382 w 9950"/>
                <a:gd name="connsiteY2-408" fmla="*/ 332 h 10133"/>
                <a:gd name="connsiteX3-409" fmla="*/ 85 w 9950"/>
                <a:gd name="connsiteY3-410" fmla="*/ 553 h 10133"/>
                <a:gd name="connsiteX4-411" fmla="*/ 128 w 9950"/>
                <a:gd name="connsiteY4-412" fmla="*/ 332 h 10133"/>
                <a:gd name="connsiteX5-413" fmla="*/ 213 w 9950"/>
                <a:gd name="connsiteY5-414" fmla="*/ 2436 h 10133"/>
                <a:gd name="connsiteX6-415" fmla="*/ 339 w 9950"/>
                <a:gd name="connsiteY6-416" fmla="*/ 4540 h 10133"/>
                <a:gd name="connsiteX7-417" fmla="*/ 297 w 9950"/>
                <a:gd name="connsiteY7-418" fmla="*/ 4429 h 10133"/>
                <a:gd name="connsiteX8-419" fmla="*/ 1231 w 9950"/>
                <a:gd name="connsiteY8-420" fmla="*/ 4651 h 10133"/>
                <a:gd name="connsiteX9-421" fmla="*/ 2165 w 9950"/>
                <a:gd name="connsiteY9-422" fmla="*/ 4651 h 10133"/>
                <a:gd name="connsiteX10-423" fmla="*/ 4076 w 9950"/>
                <a:gd name="connsiteY10-424" fmla="*/ 4651 h 10133"/>
                <a:gd name="connsiteX11-425" fmla="*/ 5987 w 9950"/>
                <a:gd name="connsiteY11-426" fmla="*/ 4540 h 10133"/>
                <a:gd name="connsiteX12-427" fmla="*/ 7897 w 9950"/>
                <a:gd name="connsiteY12-428" fmla="*/ 4540 h 10133"/>
                <a:gd name="connsiteX13-429" fmla="*/ 7897 w 9950"/>
                <a:gd name="connsiteY13-430" fmla="*/ 4540 h 10133"/>
                <a:gd name="connsiteX14-431" fmla="*/ 7983 w 9950"/>
                <a:gd name="connsiteY14-432" fmla="*/ 5425 h 10133"/>
                <a:gd name="connsiteX15-433" fmla="*/ 8025 w 9950"/>
                <a:gd name="connsiteY15-434" fmla="*/ 6201 h 10133"/>
                <a:gd name="connsiteX16-435" fmla="*/ 8025 w 9950"/>
                <a:gd name="connsiteY16-436" fmla="*/ 6201 h 10133"/>
                <a:gd name="connsiteX17-437" fmla="*/ 7983 w 9950"/>
                <a:gd name="connsiteY17-438" fmla="*/ 6312 h 10133"/>
                <a:gd name="connsiteX18-439" fmla="*/ 7983 w 9950"/>
                <a:gd name="connsiteY18-440" fmla="*/ 6312 h 10133"/>
                <a:gd name="connsiteX19-441" fmla="*/ 5223 w 9950"/>
                <a:gd name="connsiteY19-442" fmla="*/ 6865 h 10133"/>
                <a:gd name="connsiteX20-443" fmla="*/ 2420 w 9950"/>
                <a:gd name="connsiteY20-444" fmla="*/ 7087 h 10133"/>
                <a:gd name="connsiteX21-445" fmla="*/ 2505 w 9950"/>
                <a:gd name="connsiteY21-446" fmla="*/ 6977 h 10133"/>
                <a:gd name="connsiteX22-447" fmla="*/ 2463 w 9950"/>
                <a:gd name="connsiteY22-448" fmla="*/ 8526 h 10133"/>
                <a:gd name="connsiteX23-449" fmla="*/ 2548 w 9950"/>
                <a:gd name="connsiteY23-450" fmla="*/ 8748 h 10133"/>
                <a:gd name="connsiteX24-451" fmla="*/ 2717 w 9950"/>
                <a:gd name="connsiteY24-452" fmla="*/ 8748 h 10133"/>
                <a:gd name="connsiteX25-453" fmla="*/ 3058 w 9950"/>
                <a:gd name="connsiteY25-454" fmla="*/ 8748 h 10133"/>
                <a:gd name="connsiteX26-455" fmla="*/ 4500 w 9950"/>
                <a:gd name="connsiteY26-456" fmla="*/ 8637 h 10133"/>
                <a:gd name="connsiteX27-457" fmla="*/ 5902 w 9950"/>
                <a:gd name="connsiteY27-458" fmla="*/ 8637 h 10133"/>
                <a:gd name="connsiteX28-459" fmla="*/ 6624 w 9950"/>
                <a:gd name="connsiteY28-460" fmla="*/ 8637 h 10133"/>
                <a:gd name="connsiteX29-461" fmla="*/ 7345 w 9950"/>
                <a:gd name="connsiteY29-462" fmla="*/ 8748 h 10133"/>
                <a:gd name="connsiteX30-463" fmla="*/ 7345 w 9950"/>
                <a:gd name="connsiteY30-464" fmla="*/ 8858 h 10133"/>
                <a:gd name="connsiteX31-465" fmla="*/ 8453 w 9950"/>
                <a:gd name="connsiteY31-466" fmla="*/ 9966 h 10133"/>
                <a:gd name="connsiteX32-467" fmla="*/ 9145 w 9950"/>
                <a:gd name="connsiteY32-468" fmla="*/ 9486 h 10133"/>
                <a:gd name="connsiteX33-469" fmla="*/ 9934 w 9950"/>
                <a:gd name="connsiteY33-470" fmla="*/ 4088 h 10133"/>
                <a:gd name="connsiteX34-471" fmla="*/ 7304 w 9950"/>
                <a:gd name="connsiteY34-472" fmla="*/ 8858 h 10133"/>
                <a:gd name="connsiteX35-473" fmla="*/ 7304 w 9950"/>
                <a:gd name="connsiteY35-474" fmla="*/ 8969 h 10133"/>
                <a:gd name="connsiteX36-475" fmla="*/ 6624 w 9950"/>
                <a:gd name="connsiteY36-476" fmla="*/ 8858 h 10133"/>
                <a:gd name="connsiteX37-477" fmla="*/ 5902 w 9950"/>
                <a:gd name="connsiteY37-478" fmla="*/ 8969 h 10133"/>
                <a:gd name="connsiteX38-479" fmla="*/ 4500 w 9950"/>
                <a:gd name="connsiteY38-480" fmla="*/ 9080 h 10133"/>
                <a:gd name="connsiteX39-481" fmla="*/ 3058 w 9950"/>
                <a:gd name="connsiteY39-482" fmla="*/ 9301 h 10133"/>
                <a:gd name="connsiteX40-483" fmla="*/ 2675 w 9950"/>
                <a:gd name="connsiteY40-484" fmla="*/ 9301 h 10133"/>
                <a:gd name="connsiteX41-485" fmla="*/ 2505 w 9950"/>
                <a:gd name="connsiteY41-486" fmla="*/ 9190 h 10133"/>
                <a:gd name="connsiteX42-487" fmla="*/ 2335 w 9950"/>
                <a:gd name="connsiteY42-488" fmla="*/ 8858 h 10133"/>
                <a:gd name="connsiteX43-489" fmla="*/ 2250 w 9950"/>
                <a:gd name="connsiteY43-490" fmla="*/ 7751 h 10133"/>
                <a:gd name="connsiteX44-491" fmla="*/ 2335 w 9950"/>
                <a:gd name="connsiteY44-492" fmla="*/ 6865 h 10133"/>
                <a:gd name="connsiteX45-493" fmla="*/ 2420 w 9950"/>
                <a:gd name="connsiteY45-494" fmla="*/ 6643 h 10133"/>
                <a:gd name="connsiteX46-495" fmla="*/ 5180 w 9950"/>
                <a:gd name="connsiteY46-496" fmla="*/ 6422 h 10133"/>
                <a:gd name="connsiteX47-497" fmla="*/ 7983 w 9950"/>
                <a:gd name="connsiteY47-498" fmla="*/ 6090 h 10133"/>
                <a:gd name="connsiteX48-499" fmla="*/ 7940 w 9950"/>
                <a:gd name="connsiteY48-500" fmla="*/ 6201 h 10133"/>
                <a:gd name="connsiteX49-501" fmla="*/ 7897 w 9950"/>
                <a:gd name="connsiteY49-502" fmla="*/ 5425 h 10133"/>
                <a:gd name="connsiteX50-503" fmla="*/ 7855 w 9950"/>
                <a:gd name="connsiteY50-504" fmla="*/ 4651 h 10133"/>
                <a:gd name="connsiteX51-505" fmla="*/ 7855 w 9950"/>
                <a:gd name="connsiteY51-506" fmla="*/ 4651 h 10133"/>
                <a:gd name="connsiteX52-507" fmla="*/ 5987 w 9950"/>
                <a:gd name="connsiteY52-508" fmla="*/ 4762 h 10133"/>
                <a:gd name="connsiteX53-509" fmla="*/ 4076 w 9950"/>
                <a:gd name="connsiteY53-510" fmla="*/ 4983 h 10133"/>
                <a:gd name="connsiteX54-511" fmla="*/ 2165 w 9950"/>
                <a:gd name="connsiteY54-512" fmla="*/ 5094 h 10133"/>
                <a:gd name="connsiteX55-513" fmla="*/ 1231 w 9950"/>
                <a:gd name="connsiteY55-514" fmla="*/ 4983 h 10133"/>
                <a:gd name="connsiteX56-515" fmla="*/ 254 w 9950"/>
                <a:gd name="connsiteY56-516" fmla="*/ 4762 h 10133"/>
                <a:gd name="connsiteX57-517" fmla="*/ 213 w 9950"/>
                <a:gd name="connsiteY57-518" fmla="*/ 4651 h 10133"/>
                <a:gd name="connsiteX58-519" fmla="*/ 85 w 9950"/>
                <a:gd name="connsiteY58-520" fmla="*/ 2547 h 10133"/>
                <a:gd name="connsiteX59-521" fmla="*/ 0 w 9950"/>
                <a:gd name="connsiteY59-522" fmla="*/ 443 h 10133"/>
                <a:gd name="connsiteX60-523" fmla="*/ 0 w 9950"/>
                <a:gd name="connsiteY60-524" fmla="*/ 443 h 10133"/>
                <a:gd name="connsiteX61-525" fmla="*/ 43 w 9950"/>
                <a:gd name="connsiteY61-526" fmla="*/ 332 h 10133"/>
                <a:gd name="connsiteX62-527" fmla="*/ 382 w 9950"/>
                <a:gd name="connsiteY62-528" fmla="*/ 111 h 10133"/>
                <a:gd name="connsiteX63-529" fmla="*/ 680 w 9950"/>
                <a:gd name="connsiteY63-530" fmla="*/ 0 h 10133"/>
                <a:gd name="connsiteX64-531" fmla="*/ 1316 w 9950"/>
                <a:gd name="connsiteY64-532" fmla="*/ 0 h 10133"/>
                <a:gd name="connsiteX65-533" fmla="*/ 1316 w 9950"/>
                <a:gd name="connsiteY65-534" fmla="*/ 0 h 10133"/>
                <a:gd name="connsiteX66-535" fmla="*/ 1316 w 9950"/>
                <a:gd name="connsiteY66-536" fmla="*/ 0 h 10133"/>
                <a:gd name="connsiteX0-537" fmla="*/ 1323 w 10164"/>
                <a:gd name="connsiteY0-538" fmla="*/ 0 h 9955"/>
                <a:gd name="connsiteX1-539" fmla="*/ 683 w 10164"/>
                <a:gd name="connsiteY1-540" fmla="*/ 218 h 9955"/>
                <a:gd name="connsiteX2-541" fmla="*/ 384 w 10164"/>
                <a:gd name="connsiteY2-542" fmla="*/ 328 h 9955"/>
                <a:gd name="connsiteX3-543" fmla="*/ 85 w 10164"/>
                <a:gd name="connsiteY3-544" fmla="*/ 546 h 9955"/>
                <a:gd name="connsiteX4-545" fmla="*/ 129 w 10164"/>
                <a:gd name="connsiteY4-546" fmla="*/ 328 h 9955"/>
                <a:gd name="connsiteX5-547" fmla="*/ 214 w 10164"/>
                <a:gd name="connsiteY5-548" fmla="*/ 2404 h 9955"/>
                <a:gd name="connsiteX6-549" fmla="*/ 341 w 10164"/>
                <a:gd name="connsiteY6-550" fmla="*/ 4480 h 9955"/>
                <a:gd name="connsiteX7-551" fmla="*/ 298 w 10164"/>
                <a:gd name="connsiteY7-552" fmla="*/ 4371 h 9955"/>
                <a:gd name="connsiteX8-553" fmla="*/ 1237 w 10164"/>
                <a:gd name="connsiteY8-554" fmla="*/ 4590 h 9955"/>
                <a:gd name="connsiteX9-555" fmla="*/ 2176 w 10164"/>
                <a:gd name="connsiteY9-556" fmla="*/ 4590 h 9955"/>
                <a:gd name="connsiteX10-557" fmla="*/ 4096 w 10164"/>
                <a:gd name="connsiteY10-558" fmla="*/ 4590 h 9955"/>
                <a:gd name="connsiteX11-559" fmla="*/ 6017 w 10164"/>
                <a:gd name="connsiteY11-560" fmla="*/ 4480 h 9955"/>
                <a:gd name="connsiteX12-561" fmla="*/ 7937 w 10164"/>
                <a:gd name="connsiteY12-562" fmla="*/ 4480 h 9955"/>
                <a:gd name="connsiteX13-563" fmla="*/ 7937 w 10164"/>
                <a:gd name="connsiteY13-564" fmla="*/ 4480 h 9955"/>
                <a:gd name="connsiteX14-565" fmla="*/ 8023 w 10164"/>
                <a:gd name="connsiteY14-566" fmla="*/ 5354 h 9955"/>
                <a:gd name="connsiteX15-567" fmla="*/ 8065 w 10164"/>
                <a:gd name="connsiteY15-568" fmla="*/ 6120 h 9955"/>
                <a:gd name="connsiteX16-569" fmla="*/ 8065 w 10164"/>
                <a:gd name="connsiteY16-570" fmla="*/ 6120 h 9955"/>
                <a:gd name="connsiteX17-571" fmla="*/ 8023 w 10164"/>
                <a:gd name="connsiteY17-572" fmla="*/ 6229 h 9955"/>
                <a:gd name="connsiteX18-573" fmla="*/ 8023 w 10164"/>
                <a:gd name="connsiteY18-574" fmla="*/ 6229 h 9955"/>
                <a:gd name="connsiteX19-575" fmla="*/ 5249 w 10164"/>
                <a:gd name="connsiteY19-576" fmla="*/ 6775 h 9955"/>
                <a:gd name="connsiteX20-577" fmla="*/ 2432 w 10164"/>
                <a:gd name="connsiteY20-578" fmla="*/ 6994 h 9955"/>
                <a:gd name="connsiteX21-579" fmla="*/ 2518 w 10164"/>
                <a:gd name="connsiteY21-580" fmla="*/ 6885 h 9955"/>
                <a:gd name="connsiteX22-581" fmla="*/ 2475 w 10164"/>
                <a:gd name="connsiteY22-582" fmla="*/ 8414 h 9955"/>
                <a:gd name="connsiteX23-583" fmla="*/ 2561 w 10164"/>
                <a:gd name="connsiteY23-584" fmla="*/ 8633 h 9955"/>
                <a:gd name="connsiteX24-585" fmla="*/ 2731 w 10164"/>
                <a:gd name="connsiteY24-586" fmla="*/ 8633 h 9955"/>
                <a:gd name="connsiteX25-587" fmla="*/ 3073 w 10164"/>
                <a:gd name="connsiteY25-588" fmla="*/ 8633 h 9955"/>
                <a:gd name="connsiteX26-589" fmla="*/ 4523 w 10164"/>
                <a:gd name="connsiteY26-590" fmla="*/ 8524 h 9955"/>
                <a:gd name="connsiteX27-591" fmla="*/ 5932 w 10164"/>
                <a:gd name="connsiteY27-592" fmla="*/ 8524 h 9955"/>
                <a:gd name="connsiteX28-593" fmla="*/ 6657 w 10164"/>
                <a:gd name="connsiteY28-594" fmla="*/ 8524 h 9955"/>
                <a:gd name="connsiteX29-595" fmla="*/ 7382 w 10164"/>
                <a:gd name="connsiteY29-596" fmla="*/ 8633 h 9955"/>
                <a:gd name="connsiteX30-597" fmla="*/ 7382 w 10164"/>
                <a:gd name="connsiteY30-598" fmla="*/ 8742 h 9955"/>
                <a:gd name="connsiteX31-599" fmla="*/ 8495 w 10164"/>
                <a:gd name="connsiteY31-600" fmla="*/ 9835 h 9955"/>
                <a:gd name="connsiteX32-601" fmla="*/ 9771 w 10164"/>
                <a:gd name="connsiteY32-602" fmla="*/ 5514 h 9955"/>
                <a:gd name="connsiteX33-603" fmla="*/ 9984 w 10164"/>
                <a:gd name="connsiteY33-604" fmla="*/ 4034 h 9955"/>
                <a:gd name="connsiteX34-605" fmla="*/ 7341 w 10164"/>
                <a:gd name="connsiteY34-606" fmla="*/ 8742 h 9955"/>
                <a:gd name="connsiteX35-607" fmla="*/ 7341 w 10164"/>
                <a:gd name="connsiteY35-608" fmla="*/ 8851 h 9955"/>
                <a:gd name="connsiteX36-609" fmla="*/ 6657 w 10164"/>
                <a:gd name="connsiteY36-610" fmla="*/ 8742 h 9955"/>
                <a:gd name="connsiteX37-611" fmla="*/ 5932 w 10164"/>
                <a:gd name="connsiteY37-612" fmla="*/ 8851 h 9955"/>
                <a:gd name="connsiteX38-613" fmla="*/ 4523 w 10164"/>
                <a:gd name="connsiteY38-614" fmla="*/ 8961 h 9955"/>
                <a:gd name="connsiteX39-615" fmla="*/ 3073 w 10164"/>
                <a:gd name="connsiteY39-616" fmla="*/ 9179 h 9955"/>
                <a:gd name="connsiteX40-617" fmla="*/ 2688 w 10164"/>
                <a:gd name="connsiteY40-618" fmla="*/ 9179 h 9955"/>
                <a:gd name="connsiteX41-619" fmla="*/ 2518 w 10164"/>
                <a:gd name="connsiteY41-620" fmla="*/ 9069 h 9955"/>
                <a:gd name="connsiteX42-621" fmla="*/ 2347 w 10164"/>
                <a:gd name="connsiteY42-622" fmla="*/ 8742 h 9955"/>
                <a:gd name="connsiteX43-623" fmla="*/ 2261 w 10164"/>
                <a:gd name="connsiteY43-624" fmla="*/ 7649 h 9955"/>
                <a:gd name="connsiteX44-625" fmla="*/ 2347 w 10164"/>
                <a:gd name="connsiteY44-626" fmla="*/ 6775 h 9955"/>
                <a:gd name="connsiteX45-627" fmla="*/ 2432 w 10164"/>
                <a:gd name="connsiteY45-628" fmla="*/ 6556 h 9955"/>
                <a:gd name="connsiteX46-629" fmla="*/ 5206 w 10164"/>
                <a:gd name="connsiteY46-630" fmla="*/ 6338 h 9955"/>
                <a:gd name="connsiteX47-631" fmla="*/ 8023 w 10164"/>
                <a:gd name="connsiteY47-632" fmla="*/ 6010 h 9955"/>
                <a:gd name="connsiteX48-633" fmla="*/ 7980 w 10164"/>
                <a:gd name="connsiteY48-634" fmla="*/ 6120 h 9955"/>
                <a:gd name="connsiteX49-635" fmla="*/ 7937 w 10164"/>
                <a:gd name="connsiteY49-636" fmla="*/ 5354 h 9955"/>
                <a:gd name="connsiteX50-637" fmla="*/ 7894 w 10164"/>
                <a:gd name="connsiteY50-638" fmla="*/ 4590 h 9955"/>
                <a:gd name="connsiteX51-639" fmla="*/ 7894 w 10164"/>
                <a:gd name="connsiteY51-640" fmla="*/ 4590 h 9955"/>
                <a:gd name="connsiteX52-641" fmla="*/ 6017 w 10164"/>
                <a:gd name="connsiteY52-642" fmla="*/ 4699 h 9955"/>
                <a:gd name="connsiteX53-643" fmla="*/ 4096 w 10164"/>
                <a:gd name="connsiteY53-644" fmla="*/ 4918 h 9955"/>
                <a:gd name="connsiteX54-645" fmla="*/ 2176 w 10164"/>
                <a:gd name="connsiteY54-646" fmla="*/ 5027 h 9955"/>
                <a:gd name="connsiteX55-647" fmla="*/ 1237 w 10164"/>
                <a:gd name="connsiteY55-648" fmla="*/ 4918 h 9955"/>
                <a:gd name="connsiteX56-649" fmla="*/ 255 w 10164"/>
                <a:gd name="connsiteY56-650" fmla="*/ 4699 h 9955"/>
                <a:gd name="connsiteX57-651" fmla="*/ 214 w 10164"/>
                <a:gd name="connsiteY57-652" fmla="*/ 4590 h 9955"/>
                <a:gd name="connsiteX58-653" fmla="*/ 85 w 10164"/>
                <a:gd name="connsiteY58-654" fmla="*/ 2514 h 9955"/>
                <a:gd name="connsiteX59-655" fmla="*/ 0 w 10164"/>
                <a:gd name="connsiteY59-656" fmla="*/ 437 h 9955"/>
                <a:gd name="connsiteX60-657" fmla="*/ 0 w 10164"/>
                <a:gd name="connsiteY60-658" fmla="*/ 437 h 9955"/>
                <a:gd name="connsiteX61-659" fmla="*/ 43 w 10164"/>
                <a:gd name="connsiteY61-660" fmla="*/ 328 h 9955"/>
                <a:gd name="connsiteX62-661" fmla="*/ 384 w 10164"/>
                <a:gd name="connsiteY62-662" fmla="*/ 110 h 9955"/>
                <a:gd name="connsiteX63-663" fmla="*/ 683 w 10164"/>
                <a:gd name="connsiteY63-664" fmla="*/ 0 h 9955"/>
                <a:gd name="connsiteX64-665" fmla="*/ 1323 w 10164"/>
                <a:gd name="connsiteY64-666" fmla="*/ 0 h 9955"/>
                <a:gd name="connsiteX65-667" fmla="*/ 1323 w 10164"/>
                <a:gd name="connsiteY65-668" fmla="*/ 0 h 9955"/>
                <a:gd name="connsiteX66-669" fmla="*/ 1323 w 10164"/>
                <a:gd name="connsiteY66-670" fmla="*/ 0 h 9955"/>
                <a:gd name="connsiteX0-671" fmla="*/ 1302 w 9995"/>
                <a:gd name="connsiteY0-672" fmla="*/ 0 h 9220"/>
                <a:gd name="connsiteX1-673" fmla="*/ 672 w 9995"/>
                <a:gd name="connsiteY1-674" fmla="*/ 219 h 9220"/>
                <a:gd name="connsiteX2-675" fmla="*/ 378 w 9995"/>
                <a:gd name="connsiteY2-676" fmla="*/ 329 h 9220"/>
                <a:gd name="connsiteX3-677" fmla="*/ 84 w 9995"/>
                <a:gd name="connsiteY3-678" fmla="*/ 548 h 9220"/>
                <a:gd name="connsiteX4-679" fmla="*/ 127 w 9995"/>
                <a:gd name="connsiteY4-680" fmla="*/ 329 h 9220"/>
                <a:gd name="connsiteX5-681" fmla="*/ 211 w 9995"/>
                <a:gd name="connsiteY5-682" fmla="*/ 2415 h 9220"/>
                <a:gd name="connsiteX6-683" fmla="*/ 335 w 9995"/>
                <a:gd name="connsiteY6-684" fmla="*/ 4500 h 9220"/>
                <a:gd name="connsiteX7-685" fmla="*/ 293 w 9995"/>
                <a:gd name="connsiteY7-686" fmla="*/ 4391 h 9220"/>
                <a:gd name="connsiteX8-687" fmla="*/ 1217 w 9995"/>
                <a:gd name="connsiteY8-688" fmla="*/ 4611 h 9220"/>
                <a:gd name="connsiteX9-689" fmla="*/ 2141 w 9995"/>
                <a:gd name="connsiteY9-690" fmla="*/ 4611 h 9220"/>
                <a:gd name="connsiteX10-691" fmla="*/ 4030 w 9995"/>
                <a:gd name="connsiteY10-692" fmla="*/ 4611 h 9220"/>
                <a:gd name="connsiteX11-693" fmla="*/ 5920 w 9995"/>
                <a:gd name="connsiteY11-694" fmla="*/ 4500 h 9220"/>
                <a:gd name="connsiteX12-695" fmla="*/ 7809 w 9995"/>
                <a:gd name="connsiteY12-696" fmla="*/ 4500 h 9220"/>
                <a:gd name="connsiteX13-697" fmla="*/ 7809 w 9995"/>
                <a:gd name="connsiteY13-698" fmla="*/ 4500 h 9220"/>
                <a:gd name="connsiteX14-699" fmla="*/ 7894 w 9995"/>
                <a:gd name="connsiteY14-700" fmla="*/ 5378 h 9220"/>
                <a:gd name="connsiteX15-701" fmla="*/ 7935 w 9995"/>
                <a:gd name="connsiteY15-702" fmla="*/ 6148 h 9220"/>
                <a:gd name="connsiteX16-703" fmla="*/ 7935 w 9995"/>
                <a:gd name="connsiteY16-704" fmla="*/ 6148 h 9220"/>
                <a:gd name="connsiteX17-705" fmla="*/ 7894 w 9995"/>
                <a:gd name="connsiteY17-706" fmla="*/ 6257 h 9220"/>
                <a:gd name="connsiteX18-707" fmla="*/ 7894 w 9995"/>
                <a:gd name="connsiteY18-708" fmla="*/ 6257 h 9220"/>
                <a:gd name="connsiteX19-709" fmla="*/ 5164 w 9995"/>
                <a:gd name="connsiteY19-710" fmla="*/ 6806 h 9220"/>
                <a:gd name="connsiteX20-711" fmla="*/ 2393 w 9995"/>
                <a:gd name="connsiteY20-712" fmla="*/ 7026 h 9220"/>
                <a:gd name="connsiteX21-713" fmla="*/ 2477 w 9995"/>
                <a:gd name="connsiteY21-714" fmla="*/ 6916 h 9220"/>
                <a:gd name="connsiteX22-715" fmla="*/ 2435 w 9995"/>
                <a:gd name="connsiteY22-716" fmla="*/ 8452 h 9220"/>
                <a:gd name="connsiteX23-717" fmla="*/ 2520 w 9995"/>
                <a:gd name="connsiteY23-718" fmla="*/ 8672 h 9220"/>
                <a:gd name="connsiteX24-719" fmla="*/ 2687 w 9995"/>
                <a:gd name="connsiteY24-720" fmla="*/ 8672 h 9220"/>
                <a:gd name="connsiteX25-721" fmla="*/ 3023 w 9995"/>
                <a:gd name="connsiteY25-722" fmla="*/ 8672 h 9220"/>
                <a:gd name="connsiteX26-723" fmla="*/ 4450 w 9995"/>
                <a:gd name="connsiteY26-724" fmla="*/ 8563 h 9220"/>
                <a:gd name="connsiteX27-725" fmla="*/ 5836 w 9995"/>
                <a:gd name="connsiteY27-726" fmla="*/ 8563 h 9220"/>
                <a:gd name="connsiteX28-727" fmla="*/ 6550 w 9995"/>
                <a:gd name="connsiteY28-728" fmla="*/ 8563 h 9220"/>
                <a:gd name="connsiteX29-729" fmla="*/ 7263 w 9995"/>
                <a:gd name="connsiteY29-730" fmla="*/ 8672 h 9220"/>
                <a:gd name="connsiteX30-731" fmla="*/ 7263 w 9995"/>
                <a:gd name="connsiteY30-732" fmla="*/ 8782 h 9220"/>
                <a:gd name="connsiteX31-733" fmla="*/ 8495 w 9995"/>
                <a:gd name="connsiteY31-734" fmla="*/ 6966 h 9220"/>
                <a:gd name="connsiteX32-735" fmla="*/ 9613 w 9995"/>
                <a:gd name="connsiteY32-736" fmla="*/ 5539 h 9220"/>
                <a:gd name="connsiteX33-737" fmla="*/ 9823 w 9995"/>
                <a:gd name="connsiteY33-738" fmla="*/ 4052 h 9220"/>
                <a:gd name="connsiteX34-739" fmla="*/ 7223 w 9995"/>
                <a:gd name="connsiteY34-740" fmla="*/ 8782 h 9220"/>
                <a:gd name="connsiteX35-741" fmla="*/ 7223 w 9995"/>
                <a:gd name="connsiteY35-742" fmla="*/ 8891 h 9220"/>
                <a:gd name="connsiteX36-743" fmla="*/ 6550 w 9995"/>
                <a:gd name="connsiteY36-744" fmla="*/ 8782 h 9220"/>
                <a:gd name="connsiteX37-745" fmla="*/ 5836 w 9995"/>
                <a:gd name="connsiteY37-746" fmla="*/ 8891 h 9220"/>
                <a:gd name="connsiteX38-747" fmla="*/ 4450 w 9995"/>
                <a:gd name="connsiteY38-748" fmla="*/ 9002 h 9220"/>
                <a:gd name="connsiteX39-749" fmla="*/ 3023 w 9995"/>
                <a:gd name="connsiteY39-750" fmla="*/ 9220 h 9220"/>
                <a:gd name="connsiteX40-751" fmla="*/ 2645 w 9995"/>
                <a:gd name="connsiteY40-752" fmla="*/ 9220 h 9220"/>
                <a:gd name="connsiteX41-753" fmla="*/ 2477 w 9995"/>
                <a:gd name="connsiteY41-754" fmla="*/ 9110 h 9220"/>
                <a:gd name="connsiteX42-755" fmla="*/ 2309 w 9995"/>
                <a:gd name="connsiteY42-756" fmla="*/ 8782 h 9220"/>
                <a:gd name="connsiteX43-757" fmla="*/ 2225 w 9995"/>
                <a:gd name="connsiteY43-758" fmla="*/ 7684 h 9220"/>
                <a:gd name="connsiteX44-759" fmla="*/ 2309 w 9995"/>
                <a:gd name="connsiteY44-760" fmla="*/ 6806 h 9220"/>
                <a:gd name="connsiteX45-761" fmla="*/ 2393 w 9995"/>
                <a:gd name="connsiteY45-762" fmla="*/ 6586 h 9220"/>
                <a:gd name="connsiteX46-763" fmla="*/ 5122 w 9995"/>
                <a:gd name="connsiteY46-764" fmla="*/ 6367 h 9220"/>
                <a:gd name="connsiteX47-765" fmla="*/ 7894 w 9995"/>
                <a:gd name="connsiteY47-766" fmla="*/ 6037 h 9220"/>
                <a:gd name="connsiteX48-767" fmla="*/ 7851 w 9995"/>
                <a:gd name="connsiteY48-768" fmla="*/ 6148 h 9220"/>
                <a:gd name="connsiteX49-769" fmla="*/ 7809 w 9995"/>
                <a:gd name="connsiteY49-770" fmla="*/ 5378 h 9220"/>
                <a:gd name="connsiteX50-771" fmla="*/ 7767 w 9995"/>
                <a:gd name="connsiteY50-772" fmla="*/ 4611 h 9220"/>
                <a:gd name="connsiteX51-773" fmla="*/ 7767 w 9995"/>
                <a:gd name="connsiteY51-774" fmla="*/ 4611 h 9220"/>
                <a:gd name="connsiteX52-775" fmla="*/ 5920 w 9995"/>
                <a:gd name="connsiteY52-776" fmla="*/ 4720 h 9220"/>
                <a:gd name="connsiteX53-777" fmla="*/ 4030 w 9995"/>
                <a:gd name="connsiteY53-778" fmla="*/ 4940 h 9220"/>
                <a:gd name="connsiteX54-779" fmla="*/ 2141 w 9995"/>
                <a:gd name="connsiteY54-780" fmla="*/ 5050 h 9220"/>
                <a:gd name="connsiteX55-781" fmla="*/ 1217 w 9995"/>
                <a:gd name="connsiteY55-782" fmla="*/ 4940 h 9220"/>
                <a:gd name="connsiteX56-783" fmla="*/ 251 w 9995"/>
                <a:gd name="connsiteY56-784" fmla="*/ 4720 h 9220"/>
                <a:gd name="connsiteX57-785" fmla="*/ 211 w 9995"/>
                <a:gd name="connsiteY57-786" fmla="*/ 4611 h 9220"/>
                <a:gd name="connsiteX58-787" fmla="*/ 84 w 9995"/>
                <a:gd name="connsiteY58-788" fmla="*/ 2525 h 9220"/>
                <a:gd name="connsiteX59-789" fmla="*/ 0 w 9995"/>
                <a:gd name="connsiteY59-790" fmla="*/ 439 h 9220"/>
                <a:gd name="connsiteX60-791" fmla="*/ 0 w 9995"/>
                <a:gd name="connsiteY60-792" fmla="*/ 439 h 9220"/>
                <a:gd name="connsiteX61-793" fmla="*/ 42 w 9995"/>
                <a:gd name="connsiteY61-794" fmla="*/ 329 h 9220"/>
                <a:gd name="connsiteX62-795" fmla="*/ 378 w 9995"/>
                <a:gd name="connsiteY62-796" fmla="*/ 110 h 9220"/>
                <a:gd name="connsiteX63-797" fmla="*/ 672 w 9995"/>
                <a:gd name="connsiteY63-798" fmla="*/ 0 h 9220"/>
                <a:gd name="connsiteX64-799" fmla="*/ 1302 w 9995"/>
                <a:gd name="connsiteY64-800" fmla="*/ 0 h 9220"/>
                <a:gd name="connsiteX65-801" fmla="*/ 1302 w 9995"/>
                <a:gd name="connsiteY65-802" fmla="*/ 0 h 9220"/>
                <a:gd name="connsiteX66-803" fmla="*/ 1302 w 9995"/>
                <a:gd name="connsiteY66-804" fmla="*/ 0 h 9220"/>
                <a:gd name="connsiteX0-805" fmla="*/ 1303 w 10000"/>
                <a:gd name="connsiteY0-806" fmla="*/ 0 h 10212"/>
                <a:gd name="connsiteX1-807" fmla="*/ 672 w 10000"/>
                <a:gd name="connsiteY1-808" fmla="*/ 238 h 10212"/>
                <a:gd name="connsiteX2-809" fmla="*/ 378 w 10000"/>
                <a:gd name="connsiteY2-810" fmla="*/ 357 h 10212"/>
                <a:gd name="connsiteX3-811" fmla="*/ 84 w 10000"/>
                <a:gd name="connsiteY3-812" fmla="*/ 594 h 10212"/>
                <a:gd name="connsiteX4-813" fmla="*/ 127 w 10000"/>
                <a:gd name="connsiteY4-814" fmla="*/ 357 h 10212"/>
                <a:gd name="connsiteX5-815" fmla="*/ 211 w 10000"/>
                <a:gd name="connsiteY5-816" fmla="*/ 2619 h 10212"/>
                <a:gd name="connsiteX6-817" fmla="*/ 335 w 10000"/>
                <a:gd name="connsiteY6-818" fmla="*/ 4881 h 10212"/>
                <a:gd name="connsiteX7-819" fmla="*/ 293 w 10000"/>
                <a:gd name="connsiteY7-820" fmla="*/ 4762 h 10212"/>
                <a:gd name="connsiteX8-821" fmla="*/ 1218 w 10000"/>
                <a:gd name="connsiteY8-822" fmla="*/ 5001 h 10212"/>
                <a:gd name="connsiteX9-823" fmla="*/ 2142 w 10000"/>
                <a:gd name="connsiteY9-824" fmla="*/ 5001 h 10212"/>
                <a:gd name="connsiteX10-825" fmla="*/ 4032 w 10000"/>
                <a:gd name="connsiteY10-826" fmla="*/ 5001 h 10212"/>
                <a:gd name="connsiteX11-827" fmla="*/ 5923 w 10000"/>
                <a:gd name="connsiteY11-828" fmla="*/ 4881 h 10212"/>
                <a:gd name="connsiteX12-829" fmla="*/ 7813 w 10000"/>
                <a:gd name="connsiteY12-830" fmla="*/ 4881 h 10212"/>
                <a:gd name="connsiteX13-831" fmla="*/ 7813 w 10000"/>
                <a:gd name="connsiteY13-832" fmla="*/ 4881 h 10212"/>
                <a:gd name="connsiteX14-833" fmla="*/ 7898 w 10000"/>
                <a:gd name="connsiteY14-834" fmla="*/ 5833 h 10212"/>
                <a:gd name="connsiteX15-835" fmla="*/ 7939 w 10000"/>
                <a:gd name="connsiteY15-836" fmla="*/ 6668 h 10212"/>
                <a:gd name="connsiteX16-837" fmla="*/ 7939 w 10000"/>
                <a:gd name="connsiteY16-838" fmla="*/ 6668 h 10212"/>
                <a:gd name="connsiteX17-839" fmla="*/ 7898 w 10000"/>
                <a:gd name="connsiteY17-840" fmla="*/ 6786 h 10212"/>
                <a:gd name="connsiteX18-841" fmla="*/ 7898 w 10000"/>
                <a:gd name="connsiteY18-842" fmla="*/ 6786 h 10212"/>
                <a:gd name="connsiteX19-843" fmla="*/ 5167 w 10000"/>
                <a:gd name="connsiteY19-844" fmla="*/ 7382 h 10212"/>
                <a:gd name="connsiteX20-845" fmla="*/ 2394 w 10000"/>
                <a:gd name="connsiteY20-846" fmla="*/ 7620 h 10212"/>
                <a:gd name="connsiteX21-847" fmla="*/ 2478 w 10000"/>
                <a:gd name="connsiteY21-848" fmla="*/ 7501 h 10212"/>
                <a:gd name="connsiteX22-849" fmla="*/ 2436 w 10000"/>
                <a:gd name="connsiteY22-850" fmla="*/ 9167 h 10212"/>
                <a:gd name="connsiteX23-851" fmla="*/ 2521 w 10000"/>
                <a:gd name="connsiteY23-852" fmla="*/ 9406 h 10212"/>
                <a:gd name="connsiteX24-853" fmla="*/ 2688 w 10000"/>
                <a:gd name="connsiteY24-854" fmla="*/ 9406 h 10212"/>
                <a:gd name="connsiteX25-855" fmla="*/ 3025 w 10000"/>
                <a:gd name="connsiteY25-856" fmla="*/ 9406 h 10212"/>
                <a:gd name="connsiteX26-857" fmla="*/ 4452 w 10000"/>
                <a:gd name="connsiteY26-858" fmla="*/ 9287 h 10212"/>
                <a:gd name="connsiteX27-859" fmla="*/ 5839 w 10000"/>
                <a:gd name="connsiteY27-860" fmla="*/ 9287 h 10212"/>
                <a:gd name="connsiteX28-861" fmla="*/ 6553 w 10000"/>
                <a:gd name="connsiteY28-862" fmla="*/ 9287 h 10212"/>
                <a:gd name="connsiteX29-863" fmla="*/ 7267 w 10000"/>
                <a:gd name="connsiteY29-864" fmla="*/ 9406 h 10212"/>
                <a:gd name="connsiteX30-865" fmla="*/ 7267 w 10000"/>
                <a:gd name="connsiteY30-866" fmla="*/ 9525 h 10212"/>
                <a:gd name="connsiteX31-867" fmla="*/ 8499 w 10000"/>
                <a:gd name="connsiteY31-868" fmla="*/ 7555 h 10212"/>
                <a:gd name="connsiteX32-869" fmla="*/ 9618 w 10000"/>
                <a:gd name="connsiteY32-870" fmla="*/ 6008 h 10212"/>
                <a:gd name="connsiteX33-871" fmla="*/ 9828 w 10000"/>
                <a:gd name="connsiteY33-872" fmla="*/ 4395 h 10212"/>
                <a:gd name="connsiteX34-873" fmla="*/ 7227 w 10000"/>
                <a:gd name="connsiteY34-874" fmla="*/ 9525 h 10212"/>
                <a:gd name="connsiteX35-875" fmla="*/ 7341 w 10000"/>
                <a:gd name="connsiteY35-876" fmla="*/ 10159 h 10212"/>
                <a:gd name="connsiteX36-877" fmla="*/ 6553 w 10000"/>
                <a:gd name="connsiteY36-878" fmla="*/ 9525 h 10212"/>
                <a:gd name="connsiteX37-879" fmla="*/ 5839 w 10000"/>
                <a:gd name="connsiteY37-880" fmla="*/ 9643 h 10212"/>
                <a:gd name="connsiteX38-881" fmla="*/ 4452 w 10000"/>
                <a:gd name="connsiteY38-882" fmla="*/ 9764 h 10212"/>
                <a:gd name="connsiteX39-883" fmla="*/ 3025 w 10000"/>
                <a:gd name="connsiteY39-884" fmla="*/ 10000 h 10212"/>
                <a:gd name="connsiteX40-885" fmla="*/ 2646 w 10000"/>
                <a:gd name="connsiteY40-886" fmla="*/ 10000 h 10212"/>
                <a:gd name="connsiteX41-887" fmla="*/ 2478 w 10000"/>
                <a:gd name="connsiteY41-888" fmla="*/ 9881 h 10212"/>
                <a:gd name="connsiteX42-889" fmla="*/ 2310 w 10000"/>
                <a:gd name="connsiteY42-890" fmla="*/ 9525 h 10212"/>
                <a:gd name="connsiteX43-891" fmla="*/ 2226 w 10000"/>
                <a:gd name="connsiteY43-892" fmla="*/ 8334 h 10212"/>
                <a:gd name="connsiteX44-893" fmla="*/ 2310 w 10000"/>
                <a:gd name="connsiteY44-894" fmla="*/ 7382 h 10212"/>
                <a:gd name="connsiteX45-895" fmla="*/ 2394 w 10000"/>
                <a:gd name="connsiteY45-896" fmla="*/ 7143 h 10212"/>
                <a:gd name="connsiteX46-897" fmla="*/ 5125 w 10000"/>
                <a:gd name="connsiteY46-898" fmla="*/ 6906 h 10212"/>
                <a:gd name="connsiteX47-899" fmla="*/ 7898 w 10000"/>
                <a:gd name="connsiteY47-900" fmla="*/ 6548 h 10212"/>
                <a:gd name="connsiteX48-901" fmla="*/ 7855 w 10000"/>
                <a:gd name="connsiteY48-902" fmla="*/ 6668 h 10212"/>
                <a:gd name="connsiteX49-903" fmla="*/ 7813 w 10000"/>
                <a:gd name="connsiteY49-904" fmla="*/ 5833 h 10212"/>
                <a:gd name="connsiteX50-905" fmla="*/ 7771 w 10000"/>
                <a:gd name="connsiteY50-906" fmla="*/ 5001 h 10212"/>
                <a:gd name="connsiteX51-907" fmla="*/ 7771 w 10000"/>
                <a:gd name="connsiteY51-908" fmla="*/ 5001 h 10212"/>
                <a:gd name="connsiteX52-909" fmla="*/ 5923 w 10000"/>
                <a:gd name="connsiteY52-910" fmla="*/ 5119 h 10212"/>
                <a:gd name="connsiteX53-911" fmla="*/ 4032 w 10000"/>
                <a:gd name="connsiteY53-912" fmla="*/ 5358 h 10212"/>
                <a:gd name="connsiteX54-913" fmla="*/ 2142 w 10000"/>
                <a:gd name="connsiteY54-914" fmla="*/ 5477 h 10212"/>
                <a:gd name="connsiteX55-915" fmla="*/ 1218 w 10000"/>
                <a:gd name="connsiteY55-916" fmla="*/ 5358 h 10212"/>
                <a:gd name="connsiteX56-917" fmla="*/ 251 w 10000"/>
                <a:gd name="connsiteY56-918" fmla="*/ 5119 h 10212"/>
                <a:gd name="connsiteX57-919" fmla="*/ 211 w 10000"/>
                <a:gd name="connsiteY57-920" fmla="*/ 5001 h 10212"/>
                <a:gd name="connsiteX58-921" fmla="*/ 84 w 10000"/>
                <a:gd name="connsiteY58-922" fmla="*/ 2739 h 10212"/>
                <a:gd name="connsiteX59-923" fmla="*/ 0 w 10000"/>
                <a:gd name="connsiteY59-924" fmla="*/ 476 h 10212"/>
                <a:gd name="connsiteX60-925" fmla="*/ 0 w 10000"/>
                <a:gd name="connsiteY60-926" fmla="*/ 476 h 10212"/>
                <a:gd name="connsiteX61-927" fmla="*/ 42 w 10000"/>
                <a:gd name="connsiteY61-928" fmla="*/ 357 h 10212"/>
                <a:gd name="connsiteX62-929" fmla="*/ 378 w 10000"/>
                <a:gd name="connsiteY62-930" fmla="*/ 119 h 10212"/>
                <a:gd name="connsiteX63-931" fmla="*/ 672 w 10000"/>
                <a:gd name="connsiteY63-932" fmla="*/ 0 h 10212"/>
                <a:gd name="connsiteX64-933" fmla="*/ 1303 w 10000"/>
                <a:gd name="connsiteY64-934" fmla="*/ 0 h 10212"/>
                <a:gd name="connsiteX65-935" fmla="*/ 1303 w 10000"/>
                <a:gd name="connsiteY65-936" fmla="*/ 0 h 10212"/>
                <a:gd name="connsiteX66-937" fmla="*/ 1303 w 10000"/>
                <a:gd name="connsiteY66-938" fmla="*/ 0 h 10212"/>
                <a:gd name="connsiteX0-939" fmla="*/ 1303 w 9966"/>
                <a:gd name="connsiteY0-940" fmla="*/ 0 h 10718"/>
                <a:gd name="connsiteX1-941" fmla="*/ 672 w 9966"/>
                <a:gd name="connsiteY1-942" fmla="*/ 238 h 10718"/>
                <a:gd name="connsiteX2-943" fmla="*/ 378 w 9966"/>
                <a:gd name="connsiteY2-944" fmla="*/ 357 h 10718"/>
                <a:gd name="connsiteX3-945" fmla="*/ 84 w 9966"/>
                <a:gd name="connsiteY3-946" fmla="*/ 594 h 10718"/>
                <a:gd name="connsiteX4-947" fmla="*/ 127 w 9966"/>
                <a:gd name="connsiteY4-948" fmla="*/ 357 h 10718"/>
                <a:gd name="connsiteX5-949" fmla="*/ 211 w 9966"/>
                <a:gd name="connsiteY5-950" fmla="*/ 2619 h 10718"/>
                <a:gd name="connsiteX6-951" fmla="*/ 335 w 9966"/>
                <a:gd name="connsiteY6-952" fmla="*/ 4881 h 10718"/>
                <a:gd name="connsiteX7-953" fmla="*/ 293 w 9966"/>
                <a:gd name="connsiteY7-954" fmla="*/ 4762 h 10718"/>
                <a:gd name="connsiteX8-955" fmla="*/ 1218 w 9966"/>
                <a:gd name="connsiteY8-956" fmla="*/ 5001 h 10718"/>
                <a:gd name="connsiteX9-957" fmla="*/ 2142 w 9966"/>
                <a:gd name="connsiteY9-958" fmla="*/ 5001 h 10718"/>
                <a:gd name="connsiteX10-959" fmla="*/ 4032 w 9966"/>
                <a:gd name="connsiteY10-960" fmla="*/ 5001 h 10718"/>
                <a:gd name="connsiteX11-961" fmla="*/ 5923 w 9966"/>
                <a:gd name="connsiteY11-962" fmla="*/ 4881 h 10718"/>
                <a:gd name="connsiteX12-963" fmla="*/ 7813 w 9966"/>
                <a:gd name="connsiteY12-964" fmla="*/ 4881 h 10718"/>
                <a:gd name="connsiteX13-965" fmla="*/ 7813 w 9966"/>
                <a:gd name="connsiteY13-966" fmla="*/ 4881 h 10718"/>
                <a:gd name="connsiteX14-967" fmla="*/ 7898 w 9966"/>
                <a:gd name="connsiteY14-968" fmla="*/ 5833 h 10718"/>
                <a:gd name="connsiteX15-969" fmla="*/ 7939 w 9966"/>
                <a:gd name="connsiteY15-970" fmla="*/ 6668 h 10718"/>
                <a:gd name="connsiteX16-971" fmla="*/ 7939 w 9966"/>
                <a:gd name="connsiteY16-972" fmla="*/ 6668 h 10718"/>
                <a:gd name="connsiteX17-973" fmla="*/ 7898 w 9966"/>
                <a:gd name="connsiteY17-974" fmla="*/ 6786 h 10718"/>
                <a:gd name="connsiteX18-975" fmla="*/ 7898 w 9966"/>
                <a:gd name="connsiteY18-976" fmla="*/ 6786 h 10718"/>
                <a:gd name="connsiteX19-977" fmla="*/ 5167 w 9966"/>
                <a:gd name="connsiteY19-978" fmla="*/ 7382 h 10718"/>
                <a:gd name="connsiteX20-979" fmla="*/ 2394 w 9966"/>
                <a:gd name="connsiteY20-980" fmla="*/ 7620 h 10718"/>
                <a:gd name="connsiteX21-981" fmla="*/ 2478 w 9966"/>
                <a:gd name="connsiteY21-982" fmla="*/ 7501 h 10718"/>
                <a:gd name="connsiteX22-983" fmla="*/ 2436 w 9966"/>
                <a:gd name="connsiteY22-984" fmla="*/ 9167 h 10718"/>
                <a:gd name="connsiteX23-985" fmla="*/ 2521 w 9966"/>
                <a:gd name="connsiteY23-986" fmla="*/ 9406 h 10718"/>
                <a:gd name="connsiteX24-987" fmla="*/ 2688 w 9966"/>
                <a:gd name="connsiteY24-988" fmla="*/ 9406 h 10718"/>
                <a:gd name="connsiteX25-989" fmla="*/ 3025 w 9966"/>
                <a:gd name="connsiteY25-990" fmla="*/ 9406 h 10718"/>
                <a:gd name="connsiteX26-991" fmla="*/ 4452 w 9966"/>
                <a:gd name="connsiteY26-992" fmla="*/ 9287 h 10718"/>
                <a:gd name="connsiteX27-993" fmla="*/ 5839 w 9966"/>
                <a:gd name="connsiteY27-994" fmla="*/ 9287 h 10718"/>
                <a:gd name="connsiteX28-995" fmla="*/ 6553 w 9966"/>
                <a:gd name="connsiteY28-996" fmla="*/ 9287 h 10718"/>
                <a:gd name="connsiteX29-997" fmla="*/ 7267 w 9966"/>
                <a:gd name="connsiteY29-998" fmla="*/ 9406 h 10718"/>
                <a:gd name="connsiteX30-999" fmla="*/ 7267 w 9966"/>
                <a:gd name="connsiteY30-1000" fmla="*/ 9525 h 10718"/>
                <a:gd name="connsiteX31-1001" fmla="*/ 8499 w 9966"/>
                <a:gd name="connsiteY31-1002" fmla="*/ 7555 h 10718"/>
                <a:gd name="connsiteX32-1003" fmla="*/ 9618 w 9966"/>
                <a:gd name="connsiteY32-1004" fmla="*/ 6008 h 10718"/>
                <a:gd name="connsiteX33-1005" fmla="*/ 9828 w 9966"/>
                <a:gd name="connsiteY33-1006" fmla="*/ 4395 h 10718"/>
                <a:gd name="connsiteX34-1007" fmla="*/ 7684 w 9966"/>
                <a:gd name="connsiteY34-1008" fmla="*/ 10299 h 10718"/>
                <a:gd name="connsiteX35-1009" fmla="*/ 7341 w 9966"/>
                <a:gd name="connsiteY35-1010" fmla="*/ 10159 h 10718"/>
                <a:gd name="connsiteX36-1011" fmla="*/ 6553 w 9966"/>
                <a:gd name="connsiteY36-1012" fmla="*/ 9525 h 10718"/>
                <a:gd name="connsiteX37-1013" fmla="*/ 5839 w 9966"/>
                <a:gd name="connsiteY37-1014" fmla="*/ 9643 h 10718"/>
                <a:gd name="connsiteX38-1015" fmla="*/ 4452 w 9966"/>
                <a:gd name="connsiteY38-1016" fmla="*/ 9764 h 10718"/>
                <a:gd name="connsiteX39-1017" fmla="*/ 3025 w 9966"/>
                <a:gd name="connsiteY39-1018" fmla="*/ 10000 h 10718"/>
                <a:gd name="connsiteX40-1019" fmla="*/ 2646 w 9966"/>
                <a:gd name="connsiteY40-1020" fmla="*/ 10000 h 10718"/>
                <a:gd name="connsiteX41-1021" fmla="*/ 2478 w 9966"/>
                <a:gd name="connsiteY41-1022" fmla="*/ 9881 h 10718"/>
                <a:gd name="connsiteX42-1023" fmla="*/ 2310 w 9966"/>
                <a:gd name="connsiteY42-1024" fmla="*/ 9525 h 10718"/>
                <a:gd name="connsiteX43-1025" fmla="*/ 2226 w 9966"/>
                <a:gd name="connsiteY43-1026" fmla="*/ 8334 h 10718"/>
                <a:gd name="connsiteX44-1027" fmla="*/ 2310 w 9966"/>
                <a:gd name="connsiteY44-1028" fmla="*/ 7382 h 10718"/>
                <a:gd name="connsiteX45-1029" fmla="*/ 2394 w 9966"/>
                <a:gd name="connsiteY45-1030" fmla="*/ 7143 h 10718"/>
                <a:gd name="connsiteX46-1031" fmla="*/ 5125 w 9966"/>
                <a:gd name="connsiteY46-1032" fmla="*/ 6906 h 10718"/>
                <a:gd name="connsiteX47-1033" fmla="*/ 7898 w 9966"/>
                <a:gd name="connsiteY47-1034" fmla="*/ 6548 h 10718"/>
                <a:gd name="connsiteX48-1035" fmla="*/ 7855 w 9966"/>
                <a:gd name="connsiteY48-1036" fmla="*/ 6668 h 10718"/>
                <a:gd name="connsiteX49-1037" fmla="*/ 7813 w 9966"/>
                <a:gd name="connsiteY49-1038" fmla="*/ 5833 h 10718"/>
                <a:gd name="connsiteX50-1039" fmla="*/ 7771 w 9966"/>
                <a:gd name="connsiteY50-1040" fmla="*/ 5001 h 10718"/>
                <a:gd name="connsiteX51-1041" fmla="*/ 7771 w 9966"/>
                <a:gd name="connsiteY51-1042" fmla="*/ 5001 h 10718"/>
                <a:gd name="connsiteX52-1043" fmla="*/ 5923 w 9966"/>
                <a:gd name="connsiteY52-1044" fmla="*/ 5119 h 10718"/>
                <a:gd name="connsiteX53-1045" fmla="*/ 4032 w 9966"/>
                <a:gd name="connsiteY53-1046" fmla="*/ 5358 h 10718"/>
                <a:gd name="connsiteX54-1047" fmla="*/ 2142 w 9966"/>
                <a:gd name="connsiteY54-1048" fmla="*/ 5477 h 10718"/>
                <a:gd name="connsiteX55-1049" fmla="*/ 1218 w 9966"/>
                <a:gd name="connsiteY55-1050" fmla="*/ 5358 h 10718"/>
                <a:gd name="connsiteX56-1051" fmla="*/ 251 w 9966"/>
                <a:gd name="connsiteY56-1052" fmla="*/ 5119 h 10718"/>
                <a:gd name="connsiteX57-1053" fmla="*/ 211 w 9966"/>
                <a:gd name="connsiteY57-1054" fmla="*/ 5001 h 10718"/>
                <a:gd name="connsiteX58-1055" fmla="*/ 84 w 9966"/>
                <a:gd name="connsiteY58-1056" fmla="*/ 2739 h 10718"/>
                <a:gd name="connsiteX59-1057" fmla="*/ 0 w 9966"/>
                <a:gd name="connsiteY59-1058" fmla="*/ 476 h 10718"/>
                <a:gd name="connsiteX60-1059" fmla="*/ 0 w 9966"/>
                <a:gd name="connsiteY60-1060" fmla="*/ 476 h 10718"/>
                <a:gd name="connsiteX61-1061" fmla="*/ 42 w 9966"/>
                <a:gd name="connsiteY61-1062" fmla="*/ 357 h 10718"/>
                <a:gd name="connsiteX62-1063" fmla="*/ 378 w 9966"/>
                <a:gd name="connsiteY62-1064" fmla="*/ 119 h 10718"/>
                <a:gd name="connsiteX63-1065" fmla="*/ 672 w 9966"/>
                <a:gd name="connsiteY63-1066" fmla="*/ 0 h 10718"/>
                <a:gd name="connsiteX64-1067" fmla="*/ 1303 w 9966"/>
                <a:gd name="connsiteY64-1068" fmla="*/ 0 h 10718"/>
                <a:gd name="connsiteX65-1069" fmla="*/ 1303 w 9966"/>
                <a:gd name="connsiteY65-1070" fmla="*/ 0 h 10718"/>
                <a:gd name="connsiteX66-1071" fmla="*/ 1303 w 9966"/>
                <a:gd name="connsiteY66-1072" fmla="*/ 0 h 10718"/>
                <a:gd name="connsiteX0-1073" fmla="*/ 1307 w 10000"/>
                <a:gd name="connsiteY0-1074" fmla="*/ 0 h 9888"/>
                <a:gd name="connsiteX1-1075" fmla="*/ 674 w 10000"/>
                <a:gd name="connsiteY1-1076" fmla="*/ 222 h 9888"/>
                <a:gd name="connsiteX2-1077" fmla="*/ 379 w 10000"/>
                <a:gd name="connsiteY2-1078" fmla="*/ 333 h 9888"/>
                <a:gd name="connsiteX3-1079" fmla="*/ 84 w 10000"/>
                <a:gd name="connsiteY3-1080" fmla="*/ 554 h 9888"/>
                <a:gd name="connsiteX4-1081" fmla="*/ 127 w 10000"/>
                <a:gd name="connsiteY4-1082" fmla="*/ 333 h 9888"/>
                <a:gd name="connsiteX5-1083" fmla="*/ 212 w 10000"/>
                <a:gd name="connsiteY5-1084" fmla="*/ 2444 h 9888"/>
                <a:gd name="connsiteX6-1085" fmla="*/ 336 w 10000"/>
                <a:gd name="connsiteY6-1086" fmla="*/ 4554 h 9888"/>
                <a:gd name="connsiteX7-1087" fmla="*/ 294 w 10000"/>
                <a:gd name="connsiteY7-1088" fmla="*/ 4443 h 9888"/>
                <a:gd name="connsiteX8-1089" fmla="*/ 1222 w 10000"/>
                <a:gd name="connsiteY8-1090" fmla="*/ 4666 h 9888"/>
                <a:gd name="connsiteX9-1091" fmla="*/ 2149 w 10000"/>
                <a:gd name="connsiteY9-1092" fmla="*/ 4666 h 9888"/>
                <a:gd name="connsiteX10-1093" fmla="*/ 4046 w 10000"/>
                <a:gd name="connsiteY10-1094" fmla="*/ 4666 h 9888"/>
                <a:gd name="connsiteX11-1095" fmla="*/ 5943 w 10000"/>
                <a:gd name="connsiteY11-1096" fmla="*/ 4554 h 9888"/>
                <a:gd name="connsiteX12-1097" fmla="*/ 7840 w 10000"/>
                <a:gd name="connsiteY12-1098" fmla="*/ 4554 h 9888"/>
                <a:gd name="connsiteX13-1099" fmla="*/ 7840 w 10000"/>
                <a:gd name="connsiteY13-1100" fmla="*/ 4554 h 9888"/>
                <a:gd name="connsiteX14-1101" fmla="*/ 7925 w 10000"/>
                <a:gd name="connsiteY14-1102" fmla="*/ 5442 h 9888"/>
                <a:gd name="connsiteX15-1103" fmla="*/ 7966 w 10000"/>
                <a:gd name="connsiteY15-1104" fmla="*/ 6221 h 9888"/>
                <a:gd name="connsiteX16-1105" fmla="*/ 7966 w 10000"/>
                <a:gd name="connsiteY16-1106" fmla="*/ 6221 h 9888"/>
                <a:gd name="connsiteX17-1107" fmla="*/ 7925 w 10000"/>
                <a:gd name="connsiteY17-1108" fmla="*/ 6331 h 9888"/>
                <a:gd name="connsiteX18-1109" fmla="*/ 7925 w 10000"/>
                <a:gd name="connsiteY18-1110" fmla="*/ 6331 h 9888"/>
                <a:gd name="connsiteX19-1111" fmla="*/ 5185 w 10000"/>
                <a:gd name="connsiteY19-1112" fmla="*/ 6887 h 9888"/>
                <a:gd name="connsiteX20-1113" fmla="*/ 2402 w 10000"/>
                <a:gd name="connsiteY20-1114" fmla="*/ 7110 h 9888"/>
                <a:gd name="connsiteX21-1115" fmla="*/ 2486 w 10000"/>
                <a:gd name="connsiteY21-1116" fmla="*/ 6999 h 9888"/>
                <a:gd name="connsiteX22-1117" fmla="*/ 2444 w 10000"/>
                <a:gd name="connsiteY22-1118" fmla="*/ 8553 h 9888"/>
                <a:gd name="connsiteX23-1119" fmla="*/ 2530 w 10000"/>
                <a:gd name="connsiteY23-1120" fmla="*/ 8776 h 9888"/>
                <a:gd name="connsiteX24-1121" fmla="*/ 2697 w 10000"/>
                <a:gd name="connsiteY24-1122" fmla="*/ 8776 h 9888"/>
                <a:gd name="connsiteX25-1123" fmla="*/ 3035 w 10000"/>
                <a:gd name="connsiteY25-1124" fmla="*/ 8776 h 9888"/>
                <a:gd name="connsiteX26-1125" fmla="*/ 4467 w 10000"/>
                <a:gd name="connsiteY26-1126" fmla="*/ 8665 h 9888"/>
                <a:gd name="connsiteX27-1127" fmla="*/ 5859 w 10000"/>
                <a:gd name="connsiteY27-1128" fmla="*/ 8665 h 9888"/>
                <a:gd name="connsiteX28-1129" fmla="*/ 6575 w 10000"/>
                <a:gd name="connsiteY28-1130" fmla="*/ 8665 h 9888"/>
                <a:gd name="connsiteX29-1131" fmla="*/ 7292 w 10000"/>
                <a:gd name="connsiteY29-1132" fmla="*/ 8776 h 9888"/>
                <a:gd name="connsiteX30-1133" fmla="*/ 7292 w 10000"/>
                <a:gd name="connsiteY30-1134" fmla="*/ 8887 h 9888"/>
                <a:gd name="connsiteX31-1135" fmla="*/ 8528 w 10000"/>
                <a:gd name="connsiteY31-1136" fmla="*/ 7049 h 9888"/>
                <a:gd name="connsiteX32-1137" fmla="*/ 9651 w 10000"/>
                <a:gd name="connsiteY32-1138" fmla="*/ 5606 h 9888"/>
                <a:gd name="connsiteX33-1139" fmla="*/ 9862 w 10000"/>
                <a:gd name="connsiteY33-1140" fmla="*/ 4101 h 9888"/>
                <a:gd name="connsiteX34-1141" fmla="*/ 7710 w 10000"/>
                <a:gd name="connsiteY34-1142" fmla="*/ 9609 h 9888"/>
                <a:gd name="connsiteX35-1143" fmla="*/ 7389 w 10000"/>
                <a:gd name="connsiteY35-1144" fmla="*/ 9057 h 9888"/>
                <a:gd name="connsiteX36-1145" fmla="*/ 6575 w 10000"/>
                <a:gd name="connsiteY36-1146" fmla="*/ 8887 h 9888"/>
                <a:gd name="connsiteX37-1147" fmla="*/ 5859 w 10000"/>
                <a:gd name="connsiteY37-1148" fmla="*/ 8997 h 9888"/>
                <a:gd name="connsiteX38-1149" fmla="*/ 4467 w 10000"/>
                <a:gd name="connsiteY38-1150" fmla="*/ 9110 h 9888"/>
                <a:gd name="connsiteX39-1151" fmla="*/ 3035 w 10000"/>
                <a:gd name="connsiteY39-1152" fmla="*/ 9330 h 9888"/>
                <a:gd name="connsiteX40-1153" fmla="*/ 2655 w 10000"/>
                <a:gd name="connsiteY40-1154" fmla="*/ 9330 h 9888"/>
                <a:gd name="connsiteX41-1155" fmla="*/ 2486 w 10000"/>
                <a:gd name="connsiteY41-1156" fmla="*/ 9219 h 9888"/>
                <a:gd name="connsiteX42-1157" fmla="*/ 2318 w 10000"/>
                <a:gd name="connsiteY42-1158" fmla="*/ 8887 h 9888"/>
                <a:gd name="connsiteX43-1159" fmla="*/ 2234 w 10000"/>
                <a:gd name="connsiteY43-1160" fmla="*/ 7776 h 9888"/>
                <a:gd name="connsiteX44-1161" fmla="*/ 2318 w 10000"/>
                <a:gd name="connsiteY44-1162" fmla="*/ 6887 h 9888"/>
                <a:gd name="connsiteX45-1163" fmla="*/ 2402 w 10000"/>
                <a:gd name="connsiteY45-1164" fmla="*/ 6664 h 9888"/>
                <a:gd name="connsiteX46-1165" fmla="*/ 5142 w 10000"/>
                <a:gd name="connsiteY46-1166" fmla="*/ 6443 h 9888"/>
                <a:gd name="connsiteX47-1167" fmla="*/ 7925 w 10000"/>
                <a:gd name="connsiteY47-1168" fmla="*/ 6109 h 9888"/>
                <a:gd name="connsiteX48-1169" fmla="*/ 7882 w 10000"/>
                <a:gd name="connsiteY48-1170" fmla="*/ 6221 h 9888"/>
                <a:gd name="connsiteX49-1171" fmla="*/ 7840 w 10000"/>
                <a:gd name="connsiteY49-1172" fmla="*/ 5442 h 9888"/>
                <a:gd name="connsiteX50-1173" fmla="*/ 7798 w 10000"/>
                <a:gd name="connsiteY50-1174" fmla="*/ 4666 h 9888"/>
                <a:gd name="connsiteX51-1175" fmla="*/ 7798 w 10000"/>
                <a:gd name="connsiteY51-1176" fmla="*/ 4666 h 9888"/>
                <a:gd name="connsiteX52-1177" fmla="*/ 5943 w 10000"/>
                <a:gd name="connsiteY52-1178" fmla="*/ 4776 h 9888"/>
                <a:gd name="connsiteX53-1179" fmla="*/ 4046 w 10000"/>
                <a:gd name="connsiteY53-1180" fmla="*/ 4999 h 9888"/>
                <a:gd name="connsiteX54-1181" fmla="*/ 2149 w 10000"/>
                <a:gd name="connsiteY54-1182" fmla="*/ 5110 h 9888"/>
                <a:gd name="connsiteX55-1183" fmla="*/ 1222 w 10000"/>
                <a:gd name="connsiteY55-1184" fmla="*/ 4999 h 9888"/>
                <a:gd name="connsiteX56-1185" fmla="*/ 252 w 10000"/>
                <a:gd name="connsiteY56-1186" fmla="*/ 4776 h 9888"/>
                <a:gd name="connsiteX57-1187" fmla="*/ 212 w 10000"/>
                <a:gd name="connsiteY57-1188" fmla="*/ 4666 h 9888"/>
                <a:gd name="connsiteX58-1189" fmla="*/ 84 w 10000"/>
                <a:gd name="connsiteY58-1190" fmla="*/ 2556 h 9888"/>
                <a:gd name="connsiteX59-1191" fmla="*/ 0 w 10000"/>
                <a:gd name="connsiteY59-1192" fmla="*/ 444 h 9888"/>
                <a:gd name="connsiteX60-1193" fmla="*/ 0 w 10000"/>
                <a:gd name="connsiteY60-1194" fmla="*/ 444 h 9888"/>
                <a:gd name="connsiteX61-1195" fmla="*/ 42 w 10000"/>
                <a:gd name="connsiteY61-1196" fmla="*/ 333 h 9888"/>
                <a:gd name="connsiteX62-1197" fmla="*/ 379 w 10000"/>
                <a:gd name="connsiteY62-1198" fmla="*/ 111 h 9888"/>
                <a:gd name="connsiteX63-1199" fmla="*/ 674 w 10000"/>
                <a:gd name="connsiteY63-1200" fmla="*/ 0 h 9888"/>
                <a:gd name="connsiteX64-1201" fmla="*/ 1307 w 10000"/>
                <a:gd name="connsiteY64-1202" fmla="*/ 0 h 9888"/>
                <a:gd name="connsiteX65-1203" fmla="*/ 1307 w 10000"/>
                <a:gd name="connsiteY65-1204" fmla="*/ 0 h 9888"/>
                <a:gd name="connsiteX66-1205" fmla="*/ 1307 w 10000"/>
                <a:gd name="connsiteY66-1206" fmla="*/ 0 h 9888"/>
                <a:gd name="connsiteX0-1207" fmla="*/ 1307 w 9981"/>
                <a:gd name="connsiteY0-1208" fmla="*/ 0 h 9436"/>
                <a:gd name="connsiteX1-1209" fmla="*/ 674 w 9981"/>
                <a:gd name="connsiteY1-1210" fmla="*/ 225 h 9436"/>
                <a:gd name="connsiteX2-1211" fmla="*/ 379 w 9981"/>
                <a:gd name="connsiteY2-1212" fmla="*/ 337 h 9436"/>
                <a:gd name="connsiteX3-1213" fmla="*/ 84 w 9981"/>
                <a:gd name="connsiteY3-1214" fmla="*/ 560 h 9436"/>
                <a:gd name="connsiteX4-1215" fmla="*/ 127 w 9981"/>
                <a:gd name="connsiteY4-1216" fmla="*/ 337 h 9436"/>
                <a:gd name="connsiteX5-1217" fmla="*/ 212 w 9981"/>
                <a:gd name="connsiteY5-1218" fmla="*/ 2472 h 9436"/>
                <a:gd name="connsiteX6-1219" fmla="*/ 336 w 9981"/>
                <a:gd name="connsiteY6-1220" fmla="*/ 4606 h 9436"/>
                <a:gd name="connsiteX7-1221" fmla="*/ 294 w 9981"/>
                <a:gd name="connsiteY7-1222" fmla="*/ 4493 h 9436"/>
                <a:gd name="connsiteX8-1223" fmla="*/ 1222 w 9981"/>
                <a:gd name="connsiteY8-1224" fmla="*/ 4719 h 9436"/>
                <a:gd name="connsiteX9-1225" fmla="*/ 2149 w 9981"/>
                <a:gd name="connsiteY9-1226" fmla="*/ 4719 h 9436"/>
                <a:gd name="connsiteX10-1227" fmla="*/ 4046 w 9981"/>
                <a:gd name="connsiteY10-1228" fmla="*/ 4719 h 9436"/>
                <a:gd name="connsiteX11-1229" fmla="*/ 5943 w 9981"/>
                <a:gd name="connsiteY11-1230" fmla="*/ 4606 h 9436"/>
                <a:gd name="connsiteX12-1231" fmla="*/ 7840 w 9981"/>
                <a:gd name="connsiteY12-1232" fmla="*/ 4606 h 9436"/>
                <a:gd name="connsiteX13-1233" fmla="*/ 7840 w 9981"/>
                <a:gd name="connsiteY13-1234" fmla="*/ 4606 h 9436"/>
                <a:gd name="connsiteX14-1235" fmla="*/ 7925 w 9981"/>
                <a:gd name="connsiteY14-1236" fmla="*/ 5504 h 9436"/>
                <a:gd name="connsiteX15-1237" fmla="*/ 7966 w 9981"/>
                <a:gd name="connsiteY15-1238" fmla="*/ 6291 h 9436"/>
                <a:gd name="connsiteX16-1239" fmla="*/ 7966 w 9981"/>
                <a:gd name="connsiteY16-1240" fmla="*/ 6291 h 9436"/>
                <a:gd name="connsiteX17-1241" fmla="*/ 7925 w 9981"/>
                <a:gd name="connsiteY17-1242" fmla="*/ 6403 h 9436"/>
                <a:gd name="connsiteX18-1243" fmla="*/ 7925 w 9981"/>
                <a:gd name="connsiteY18-1244" fmla="*/ 6403 h 9436"/>
                <a:gd name="connsiteX19-1245" fmla="*/ 5185 w 9981"/>
                <a:gd name="connsiteY19-1246" fmla="*/ 6965 h 9436"/>
                <a:gd name="connsiteX20-1247" fmla="*/ 2402 w 9981"/>
                <a:gd name="connsiteY20-1248" fmla="*/ 7191 h 9436"/>
                <a:gd name="connsiteX21-1249" fmla="*/ 2486 w 9981"/>
                <a:gd name="connsiteY21-1250" fmla="*/ 7078 h 9436"/>
                <a:gd name="connsiteX22-1251" fmla="*/ 2444 w 9981"/>
                <a:gd name="connsiteY22-1252" fmla="*/ 8650 h 9436"/>
                <a:gd name="connsiteX23-1253" fmla="*/ 2530 w 9981"/>
                <a:gd name="connsiteY23-1254" fmla="*/ 8875 h 9436"/>
                <a:gd name="connsiteX24-1255" fmla="*/ 2697 w 9981"/>
                <a:gd name="connsiteY24-1256" fmla="*/ 8875 h 9436"/>
                <a:gd name="connsiteX25-1257" fmla="*/ 3035 w 9981"/>
                <a:gd name="connsiteY25-1258" fmla="*/ 8875 h 9436"/>
                <a:gd name="connsiteX26-1259" fmla="*/ 4467 w 9981"/>
                <a:gd name="connsiteY26-1260" fmla="*/ 8763 h 9436"/>
                <a:gd name="connsiteX27-1261" fmla="*/ 5859 w 9981"/>
                <a:gd name="connsiteY27-1262" fmla="*/ 8763 h 9436"/>
                <a:gd name="connsiteX28-1263" fmla="*/ 6575 w 9981"/>
                <a:gd name="connsiteY28-1264" fmla="*/ 8763 h 9436"/>
                <a:gd name="connsiteX29-1265" fmla="*/ 7292 w 9981"/>
                <a:gd name="connsiteY29-1266" fmla="*/ 8875 h 9436"/>
                <a:gd name="connsiteX30-1267" fmla="*/ 7292 w 9981"/>
                <a:gd name="connsiteY30-1268" fmla="*/ 8988 h 9436"/>
                <a:gd name="connsiteX31-1269" fmla="*/ 8528 w 9981"/>
                <a:gd name="connsiteY31-1270" fmla="*/ 7129 h 9436"/>
                <a:gd name="connsiteX32-1271" fmla="*/ 9651 w 9981"/>
                <a:gd name="connsiteY32-1272" fmla="*/ 5669 h 9436"/>
                <a:gd name="connsiteX33-1273" fmla="*/ 9862 w 9981"/>
                <a:gd name="connsiteY33-1274" fmla="*/ 4147 h 9436"/>
                <a:gd name="connsiteX34-1275" fmla="*/ 7985 w 9981"/>
                <a:gd name="connsiteY34-1276" fmla="*/ 8744 h 9436"/>
                <a:gd name="connsiteX35-1277" fmla="*/ 7389 w 9981"/>
                <a:gd name="connsiteY35-1278" fmla="*/ 9160 h 9436"/>
                <a:gd name="connsiteX36-1279" fmla="*/ 6575 w 9981"/>
                <a:gd name="connsiteY36-1280" fmla="*/ 8988 h 9436"/>
                <a:gd name="connsiteX37-1281" fmla="*/ 5859 w 9981"/>
                <a:gd name="connsiteY37-1282" fmla="*/ 9099 h 9436"/>
                <a:gd name="connsiteX38-1283" fmla="*/ 4467 w 9981"/>
                <a:gd name="connsiteY38-1284" fmla="*/ 9213 h 9436"/>
                <a:gd name="connsiteX39-1285" fmla="*/ 3035 w 9981"/>
                <a:gd name="connsiteY39-1286" fmla="*/ 9436 h 9436"/>
                <a:gd name="connsiteX40-1287" fmla="*/ 2655 w 9981"/>
                <a:gd name="connsiteY40-1288" fmla="*/ 9436 h 9436"/>
                <a:gd name="connsiteX41-1289" fmla="*/ 2486 w 9981"/>
                <a:gd name="connsiteY41-1290" fmla="*/ 9323 h 9436"/>
                <a:gd name="connsiteX42-1291" fmla="*/ 2318 w 9981"/>
                <a:gd name="connsiteY42-1292" fmla="*/ 8988 h 9436"/>
                <a:gd name="connsiteX43-1293" fmla="*/ 2234 w 9981"/>
                <a:gd name="connsiteY43-1294" fmla="*/ 7864 h 9436"/>
                <a:gd name="connsiteX44-1295" fmla="*/ 2318 w 9981"/>
                <a:gd name="connsiteY44-1296" fmla="*/ 6965 h 9436"/>
                <a:gd name="connsiteX45-1297" fmla="*/ 2402 w 9981"/>
                <a:gd name="connsiteY45-1298" fmla="*/ 6739 h 9436"/>
                <a:gd name="connsiteX46-1299" fmla="*/ 5142 w 9981"/>
                <a:gd name="connsiteY46-1300" fmla="*/ 6516 h 9436"/>
                <a:gd name="connsiteX47-1301" fmla="*/ 7925 w 9981"/>
                <a:gd name="connsiteY47-1302" fmla="*/ 6178 h 9436"/>
                <a:gd name="connsiteX48-1303" fmla="*/ 7882 w 9981"/>
                <a:gd name="connsiteY48-1304" fmla="*/ 6291 h 9436"/>
                <a:gd name="connsiteX49-1305" fmla="*/ 7840 w 9981"/>
                <a:gd name="connsiteY49-1306" fmla="*/ 5504 h 9436"/>
                <a:gd name="connsiteX50-1307" fmla="*/ 7798 w 9981"/>
                <a:gd name="connsiteY50-1308" fmla="*/ 4719 h 9436"/>
                <a:gd name="connsiteX51-1309" fmla="*/ 7798 w 9981"/>
                <a:gd name="connsiteY51-1310" fmla="*/ 4719 h 9436"/>
                <a:gd name="connsiteX52-1311" fmla="*/ 5943 w 9981"/>
                <a:gd name="connsiteY52-1312" fmla="*/ 4830 h 9436"/>
                <a:gd name="connsiteX53-1313" fmla="*/ 4046 w 9981"/>
                <a:gd name="connsiteY53-1314" fmla="*/ 5056 h 9436"/>
                <a:gd name="connsiteX54-1315" fmla="*/ 2149 w 9981"/>
                <a:gd name="connsiteY54-1316" fmla="*/ 5168 h 9436"/>
                <a:gd name="connsiteX55-1317" fmla="*/ 1222 w 9981"/>
                <a:gd name="connsiteY55-1318" fmla="*/ 5056 h 9436"/>
                <a:gd name="connsiteX56-1319" fmla="*/ 252 w 9981"/>
                <a:gd name="connsiteY56-1320" fmla="*/ 4830 h 9436"/>
                <a:gd name="connsiteX57-1321" fmla="*/ 212 w 9981"/>
                <a:gd name="connsiteY57-1322" fmla="*/ 4719 h 9436"/>
                <a:gd name="connsiteX58-1323" fmla="*/ 84 w 9981"/>
                <a:gd name="connsiteY58-1324" fmla="*/ 2585 h 9436"/>
                <a:gd name="connsiteX59-1325" fmla="*/ 0 w 9981"/>
                <a:gd name="connsiteY59-1326" fmla="*/ 449 h 9436"/>
                <a:gd name="connsiteX60-1327" fmla="*/ 0 w 9981"/>
                <a:gd name="connsiteY60-1328" fmla="*/ 449 h 9436"/>
                <a:gd name="connsiteX61-1329" fmla="*/ 42 w 9981"/>
                <a:gd name="connsiteY61-1330" fmla="*/ 337 h 9436"/>
                <a:gd name="connsiteX62-1331" fmla="*/ 379 w 9981"/>
                <a:gd name="connsiteY62-1332" fmla="*/ 112 h 9436"/>
                <a:gd name="connsiteX63-1333" fmla="*/ 674 w 9981"/>
                <a:gd name="connsiteY63-1334" fmla="*/ 0 h 9436"/>
                <a:gd name="connsiteX64-1335" fmla="*/ 1307 w 9981"/>
                <a:gd name="connsiteY64-1336" fmla="*/ 0 h 9436"/>
                <a:gd name="connsiteX65-1337" fmla="*/ 1307 w 9981"/>
                <a:gd name="connsiteY65-1338" fmla="*/ 0 h 9436"/>
                <a:gd name="connsiteX66-1339" fmla="*/ 1307 w 9981"/>
                <a:gd name="connsiteY66-1340" fmla="*/ 0 h 9436"/>
                <a:gd name="connsiteX0-1341" fmla="*/ 1309 w 10156"/>
                <a:gd name="connsiteY0-1342" fmla="*/ 0 h 10000"/>
                <a:gd name="connsiteX1-1343" fmla="*/ 675 w 10156"/>
                <a:gd name="connsiteY1-1344" fmla="*/ 238 h 10000"/>
                <a:gd name="connsiteX2-1345" fmla="*/ 380 w 10156"/>
                <a:gd name="connsiteY2-1346" fmla="*/ 357 h 10000"/>
                <a:gd name="connsiteX3-1347" fmla="*/ 84 w 10156"/>
                <a:gd name="connsiteY3-1348" fmla="*/ 593 h 10000"/>
                <a:gd name="connsiteX4-1349" fmla="*/ 127 w 10156"/>
                <a:gd name="connsiteY4-1350" fmla="*/ 357 h 10000"/>
                <a:gd name="connsiteX5-1351" fmla="*/ 212 w 10156"/>
                <a:gd name="connsiteY5-1352" fmla="*/ 2620 h 10000"/>
                <a:gd name="connsiteX6-1353" fmla="*/ 337 w 10156"/>
                <a:gd name="connsiteY6-1354" fmla="*/ 4881 h 10000"/>
                <a:gd name="connsiteX7-1355" fmla="*/ 295 w 10156"/>
                <a:gd name="connsiteY7-1356" fmla="*/ 4762 h 10000"/>
                <a:gd name="connsiteX8-1357" fmla="*/ 1224 w 10156"/>
                <a:gd name="connsiteY8-1358" fmla="*/ 5001 h 10000"/>
                <a:gd name="connsiteX9-1359" fmla="*/ 2153 w 10156"/>
                <a:gd name="connsiteY9-1360" fmla="*/ 5001 h 10000"/>
                <a:gd name="connsiteX10-1361" fmla="*/ 4054 w 10156"/>
                <a:gd name="connsiteY10-1362" fmla="*/ 5001 h 10000"/>
                <a:gd name="connsiteX11-1363" fmla="*/ 5954 w 10156"/>
                <a:gd name="connsiteY11-1364" fmla="*/ 4881 h 10000"/>
                <a:gd name="connsiteX12-1365" fmla="*/ 7855 w 10156"/>
                <a:gd name="connsiteY12-1366" fmla="*/ 4881 h 10000"/>
                <a:gd name="connsiteX13-1367" fmla="*/ 7855 w 10156"/>
                <a:gd name="connsiteY13-1368" fmla="*/ 4881 h 10000"/>
                <a:gd name="connsiteX14-1369" fmla="*/ 7940 w 10156"/>
                <a:gd name="connsiteY14-1370" fmla="*/ 5833 h 10000"/>
                <a:gd name="connsiteX15-1371" fmla="*/ 7981 w 10156"/>
                <a:gd name="connsiteY15-1372" fmla="*/ 6667 h 10000"/>
                <a:gd name="connsiteX16-1373" fmla="*/ 7981 w 10156"/>
                <a:gd name="connsiteY16-1374" fmla="*/ 6667 h 10000"/>
                <a:gd name="connsiteX17-1375" fmla="*/ 7940 w 10156"/>
                <a:gd name="connsiteY17-1376" fmla="*/ 6786 h 10000"/>
                <a:gd name="connsiteX18-1377" fmla="*/ 7940 w 10156"/>
                <a:gd name="connsiteY18-1378" fmla="*/ 6786 h 10000"/>
                <a:gd name="connsiteX19-1379" fmla="*/ 5195 w 10156"/>
                <a:gd name="connsiteY19-1380" fmla="*/ 7381 h 10000"/>
                <a:gd name="connsiteX20-1381" fmla="*/ 2407 w 10156"/>
                <a:gd name="connsiteY20-1382" fmla="*/ 7621 h 10000"/>
                <a:gd name="connsiteX21-1383" fmla="*/ 2491 w 10156"/>
                <a:gd name="connsiteY21-1384" fmla="*/ 7501 h 10000"/>
                <a:gd name="connsiteX22-1385" fmla="*/ 2449 w 10156"/>
                <a:gd name="connsiteY22-1386" fmla="*/ 9167 h 10000"/>
                <a:gd name="connsiteX23-1387" fmla="*/ 2535 w 10156"/>
                <a:gd name="connsiteY23-1388" fmla="*/ 9405 h 10000"/>
                <a:gd name="connsiteX24-1389" fmla="*/ 2702 w 10156"/>
                <a:gd name="connsiteY24-1390" fmla="*/ 9405 h 10000"/>
                <a:gd name="connsiteX25-1391" fmla="*/ 3041 w 10156"/>
                <a:gd name="connsiteY25-1392" fmla="*/ 9405 h 10000"/>
                <a:gd name="connsiteX26-1393" fmla="*/ 4476 w 10156"/>
                <a:gd name="connsiteY26-1394" fmla="*/ 9287 h 10000"/>
                <a:gd name="connsiteX27-1395" fmla="*/ 5870 w 10156"/>
                <a:gd name="connsiteY27-1396" fmla="*/ 9287 h 10000"/>
                <a:gd name="connsiteX28-1397" fmla="*/ 6588 w 10156"/>
                <a:gd name="connsiteY28-1398" fmla="*/ 9287 h 10000"/>
                <a:gd name="connsiteX29-1399" fmla="*/ 7306 w 10156"/>
                <a:gd name="connsiteY29-1400" fmla="*/ 9405 h 10000"/>
                <a:gd name="connsiteX30-1401" fmla="*/ 7306 w 10156"/>
                <a:gd name="connsiteY30-1402" fmla="*/ 9525 h 10000"/>
                <a:gd name="connsiteX31-1403" fmla="*/ 8544 w 10156"/>
                <a:gd name="connsiteY31-1404" fmla="*/ 7555 h 10000"/>
                <a:gd name="connsiteX32-1405" fmla="*/ 9669 w 10156"/>
                <a:gd name="connsiteY32-1406" fmla="*/ 6008 h 10000"/>
                <a:gd name="connsiteX33-1407" fmla="*/ 10065 w 10156"/>
                <a:gd name="connsiteY33-1408" fmla="*/ 5491 h 10000"/>
                <a:gd name="connsiteX34-1409" fmla="*/ 8000 w 10156"/>
                <a:gd name="connsiteY34-1410" fmla="*/ 9267 h 10000"/>
                <a:gd name="connsiteX35-1411" fmla="*/ 7403 w 10156"/>
                <a:gd name="connsiteY35-1412" fmla="*/ 9708 h 10000"/>
                <a:gd name="connsiteX36-1413" fmla="*/ 6588 w 10156"/>
                <a:gd name="connsiteY36-1414" fmla="*/ 9525 h 10000"/>
                <a:gd name="connsiteX37-1415" fmla="*/ 5870 w 10156"/>
                <a:gd name="connsiteY37-1416" fmla="*/ 9643 h 10000"/>
                <a:gd name="connsiteX38-1417" fmla="*/ 4476 w 10156"/>
                <a:gd name="connsiteY38-1418" fmla="*/ 9764 h 10000"/>
                <a:gd name="connsiteX39-1419" fmla="*/ 3041 w 10156"/>
                <a:gd name="connsiteY39-1420" fmla="*/ 10000 h 10000"/>
                <a:gd name="connsiteX40-1421" fmla="*/ 2660 w 10156"/>
                <a:gd name="connsiteY40-1422" fmla="*/ 10000 h 10000"/>
                <a:gd name="connsiteX41-1423" fmla="*/ 2491 w 10156"/>
                <a:gd name="connsiteY41-1424" fmla="*/ 9880 h 10000"/>
                <a:gd name="connsiteX42-1425" fmla="*/ 2322 w 10156"/>
                <a:gd name="connsiteY42-1426" fmla="*/ 9525 h 10000"/>
                <a:gd name="connsiteX43-1427" fmla="*/ 2238 w 10156"/>
                <a:gd name="connsiteY43-1428" fmla="*/ 8334 h 10000"/>
                <a:gd name="connsiteX44-1429" fmla="*/ 2322 w 10156"/>
                <a:gd name="connsiteY44-1430" fmla="*/ 7381 h 10000"/>
                <a:gd name="connsiteX45-1431" fmla="*/ 2407 w 10156"/>
                <a:gd name="connsiteY45-1432" fmla="*/ 7142 h 10000"/>
                <a:gd name="connsiteX46-1433" fmla="*/ 5152 w 10156"/>
                <a:gd name="connsiteY46-1434" fmla="*/ 6905 h 10000"/>
                <a:gd name="connsiteX47-1435" fmla="*/ 7940 w 10156"/>
                <a:gd name="connsiteY47-1436" fmla="*/ 6547 h 10000"/>
                <a:gd name="connsiteX48-1437" fmla="*/ 7897 w 10156"/>
                <a:gd name="connsiteY48-1438" fmla="*/ 6667 h 10000"/>
                <a:gd name="connsiteX49-1439" fmla="*/ 7855 w 10156"/>
                <a:gd name="connsiteY49-1440" fmla="*/ 5833 h 10000"/>
                <a:gd name="connsiteX50-1441" fmla="*/ 7813 w 10156"/>
                <a:gd name="connsiteY50-1442" fmla="*/ 5001 h 10000"/>
                <a:gd name="connsiteX51-1443" fmla="*/ 7813 w 10156"/>
                <a:gd name="connsiteY51-1444" fmla="*/ 5001 h 10000"/>
                <a:gd name="connsiteX52-1445" fmla="*/ 5954 w 10156"/>
                <a:gd name="connsiteY52-1446" fmla="*/ 5119 h 10000"/>
                <a:gd name="connsiteX53-1447" fmla="*/ 4054 w 10156"/>
                <a:gd name="connsiteY53-1448" fmla="*/ 5358 h 10000"/>
                <a:gd name="connsiteX54-1449" fmla="*/ 2153 w 10156"/>
                <a:gd name="connsiteY54-1450" fmla="*/ 5477 h 10000"/>
                <a:gd name="connsiteX55-1451" fmla="*/ 1224 w 10156"/>
                <a:gd name="connsiteY55-1452" fmla="*/ 5358 h 10000"/>
                <a:gd name="connsiteX56-1453" fmla="*/ 252 w 10156"/>
                <a:gd name="connsiteY56-1454" fmla="*/ 5119 h 10000"/>
                <a:gd name="connsiteX57-1455" fmla="*/ 212 w 10156"/>
                <a:gd name="connsiteY57-1456" fmla="*/ 5001 h 10000"/>
                <a:gd name="connsiteX58-1457" fmla="*/ 84 w 10156"/>
                <a:gd name="connsiteY58-1458" fmla="*/ 2740 h 10000"/>
                <a:gd name="connsiteX59-1459" fmla="*/ 0 w 10156"/>
                <a:gd name="connsiteY59-1460" fmla="*/ 476 h 10000"/>
                <a:gd name="connsiteX60-1461" fmla="*/ 0 w 10156"/>
                <a:gd name="connsiteY60-1462" fmla="*/ 476 h 10000"/>
                <a:gd name="connsiteX61-1463" fmla="*/ 42 w 10156"/>
                <a:gd name="connsiteY61-1464" fmla="*/ 357 h 10000"/>
                <a:gd name="connsiteX62-1465" fmla="*/ 380 w 10156"/>
                <a:gd name="connsiteY62-1466" fmla="*/ 119 h 10000"/>
                <a:gd name="connsiteX63-1467" fmla="*/ 675 w 10156"/>
                <a:gd name="connsiteY63-1468" fmla="*/ 0 h 10000"/>
                <a:gd name="connsiteX64-1469" fmla="*/ 1309 w 10156"/>
                <a:gd name="connsiteY64-1470" fmla="*/ 0 h 10000"/>
                <a:gd name="connsiteX65-1471" fmla="*/ 1309 w 10156"/>
                <a:gd name="connsiteY65-1472" fmla="*/ 0 h 10000"/>
                <a:gd name="connsiteX66-1473" fmla="*/ 1309 w 10156"/>
                <a:gd name="connsiteY66-1474" fmla="*/ 0 h 10000"/>
                <a:gd name="connsiteX0-1475" fmla="*/ 1309 w 10124"/>
                <a:gd name="connsiteY0-1476" fmla="*/ 0 h 10000"/>
                <a:gd name="connsiteX1-1477" fmla="*/ 675 w 10124"/>
                <a:gd name="connsiteY1-1478" fmla="*/ 238 h 10000"/>
                <a:gd name="connsiteX2-1479" fmla="*/ 380 w 10124"/>
                <a:gd name="connsiteY2-1480" fmla="*/ 357 h 10000"/>
                <a:gd name="connsiteX3-1481" fmla="*/ 84 w 10124"/>
                <a:gd name="connsiteY3-1482" fmla="*/ 593 h 10000"/>
                <a:gd name="connsiteX4-1483" fmla="*/ 127 w 10124"/>
                <a:gd name="connsiteY4-1484" fmla="*/ 357 h 10000"/>
                <a:gd name="connsiteX5-1485" fmla="*/ 212 w 10124"/>
                <a:gd name="connsiteY5-1486" fmla="*/ 2620 h 10000"/>
                <a:gd name="connsiteX6-1487" fmla="*/ 337 w 10124"/>
                <a:gd name="connsiteY6-1488" fmla="*/ 4881 h 10000"/>
                <a:gd name="connsiteX7-1489" fmla="*/ 295 w 10124"/>
                <a:gd name="connsiteY7-1490" fmla="*/ 4762 h 10000"/>
                <a:gd name="connsiteX8-1491" fmla="*/ 1224 w 10124"/>
                <a:gd name="connsiteY8-1492" fmla="*/ 5001 h 10000"/>
                <a:gd name="connsiteX9-1493" fmla="*/ 2153 w 10124"/>
                <a:gd name="connsiteY9-1494" fmla="*/ 5001 h 10000"/>
                <a:gd name="connsiteX10-1495" fmla="*/ 4054 w 10124"/>
                <a:gd name="connsiteY10-1496" fmla="*/ 5001 h 10000"/>
                <a:gd name="connsiteX11-1497" fmla="*/ 5954 w 10124"/>
                <a:gd name="connsiteY11-1498" fmla="*/ 4881 h 10000"/>
                <a:gd name="connsiteX12-1499" fmla="*/ 7855 w 10124"/>
                <a:gd name="connsiteY12-1500" fmla="*/ 4881 h 10000"/>
                <a:gd name="connsiteX13-1501" fmla="*/ 7855 w 10124"/>
                <a:gd name="connsiteY13-1502" fmla="*/ 4881 h 10000"/>
                <a:gd name="connsiteX14-1503" fmla="*/ 7940 w 10124"/>
                <a:gd name="connsiteY14-1504" fmla="*/ 5833 h 10000"/>
                <a:gd name="connsiteX15-1505" fmla="*/ 7981 w 10124"/>
                <a:gd name="connsiteY15-1506" fmla="*/ 6667 h 10000"/>
                <a:gd name="connsiteX16-1507" fmla="*/ 7981 w 10124"/>
                <a:gd name="connsiteY16-1508" fmla="*/ 6667 h 10000"/>
                <a:gd name="connsiteX17-1509" fmla="*/ 7940 w 10124"/>
                <a:gd name="connsiteY17-1510" fmla="*/ 6786 h 10000"/>
                <a:gd name="connsiteX18-1511" fmla="*/ 7940 w 10124"/>
                <a:gd name="connsiteY18-1512" fmla="*/ 6786 h 10000"/>
                <a:gd name="connsiteX19-1513" fmla="*/ 5195 w 10124"/>
                <a:gd name="connsiteY19-1514" fmla="*/ 7381 h 10000"/>
                <a:gd name="connsiteX20-1515" fmla="*/ 2407 w 10124"/>
                <a:gd name="connsiteY20-1516" fmla="*/ 7621 h 10000"/>
                <a:gd name="connsiteX21-1517" fmla="*/ 2491 w 10124"/>
                <a:gd name="connsiteY21-1518" fmla="*/ 7501 h 10000"/>
                <a:gd name="connsiteX22-1519" fmla="*/ 2449 w 10124"/>
                <a:gd name="connsiteY22-1520" fmla="*/ 9167 h 10000"/>
                <a:gd name="connsiteX23-1521" fmla="*/ 2535 w 10124"/>
                <a:gd name="connsiteY23-1522" fmla="*/ 9405 h 10000"/>
                <a:gd name="connsiteX24-1523" fmla="*/ 2702 w 10124"/>
                <a:gd name="connsiteY24-1524" fmla="*/ 9405 h 10000"/>
                <a:gd name="connsiteX25-1525" fmla="*/ 3041 w 10124"/>
                <a:gd name="connsiteY25-1526" fmla="*/ 9405 h 10000"/>
                <a:gd name="connsiteX26-1527" fmla="*/ 4476 w 10124"/>
                <a:gd name="connsiteY26-1528" fmla="*/ 9287 h 10000"/>
                <a:gd name="connsiteX27-1529" fmla="*/ 5870 w 10124"/>
                <a:gd name="connsiteY27-1530" fmla="*/ 9287 h 10000"/>
                <a:gd name="connsiteX28-1531" fmla="*/ 6588 w 10124"/>
                <a:gd name="connsiteY28-1532" fmla="*/ 9287 h 10000"/>
                <a:gd name="connsiteX29-1533" fmla="*/ 7306 w 10124"/>
                <a:gd name="connsiteY29-1534" fmla="*/ 9405 h 10000"/>
                <a:gd name="connsiteX30-1535" fmla="*/ 7306 w 10124"/>
                <a:gd name="connsiteY30-1536" fmla="*/ 9525 h 10000"/>
                <a:gd name="connsiteX31-1537" fmla="*/ 8544 w 10124"/>
                <a:gd name="connsiteY31-1538" fmla="*/ 7555 h 10000"/>
                <a:gd name="connsiteX32-1539" fmla="*/ 9669 w 10124"/>
                <a:gd name="connsiteY32-1540" fmla="*/ 6008 h 10000"/>
                <a:gd name="connsiteX33-1541" fmla="*/ 10065 w 10124"/>
                <a:gd name="connsiteY33-1542" fmla="*/ 5491 h 10000"/>
                <a:gd name="connsiteX34-1543" fmla="*/ 8482 w 10124"/>
                <a:gd name="connsiteY34-1544" fmla="*/ 8042 h 10000"/>
                <a:gd name="connsiteX35-1545" fmla="*/ 7403 w 10124"/>
                <a:gd name="connsiteY35-1546" fmla="*/ 9708 h 10000"/>
                <a:gd name="connsiteX36-1547" fmla="*/ 6588 w 10124"/>
                <a:gd name="connsiteY36-1548" fmla="*/ 9525 h 10000"/>
                <a:gd name="connsiteX37-1549" fmla="*/ 5870 w 10124"/>
                <a:gd name="connsiteY37-1550" fmla="*/ 9643 h 10000"/>
                <a:gd name="connsiteX38-1551" fmla="*/ 4476 w 10124"/>
                <a:gd name="connsiteY38-1552" fmla="*/ 9764 h 10000"/>
                <a:gd name="connsiteX39-1553" fmla="*/ 3041 w 10124"/>
                <a:gd name="connsiteY39-1554" fmla="*/ 10000 h 10000"/>
                <a:gd name="connsiteX40-1555" fmla="*/ 2660 w 10124"/>
                <a:gd name="connsiteY40-1556" fmla="*/ 10000 h 10000"/>
                <a:gd name="connsiteX41-1557" fmla="*/ 2491 w 10124"/>
                <a:gd name="connsiteY41-1558" fmla="*/ 9880 h 10000"/>
                <a:gd name="connsiteX42-1559" fmla="*/ 2322 w 10124"/>
                <a:gd name="connsiteY42-1560" fmla="*/ 9525 h 10000"/>
                <a:gd name="connsiteX43-1561" fmla="*/ 2238 w 10124"/>
                <a:gd name="connsiteY43-1562" fmla="*/ 8334 h 10000"/>
                <a:gd name="connsiteX44-1563" fmla="*/ 2322 w 10124"/>
                <a:gd name="connsiteY44-1564" fmla="*/ 7381 h 10000"/>
                <a:gd name="connsiteX45-1565" fmla="*/ 2407 w 10124"/>
                <a:gd name="connsiteY45-1566" fmla="*/ 7142 h 10000"/>
                <a:gd name="connsiteX46-1567" fmla="*/ 5152 w 10124"/>
                <a:gd name="connsiteY46-1568" fmla="*/ 6905 h 10000"/>
                <a:gd name="connsiteX47-1569" fmla="*/ 7940 w 10124"/>
                <a:gd name="connsiteY47-1570" fmla="*/ 6547 h 10000"/>
                <a:gd name="connsiteX48-1571" fmla="*/ 7897 w 10124"/>
                <a:gd name="connsiteY48-1572" fmla="*/ 6667 h 10000"/>
                <a:gd name="connsiteX49-1573" fmla="*/ 7855 w 10124"/>
                <a:gd name="connsiteY49-1574" fmla="*/ 5833 h 10000"/>
                <a:gd name="connsiteX50-1575" fmla="*/ 7813 w 10124"/>
                <a:gd name="connsiteY50-1576" fmla="*/ 5001 h 10000"/>
                <a:gd name="connsiteX51-1577" fmla="*/ 7813 w 10124"/>
                <a:gd name="connsiteY51-1578" fmla="*/ 5001 h 10000"/>
                <a:gd name="connsiteX52-1579" fmla="*/ 5954 w 10124"/>
                <a:gd name="connsiteY52-1580" fmla="*/ 5119 h 10000"/>
                <a:gd name="connsiteX53-1581" fmla="*/ 4054 w 10124"/>
                <a:gd name="connsiteY53-1582" fmla="*/ 5358 h 10000"/>
                <a:gd name="connsiteX54-1583" fmla="*/ 2153 w 10124"/>
                <a:gd name="connsiteY54-1584" fmla="*/ 5477 h 10000"/>
                <a:gd name="connsiteX55-1585" fmla="*/ 1224 w 10124"/>
                <a:gd name="connsiteY55-1586" fmla="*/ 5358 h 10000"/>
                <a:gd name="connsiteX56-1587" fmla="*/ 252 w 10124"/>
                <a:gd name="connsiteY56-1588" fmla="*/ 5119 h 10000"/>
                <a:gd name="connsiteX57-1589" fmla="*/ 212 w 10124"/>
                <a:gd name="connsiteY57-1590" fmla="*/ 5001 h 10000"/>
                <a:gd name="connsiteX58-1591" fmla="*/ 84 w 10124"/>
                <a:gd name="connsiteY58-1592" fmla="*/ 2740 h 10000"/>
                <a:gd name="connsiteX59-1593" fmla="*/ 0 w 10124"/>
                <a:gd name="connsiteY59-1594" fmla="*/ 476 h 10000"/>
                <a:gd name="connsiteX60-1595" fmla="*/ 0 w 10124"/>
                <a:gd name="connsiteY60-1596" fmla="*/ 476 h 10000"/>
                <a:gd name="connsiteX61-1597" fmla="*/ 42 w 10124"/>
                <a:gd name="connsiteY61-1598" fmla="*/ 357 h 10000"/>
                <a:gd name="connsiteX62-1599" fmla="*/ 380 w 10124"/>
                <a:gd name="connsiteY62-1600" fmla="*/ 119 h 10000"/>
                <a:gd name="connsiteX63-1601" fmla="*/ 675 w 10124"/>
                <a:gd name="connsiteY63-1602" fmla="*/ 0 h 10000"/>
                <a:gd name="connsiteX64-1603" fmla="*/ 1309 w 10124"/>
                <a:gd name="connsiteY64-1604" fmla="*/ 0 h 10000"/>
                <a:gd name="connsiteX65-1605" fmla="*/ 1309 w 10124"/>
                <a:gd name="connsiteY65-1606" fmla="*/ 0 h 10000"/>
                <a:gd name="connsiteX66-1607" fmla="*/ 1309 w 10124"/>
                <a:gd name="connsiteY66-1608" fmla="*/ 0 h 10000"/>
                <a:gd name="connsiteX0-1609" fmla="*/ 1309 w 10168"/>
                <a:gd name="connsiteY0-1610" fmla="*/ 0 h 10000"/>
                <a:gd name="connsiteX1-1611" fmla="*/ 675 w 10168"/>
                <a:gd name="connsiteY1-1612" fmla="*/ 238 h 10000"/>
                <a:gd name="connsiteX2-1613" fmla="*/ 380 w 10168"/>
                <a:gd name="connsiteY2-1614" fmla="*/ 357 h 10000"/>
                <a:gd name="connsiteX3-1615" fmla="*/ 84 w 10168"/>
                <a:gd name="connsiteY3-1616" fmla="*/ 593 h 10000"/>
                <a:gd name="connsiteX4-1617" fmla="*/ 127 w 10168"/>
                <a:gd name="connsiteY4-1618" fmla="*/ 357 h 10000"/>
                <a:gd name="connsiteX5-1619" fmla="*/ 212 w 10168"/>
                <a:gd name="connsiteY5-1620" fmla="*/ 2620 h 10000"/>
                <a:gd name="connsiteX6-1621" fmla="*/ 337 w 10168"/>
                <a:gd name="connsiteY6-1622" fmla="*/ 4881 h 10000"/>
                <a:gd name="connsiteX7-1623" fmla="*/ 295 w 10168"/>
                <a:gd name="connsiteY7-1624" fmla="*/ 4762 h 10000"/>
                <a:gd name="connsiteX8-1625" fmla="*/ 1224 w 10168"/>
                <a:gd name="connsiteY8-1626" fmla="*/ 5001 h 10000"/>
                <a:gd name="connsiteX9-1627" fmla="*/ 2153 w 10168"/>
                <a:gd name="connsiteY9-1628" fmla="*/ 5001 h 10000"/>
                <a:gd name="connsiteX10-1629" fmla="*/ 4054 w 10168"/>
                <a:gd name="connsiteY10-1630" fmla="*/ 5001 h 10000"/>
                <a:gd name="connsiteX11-1631" fmla="*/ 5954 w 10168"/>
                <a:gd name="connsiteY11-1632" fmla="*/ 4881 h 10000"/>
                <a:gd name="connsiteX12-1633" fmla="*/ 7855 w 10168"/>
                <a:gd name="connsiteY12-1634" fmla="*/ 4881 h 10000"/>
                <a:gd name="connsiteX13-1635" fmla="*/ 7855 w 10168"/>
                <a:gd name="connsiteY13-1636" fmla="*/ 4881 h 10000"/>
                <a:gd name="connsiteX14-1637" fmla="*/ 7940 w 10168"/>
                <a:gd name="connsiteY14-1638" fmla="*/ 5833 h 10000"/>
                <a:gd name="connsiteX15-1639" fmla="*/ 7981 w 10168"/>
                <a:gd name="connsiteY15-1640" fmla="*/ 6667 h 10000"/>
                <a:gd name="connsiteX16-1641" fmla="*/ 7981 w 10168"/>
                <a:gd name="connsiteY16-1642" fmla="*/ 6667 h 10000"/>
                <a:gd name="connsiteX17-1643" fmla="*/ 7940 w 10168"/>
                <a:gd name="connsiteY17-1644" fmla="*/ 6786 h 10000"/>
                <a:gd name="connsiteX18-1645" fmla="*/ 7940 w 10168"/>
                <a:gd name="connsiteY18-1646" fmla="*/ 6786 h 10000"/>
                <a:gd name="connsiteX19-1647" fmla="*/ 5195 w 10168"/>
                <a:gd name="connsiteY19-1648" fmla="*/ 7381 h 10000"/>
                <a:gd name="connsiteX20-1649" fmla="*/ 2407 w 10168"/>
                <a:gd name="connsiteY20-1650" fmla="*/ 7621 h 10000"/>
                <a:gd name="connsiteX21-1651" fmla="*/ 2491 w 10168"/>
                <a:gd name="connsiteY21-1652" fmla="*/ 7501 h 10000"/>
                <a:gd name="connsiteX22-1653" fmla="*/ 2449 w 10168"/>
                <a:gd name="connsiteY22-1654" fmla="*/ 9167 h 10000"/>
                <a:gd name="connsiteX23-1655" fmla="*/ 2535 w 10168"/>
                <a:gd name="connsiteY23-1656" fmla="*/ 9405 h 10000"/>
                <a:gd name="connsiteX24-1657" fmla="*/ 2702 w 10168"/>
                <a:gd name="connsiteY24-1658" fmla="*/ 9405 h 10000"/>
                <a:gd name="connsiteX25-1659" fmla="*/ 3041 w 10168"/>
                <a:gd name="connsiteY25-1660" fmla="*/ 9405 h 10000"/>
                <a:gd name="connsiteX26-1661" fmla="*/ 4476 w 10168"/>
                <a:gd name="connsiteY26-1662" fmla="*/ 9287 h 10000"/>
                <a:gd name="connsiteX27-1663" fmla="*/ 5870 w 10168"/>
                <a:gd name="connsiteY27-1664" fmla="*/ 9287 h 10000"/>
                <a:gd name="connsiteX28-1665" fmla="*/ 6588 w 10168"/>
                <a:gd name="connsiteY28-1666" fmla="*/ 9287 h 10000"/>
                <a:gd name="connsiteX29-1667" fmla="*/ 7306 w 10168"/>
                <a:gd name="connsiteY29-1668" fmla="*/ 9405 h 10000"/>
                <a:gd name="connsiteX30-1669" fmla="*/ 7306 w 10168"/>
                <a:gd name="connsiteY30-1670" fmla="*/ 9525 h 10000"/>
                <a:gd name="connsiteX31-1671" fmla="*/ 8544 w 10168"/>
                <a:gd name="connsiteY31-1672" fmla="*/ 7555 h 10000"/>
                <a:gd name="connsiteX32-1673" fmla="*/ 9853 w 10168"/>
                <a:gd name="connsiteY32-1674" fmla="*/ 5492 h 10000"/>
                <a:gd name="connsiteX33-1675" fmla="*/ 10065 w 10168"/>
                <a:gd name="connsiteY33-1676" fmla="*/ 5491 h 10000"/>
                <a:gd name="connsiteX34-1677" fmla="*/ 8482 w 10168"/>
                <a:gd name="connsiteY34-1678" fmla="*/ 8042 h 10000"/>
                <a:gd name="connsiteX35-1679" fmla="*/ 7403 w 10168"/>
                <a:gd name="connsiteY35-1680" fmla="*/ 9708 h 10000"/>
                <a:gd name="connsiteX36-1681" fmla="*/ 6588 w 10168"/>
                <a:gd name="connsiteY36-1682" fmla="*/ 9525 h 10000"/>
                <a:gd name="connsiteX37-1683" fmla="*/ 5870 w 10168"/>
                <a:gd name="connsiteY37-1684" fmla="*/ 9643 h 10000"/>
                <a:gd name="connsiteX38-1685" fmla="*/ 4476 w 10168"/>
                <a:gd name="connsiteY38-1686" fmla="*/ 9764 h 10000"/>
                <a:gd name="connsiteX39-1687" fmla="*/ 3041 w 10168"/>
                <a:gd name="connsiteY39-1688" fmla="*/ 10000 h 10000"/>
                <a:gd name="connsiteX40-1689" fmla="*/ 2660 w 10168"/>
                <a:gd name="connsiteY40-1690" fmla="*/ 10000 h 10000"/>
                <a:gd name="connsiteX41-1691" fmla="*/ 2491 w 10168"/>
                <a:gd name="connsiteY41-1692" fmla="*/ 9880 h 10000"/>
                <a:gd name="connsiteX42-1693" fmla="*/ 2322 w 10168"/>
                <a:gd name="connsiteY42-1694" fmla="*/ 9525 h 10000"/>
                <a:gd name="connsiteX43-1695" fmla="*/ 2238 w 10168"/>
                <a:gd name="connsiteY43-1696" fmla="*/ 8334 h 10000"/>
                <a:gd name="connsiteX44-1697" fmla="*/ 2322 w 10168"/>
                <a:gd name="connsiteY44-1698" fmla="*/ 7381 h 10000"/>
                <a:gd name="connsiteX45-1699" fmla="*/ 2407 w 10168"/>
                <a:gd name="connsiteY45-1700" fmla="*/ 7142 h 10000"/>
                <a:gd name="connsiteX46-1701" fmla="*/ 5152 w 10168"/>
                <a:gd name="connsiteY46-1702" fmla="*/ 6905 h 10000"/>
                <a:gd name="connsiteX47-1703" fmla="*/ 7940 w 10168"/>
                <a:gd name="connsiteY47-1704" fmla="*/ 6547 h 10000"/>
                <a:gd name="connsiteX48-1705" fmla="*/ 7897 w 10168"/>
                <a:gd name="connsiteY48-1706" fmla="*/ 6667 h 10000"/>
                <a:gd name="connsiteX49-1707" fmla="*/ 7855 w 10168"/>
                <a:gd name="connsiteY49-1708" fmla="*/ 5833 h 10000"/>
                <a:gd name="connsiteX50-1709" fmla="*/ 7813 w 10168"/>
                <a:gd name="connsiteY50-1710" fmla="*/ 5001 h 10000"/>
                <a:gd name="connsiteX51-1711" fmla="*/ 7813 w 10168"/>
                <a:gd name="connsiteY51-1712" fmla="*/ 5001 h 10000"/>
                <a:gd name="connsiteX52-1713" fmla="*/ 5954 w 10168"/>
                <a:gd name="connsiteY52-1714" fmla="*/ 5119 h 10000"/>
                <a:gd name="connsiteX53-1715" fmla="*/ 4054 w 10168"/>
                <a:gd name="connsiteY53-1716" fmla="*/ 5358 h 10000"/>
                <a:gd name="connsiteX54-1717" fmla="*/ 2153 w 10168"/>
                <a:gd name="connsiteY54-1718" fmla="*/ 5477 h 10000"/>
                <a:gd name="connsiteX55-1719" fmla="*/ 1224 w 10168"/>
                <a:gd name="connsiteY55-1720" fmla="*/ 5358 h 10000"/>
                <a:gd name="connsiteX56-1721" fmla="*/ 252 w 10168"/>
                <a:gd name="connsiteY56-1722" fmla="*/ 5119 h 10000"/>
                <a:gd name="connsiteX57-1723" fmla="*/ 212 w 10168"/>
                <a:gd name="connsiteY57-1724" fmla="*/ 5001 h 10000"/>
                <a:gd name="connsiteX58-1725" fmla="*/ 84 w 10168"/>
                <a:gd name="connsiteY58-1726" fmla="*/ 2740 h 10000"/>
                <a:gd name="connsiteX59-1727" fmla="*/ 0 w 10168"/>
                <a:gd name="connsiteY59-1728" fmla="*/ 476 h 10000"/>
                <a:gd name="connsiteX60-1729" fmla="*/ 0 w 10168"/>
                <a:gd name="connsiteY60-1730" fmla="*/ 476 h 10000"/>
                <a:gd name="connsiteX61-1731" fmla="*/ 42 w 10168"/>
                <a:gd name="connsiteY61-1732" fmla="*/ 357 h 10000"/>
                <a:gd name="connsiteX62-1733" fmla="*/ 380 w 10168"/>
                <a:gd name="connsiteY62-1734" fmla="*/ 119 h 10000"/>
                <a:gd name="connsiteX63-1735" fmla="*/ 675 w 10168"/>
                <a:gd name="connsiteY63-1736" fmla="*/ 0 h 10000"/>
                <a:gd name="connsiteX64-1737" fmla="*/ 1309 w 10168"/>
                <a:gd name="connsiteY64-1738" fmla="*/ 0 h 10000"/>
                <a:gd name="connsiteX65-1739" fmla="*/ 1309 w 10168"/>
                <a:gd name="connsiteY65-1740" fmla="*/ 0 h 10000"/>
                <a:gd name="connsiteX66-1741" fmla="*/ 1309 w 10168"/>
                <a:gd name="connsiteY66-1742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  <a:cxn ang="0">
                  <a:pos x="connsiteX49-99" y="connsiteY49-100"/>
                </a:cxn>
                <a:cxn ang="0">
                  <a:pos x="connsiteX50-101" y="connsiteY50-102"/>
                </a:cxn>
                <a:cxn ang="0">
                  <a:pos x="connsiteX51-103" y="connsiteY51-104"/>
                </a:cxn>
                <a:cxn ang="0">
                  <a:pos x="connsiteX52-105" y="connsiteY52-106"/>
                </a:cxn>
                <a:cxn ang="0">
                  <a:pos x="connsiteX53-107" y="connsiteY53-108"/>
                </a:cxn>
                <a:cxn ang="0">
                  <a:pos x="connsiteX54-109" y="connsiteY54-110"/>
                </a:cxn>
                <a:cxn ang="0">
                  <a:pos x="connsiteX55-111" y="connsiteY55-112"/>
                </a:cxn>
                <a:cxn ang="0">
                  <a:pos x="connsiteX56-113" y="connsiteY56-114"/>
                </a:cxn>
                <a:cxn ang="0">
                  <a:pos x="connsiteX57-115" y="connsiteY57-116"/>
                </a:cxn>
                <a:cxn ang="0">
                  <a:pos x="connsiteX58-117" y="connsiteY58-118"/>
                </a:cxn>
                <a:cxn ang="0">
                  <a:pos x="connsiteX59-119" y="connsiteY59-120"/>
                </a:cxn>
                <a:cxn ang="0">
                  <a:pos x="connsiteX60-121" y="connsiteY60-122"/>
                </a:cxn>
                <a:cxn ang="0">
                  <a:pos x="connsiteX61-123" y="connsiteY61-124"/>
                </a:cxn>
                <a:cxn ang="0">
                  <a:pos x="connsiteX62-125" y="connsiteY62-126"/>
                </a:cxn>
                <a:cxn ang="0">
                  <a:pos x="connsiteX63-127" y="connsiteY63-128"/>
                </a:cxn>
                <a:cxn ang="0">
                  <a:pos x="connsiteX64-129" y="connsiteY64-130"/>
                </a:cxn>
                <a:cxn ang="0">
                  <a:pos x="connsiteX65-131" y="connsiteY65-132"/>
                </a:cxn>
                <a:cxn ang="0">
                  <a:pos x="connsiteX66-133" y="connsiteY66-134"/>
                </a:cxn>
              </a:cxnLst>
              <a:rect l="l" t="t" r="r" b="b"/>
              <a:pathLst>
                <a:path w="10168" h="10000">
                  <a:moveTo>
                    <a:pt x="1309" y="0"/>
                  </a:moveTo>
                  <a:lnTo>
                    <a:pt x="675" y="238"/>
                  </a:lnTo>
                  <a:cubicBezTo>
                    <a:pt x="591" y="238"/>
                    <a:pt x="464" y="357"/>
                    <a:pt x="380" y="357"/>
                  </a:cubicBezTo>
                  <a:lnTo>
                    <a:pt x="84" y="593"/>
                  </a:lnTo>
                  <a:cubicBezTo>
                    <a:pt x="99" y="515"/>
                    <a:pt x="112" y="438"/>
                    <a:pt x="127" y="357"/>
                  </a:cubicBezTo>
                  <a:cubicBezTo>
                    <a:pt x="155" y="1112"/>
                    <a:pt x="184" y="1866"/>
                    <a:pt x="212" y="2620"/>
                  </a:cubicBezTo>
                  <a:cubicBezTo>
                    <a:pt x="252" y="3453"/>
                    <a:pt x="295" y="4166"/>
                    <a:pt x="337" y="4881"/>
                  </a:cubicBezTo>
                  <a:cubicBezTo>
                    <a:pt x="324" y="4842"/>
                    <a:pt x="309" y="4802"/>
                    <a:pt x="295" y="4762"/>
                  </a:cubicBezTo>
                  <a:cubicBezTo>
                    <a:pt x="591" y="4762"/>
                    <a:pt x="887" y="5001"/>
                    <a:pt x="1224" y="5001"/>
                  </a:cubicBezTo>
                  <a:lnTo>
                    <a:pt x="2153" y="5001"/>
                  </a:lnTo>
                  <a:lnTo>
                    <a:pt x="4054" y="5001"/>
                  </a:lnTo>
                  <a:cubicBezTo>
                    <a:pt x="4688" y="5001"/>
                    <a:pt x="5321" y="5001"/>
                    <a:pt x="5954" y="4881"/>
                  </a:cubicBezTo>
                  <a:cubicBezTo>
                    <a:pt x="6588" y="4881"/>
                    <a:pt x="7222" y="4762"/>
                    <a:pt x="7855" y="4881"/>
                  </a:cubicBezTo>
                  <a:lnTo>
                    <a:pt x="7855" y="4881"/>
                  </a:lnTo>
                  <a:cubicBezTo>
                    <a:pt x="7883" y="5201"/>
                    <a:pt x="7911" y="5515"/>
                    <a:pt x="7940" y="5833"/>
                  </a:cubicBezTo>
                  <a:cubicBezTo>
                    <a:pt x="7953" y="6112"/>
                    <a:pt x="7967" y="6389"/>
                    <a:pt x="7981" y="6667"/>
                  </a:cubicBezTo>
                  <a:lnTo>
                    <a:pt x="7981" y="6667"/>
                  </a:lnTo>
                  <a:cubicBezTo>
                    <a:pt x="7981" y="6786"/>
                    <a:pt x="7981" y="6786"/>
                    <a:pt x="7940" y="6786"/>
                  </a:cubicBezTo>
                  <a:lnTo>
                    <a:pt x="7940" y="6786"/>
                  </a:lnTo>
                  <a:lnTo>
                    <a:pt x="5195" y="7381"/>
                  </a:lnTo>
                  <a:lnTo>
                    <a:pt x="2407" y="7621"/>
                  </a:lnTo>
                  <a:cubicBezTo>
                    <a:pt x="2434" y="7578"/>
                    <a:pt x="2463" y="7541"/>
                    <a:pt x="2491" y="7501"/>
                  </a:cubicBezTo>
                  <a:cubicBezTo>
                    <a:pt x="2449" y="8098"/>
                    <a:pt x="2407" y="8809"/>
                    <a:pt x="2449" y="9167"/>
                  </a:cubicBezTo>
                  <a:cubicBezTo>
                    <a:pt x="2478" y="9248"/>
                    <a:pt x="2507" y="9326"/>
                    <a:pt x="2535" y="9405"/>
                  </a:cubicBezTo>
                  <a:lnTo>
                    <a:pt x="2702" y="9405"/>
                  </a:lnTo>
                  <a:lnTo>
                    <a:pt x="3041" y="9405"/>
                  </a:lnTo>
                  <a:lnTo>
                    <a:pt x="4476" y="9287"/>
                  </a:lnTo>
                  <a:lnTo>
                    <a:pt x="5870" y="9287"/>
                  </a:lnTo>
                  <a:lnTo>
                    <a:pt x="6588" y="9287"/>
                  </a:lnTo>
                  <a:cubicBezTo>
                    <a:pt x="6840" y="9287"/>
                    <a:pt x="7053" y="9287"/>
                    <a:pt x="7306" y="9405"/>
                  </a:cubicBezTo>
                  <a:cubicBezTo>
                    <a:pt x="7306" y="9445"/>
                    <a:pt x="7099" y="9833"/>
                    <a:pt x="7306" y="9525"/>
                  </a:cubicBezTo>
                  <a:cubicBezTo>
                    <a:pt x="7511" y="9217"/>
                    <a:pt x="8120" y="8227"/>
                    <a:pt x="8544" y="7555"/>
                  </a:cubicBezTo>
                  <a:cubicBezTo>
                    <a:pt x="8968" y="6883"/>
                    <a:pt x="9599" y="5836"/>
                    <a:pt x="9853" y="5492"/>
                  </a:cubicBezTo>
                  <a:cubicBezTo>
                    <a:pt x="10107" y="5148"/>
                    <a:pt x="10294" y="5066"/>
                    <a:pt x="10065" y="5491"/>
                  </a:cubicBezTo>
                  <a:cubicBezTo>
                    <a:pt x="9837" y="5916"/>
                    <a:pt x="8926" y="7339"/>
                    <a:pt x="8482" y="8042"/>
                  </a:cubicBezTo>
                  <a:cubicBezTo>
                    <a:pt x="8038" y="8745"/>
                    <a:pt x="7719" y="9461"/>
                    <a:pt x="7403" y="9708"/>
                  </a:cubicBezTo>
                  <a:cubicBezTo>
                    <a:pt x="7087" y="9955"/>
                    <a:pt x="6843" y="9536"/>
                    <a:pt x="6588" y="9525"/>
                  </a:cubicBezTo>
                  <a:cubicBezTo>
                    <a:pt x="6332" y="9515"/>
                    <a:pt x="6124" y="9525"/>
                    <a:pt x="5870" y="9643"/>
                  </a:cubicBezTo>
                  <a:cubicBezTo>
                    <a:pt x="5405" y="9643"/>
                    <a:pt x="4939" y="9764"/>
                    <a:pt x="4476" y="9764"/>
                  </a:cubicBezTo>
                  <a:cubicBezTo>
                    <a:pt x="4012" y="9880"/>
                    <a:pt x="3547" y="9880"/>
                    <a:pt x="3041" y="10000"/>
                  </a:cubicBezTo>
                  <a:lnTo>
                    <a:pt x="2660" y="10000"/>
                  </a:lnTo>
                  <a:lnTo>
                    <a:pt x="2491" y="9880"/>
                  </a:lnTo>
                  <a:cubicBezTo>
                    <a:pt x="2407" y="9880"/>
                    <a:pt x="2364" y="9643"/>
                    <a:pt x="2322" y="9525"/>
                  </a:cubicBezTo>
                  <a:cubicBezTo>
                    <a:pt x="2238" y="9050"/>
                    <a:pt x="2238" y="8691"/>
                    <a:pt x="2238" y="8334"/>
                  </a:cubicBezTo>
                  <a:cubicBezTo>
                    <a:pt x="2238" y="7977"/>
                    <a:pt x="2281" y="7621"/>
                    <a:pt x="2322" y="7381"/>
                  </a:cubicBezTo>
                  <a:cubicBezTo>
                    <a:pt x="2322" y="7262"/>
                    <a:pt x="2364" y="7142"/>
                    <a:pt x="2407" y="7142"/>
                  </a:cubicBezTo>
                  <a:lnTo>
                    <a:pt x="5152" y="6905"/>
                  </a:lnTo>
                  <a:lnTo>
                    <a:pt x="7940" y="6547"/>
                  </a:lnTo>
                  <a:cubicBezTo>
                    <a:pt x="7925" y="6589"/>
                    <a:pt x="7911" y="6627"/>
                    <a:pt x="7897" y="6667"/>
                  </a:cubicBezTo>
                  <a:cubicBezTo>
                    <a:pt x="7883" y="6389"/>
                    <a:pt x="7870" y="6112"/>
                    <a:pt x="7855" y="5833"/>
                  </a:cubicBezTo>
                  <a:cubicBezTo>
                    <a:pt x="7841" y="5556"/>
                    <a:pt x="7827" y="5279"/>
                    <a:pt x="7813" y="5001"/>
                  </a:cubicBezTo>
                  <a:lnTo>
                    <a:pt x="7813" y="5001"/>
                  </a:lnTo>
                  <a:cubicBezTo>
                    <a:pt x="7222" y="5001"/>
                    <a:pt x="6588" y="5001"/>
                    <a:pt x="5954" y="5119"/>
                  </a:cubicBezTo>
                  <a:lnTo>
                    <a:pt x="4054" y="5358"/>
                  </a:lnTo>
                  <a:cubicBezTo>
                    <a:pt x="3422" y="5477"/>
                    <a:pt x="2786" y="5477"/>
                    <a:pt x="2153" y="5477"/>
                  </a:cubicBezTo>
                  <a:cubicBezTo>
                    <a:pt x="1858" y="5477"/>
                    <a:pt x="1521" y="5358"/>
                    <a:pt x="1224" y="5358"/>
                  </a:cubicBezTo>
                  <a:cubicBezTo>
                    <a:pt x="887" y="5358"/>
                    <a:pt x="591" y="5238"/>
                    <a:pt x="252" y="5119"/>
                  </a:cubicBezTo>
                  <a:cubicBezTo>
                    <a:pt x="239" y="5081"/>
                    <a:pt x="224" y="5039"/>
                    <a:pt x="212" y="5001"/>
                  </a:cubicBezTo>
                  <a:cubicBezTo>
                    <a:pt x="169" y="4166"/>
                    <a:pt x="127" y="3453"/>
                    <a:pt x="84" y="2740"/>
                  </a:cubicBezTo>
                  <a:cubicBezTo>
                    <a:pt x="56" y="1984"/>
                    <a:pt x="28" y="1230"/>
                    <a:pt x="0" y="476"/>
                  </a:cubicBezTo>
                  <a:lnTo>
                    <a:pt x="0" y="476"/>
                  </a:lnTo>
                  <a:cubicBezTo>
                    <a:pt x="0" y="357"/>
                    <a:pt x="42" y="357"/>
                    <a:pt x="42" y="357"/>
                  </a:cubicBezTo>
                  <a:lnTo>
                    <a:pt x="380" y="119"/>
                  </a:lnTo>
                  <a:cubicBezTo>
                    <a:pt x="464" y="119"/>
                    <a:pt x="591" y="119"/>
                    <a:pt x="675" y="0"/>
                  </a:cubicBezTo>
                  <a:lnTo>
                    <a:pt x="1309" y="0"/>
                  </a:lnTo>
                  <a:lnTo>
                    <a:pt x="1309" y="0"/>
                  </a:lnTo>
                  <a:lnTo>
                    <a:pt x="130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6" name="Freeform 764">
              <a:extLst>
                <a:ext uri="{FF2B5EF4-FFF2-40B4-BE49-F238E27FC236}">
                  <a16:creationId xmlns:a16="http://schemas.microsoft.com/office/drawing/2014/main" id="{A7658BC5-5B9F-F88F-80B1-45E1A609FE30}"/>
                </a:ext>
              </a:extLst>
            </p:cNvPr>
            <p:cNvSpPr/>
            <p:nvPr/>
          </p:nvSpPr>
          <p:spPr bwMode="auto">
            <a:xfrm>
              <a:off x="5665117" y="6007365"/>
              <a:ext cx="271906" cy="133648"/>
            </a:xfrm>
            <a:custGeom>
              <a:avLst/>
              <a:gdLst>
                <a:gd name="T0" fmla="*/ 3 w 25"/>
                <a:gd name="T1" fmla="*/ 1 h 12"/>
                <a:gd name="T2" fmla="*/ 0 w 25"/>
                <a:gd name="T3" fmla="*/ 9 h 12"/>
                <a:gd name="T4" fmla="*/ 6 w 25"/>
                <a:gd name="T5" fmla="*/ 0 h 12"/>
                <a:gd name="T6" fmla="*/ 1 w 25"/>
                <a:gd name="T7" fmla="*/ 11 h 12"/>
                <a:gd name="T8" fmla="*/ 9 w 25"/>
                <a:gd name="T9" fmla="*/ 1 h 12"/>
                <a:gd name="T10" fmla="*/ 3 w 25"/>
                <a:gd name="T11" fmla="*/ 12 h 12"/>
                <a:gd name="T12" fmla="*/ 12 w 25"/>
                <a:gd name="T13" fmla="*/ 2 h 12"/>
                <a:gd name="T14" fmla="*/ 7 w 25"/>
                <a:gd name="T15" fmla="*/ 11 h 12"/>
                <a:gd name="T16" fmla="*/ 12 w 25"/>
                <a:gd name="T17" fmla="*/ 5 h 12"/>
                <a:gd name="T18" fmla="*/ 9 w 25"/>
                <a:gd name="T19" fmla="*/ 11 h 12"/>
                <a:gd name="T20" fmla="*/ 16 w 25"/>
                <a:gd name="T21" fmla="*/ 3 h 12"/>
                <a:gd name="T22" fmla="*/ 12 w 25"/>
                <a:gd name="T23" fmla="*/ 10 h 12"/>
                <a:gd name="T24" fmla="*/ 19 w 25"/>
                <a:gd name="T25" fmla="*/ 3 h 12"/>
                <a:gd name="T26" fmla="*/ 16 w 25"/>
                <a:gd name="T27" fmla="*/ 9 h 12"/>
                <a:gd name="T28" fmla="*/ 23 w 25"/>
                <a:gd name="T29" fmla="*/ 3 h 12"/>
                <a:gd name="T30" fmla="*/ 19 w 25"/>
                <a:gd name="T31" fmla="*/ 10 h 12"/>
                <a:gd name="T32" fmla="*/ 24 w 25"/>
                <a:gd name="T33" fmla="*/ 5 h 12"/>
                <a:gd name="T34" fmla="*/ 21 w 25"/>
                <a:gd name="T3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12">
                  <a:moveTo>
                    <a:pt x="3" y="1"/>
                  </a:moveTo>
                  <a:cubicBezTo>
                    <a:pt x="2" y="3"/>
                    <a:pt x="1" y="6"/>
                    <a:pt x="0" y="9"/>
                  </a:cubicBezTo>
                  <a:cubicBezTo>
                    <a:pt x="2" y="5"/>
                    <a:pt x="4" y="2"/>
                    <a:pt x="6" y="0"/>
                  </a:cubicBezTo>
                  <a:cubicBezTo>
                    <a:pt x="5" y="3"/>
                    <a:pt x="3" y="7"/>
                    <a:pt x="1" y="11"/>
                  </a:cubicBezTo>
                  <a:cubicBezTo>
                    <a:pt x="3" y="7"/>
                    <a:pt x="6" y="4"/>
                    <a:pt x="9" y="1"/>
                  </a:cubicBezTo>
                  <a:cubicBezTo>
                    <a:pt x="7" y="5"/>
                    <a:pt x="5" y="9"/>
                    <a:pt x="3" y="12"/>
                  </a:cubicBezTo>
                  <a:cubicBezTo>
                    <a:pt x="6" y="9"/>
                    <a:pt x="9" y="5"/>
                    <a:pt x="12" y="2"/>
                  </a:cubicBezTo>
                  <a:cubicBezTo>
                    <a:pt x="10" y="5"/>
                    <a:pt x="9" y="8"/>
                    <a:pt x="7" y="11"/>
                  </a:cubicBezTo>
                  <a:cubicBezTo>
                    <a:pt x="8" y="9"/>
                    <a:pt x="11" y="7"/>
                    <a:pt x="12" y="5"/>
                  </a:cubicBezTo>
                  <a:cubicBezTo>
                    <a:pt x="11" y="7"/>
                    <a:pt x="10" y="9"/>
                    <a:pt x="9" y="11"/>
                  </a:cubicBezTo>
                  <a:cubicBezTo>
                    <a:pt x="11" y="8"/>
                    <a:pt x="13" y="6"/>
                    <a:pt x="16" y="3"/>
                  </a:cubicBezTo>
                  <a:cubicBezTo>
                    <a:pt x="15" y="5"/>
                    <a:pt x="13" y="8"/>
                    <a:pt x="12" y="10"/>
                  </a:cubicBezTo>
                  <a:cubicBezTo>
                    <a:pt x="14" y="8"/>
                    <a:pt x="17" y="5"/>
                    <a:pt x="19" y="3"/>
                  </a:cubicBezTo>
                  <a:cubicBezTo>
                    <a:pt x="18" y="5"/>
                    <a:pt x="17" y="7"/>
                    <a:pt x="16" y="9"/>
                  </a:cubicBezTo>
                  <a:cubicBezTo>
                    <a:pt x="18" y="7"/>
                    <a:pt x="21" y="5"/>
                    <a:pt x="23" y="3"/>
                  </a:cubicBezTo>
                  <a:cubicBezTo>
                    <a:pt x="21" y="5"/>
                    <a:pt x="21" y="8"/>
                    <a:pt x="19" y="10"/>
                  </a:cubicBezTo>
                  <a:cubicBezTo>
                    <a:pt x="21" y="8"/>
                    <a:pt x="23" y="7"/>
                    <a:pt x="24" y="5"/>
                  </a:cubicBezTo>
                  <a:cubicBezTo>
                    <a:pt x="25" y="8"/>
                    <a:pt x="23" y="10"/>
                    <a:pt x="21" y="1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7" name="Freeform 765">
              <a:extLst>
                <a:ext uri="{FF2B5EF4-FFF2-40B4-BE49-F238E27FC236}">
                  <a16:creationId xmlns:a16="http://schemas.microsoft.com/office/drawing/2014/main" id="{5961B72F-52F0-E73A-A5A5-60C32BFD5AF4}"/>
                </a:ext>
              </a:extLst>
            </p:cNvPr>
            <p:cNvSpPr/>
            <p:nvPr/>
          </p:nvSpPr>
          <p:spPr bwMode="auto">
            <a:xfrm>
              <a:off x="5904764" y="6007365"/>
              <a:ext cx="262688" cy="133648"/>
            </a:xfrm>
            <a:custGeom>
              <a:avLst/>
              <a:gdLst>
                <a:gd name="T0" fmla="*/ 4 w 24"/>
                <a:gd name="T1" fmla="*/ 2 h 12"/>
                <a:gd name="T2" fmla="*/ 0 w 24"/>
                <a:gd name="T3" fmla="*/ 12 h 12"/>
                <a:gd name="T4" fmla="*/ 9 w 24"/>
                <a:gd name="T5" fmla="*/ 1 h 12"/>
                <a:gd name="T6" fmla="*/ 3 w 24"/>
                <a:gd name="T7" fmla="*/ 10 h 12"/>
                <a:gd name="T8" fmla="*/ 11 w 24"/>
                <a:gd name="T9" fmla="*/ 2 h 12"/>
                <a:gd name="T10" fmla="*/ 7 w 24"/>
                <a:gd name="T11" fmla="*/ 9 h 12"/>
                <a:gd name="T12" fmla="*/ 15 w 24"/>
                <a:gd name="T13" fmla="*/ 0 h 12"/>
                <a:gd name="T14" fmla="*/ 10 w 24"/>
                <a:gd name="T15" fmla="*/ 9 h 12"/>
                <a:gd name="T16" fmla="*/ 16 w 24"/>
                <a:gd name="T17" fmla="*/ 1 h 12"/>
                <a:gd name="T18" fmla="*/ 11 w 24"/>
                <a:gd name="T19" fmla="*/ 8 h 12"/>
                <a:gd name="T20" fmla="*/ 18 w 24"/>
                <a:gd name="T21" fmla="*/ 2 h 12"/>
                <a:gd name="T22" fmla="*/ 12 w 24"/>
                <a:gd name="T23" fmla="*/ 11 h 12"/>
                <a:gd name="T24" fmla="*/ 21 w 24"/>
                <a:gd name="T25" fmla="*/ 3 h 12"/>
                <a:gd name="T26" fmla="*/ 16 w 24"/>
                <a:gd name="T27" fmla="*/ 11 h 12"/>
                <a:gd name="T28" fmla="*/ 24 w 24"/>
                <a:gd name="T29" fmla="*/ 3 h 12"/>
                <a:gd name="T30" fmla="*/ 19 w 24"/>
                <a:gd name="T31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2">
                  <a:moveTo>
                    <a:pt x="4" y="2"/>
                  </a:moveTo>
                  <a:cubicBezTo>
                    <a:pt x="4" y="1"/>
                    <a:pt x="2" y="8"/>
                    <a:pt x="0" y="12"/>
                  </a:cubicBezTo>
                  <a:cubicBezTo>
                    <a:pt x="3" y="8"/>
                    <a:pt x="6" y="4"/>
                    <a:pt x="9" y="1"/>
                  </a:cubicBezTo>
                  <a:cubicBezTo>
                    <a:pt x="7" y="4"/>
                    <a:pt x="5" y="7"/>
                    <a:pt x="3" y="10"/>
                  </a:cubicBezTo>
                  <a:cubicBezTo>
                    <a:pt x="6" y="7"/>
                    <a:pt x="9" y="5"/>
                    <a:pt x="11" y="2"/>
                  </a:cubicBezTo>
                  <a:cubicBezTo>
                    <a:pt x="10" y="4"/>
                    <a:pt x="9" y="7"/>
                    <a:pt x="7" y="9"/>
                  </a:cubicBezTo>
                  <a:cubicBezTo>
                    <a:pt x="9" y="6"/>
                    <a:pt x="12" y="3"/>
                    <a:pt x="15" y="0"/>
                  </a:cubicBezTo>
                  <a:cubicBezTo>
                    <a:pt x="13" y="3"/>
                    <a:pt x="12" y="6"/>
                    <a:pt x="10" y="9"/>
                  </a:cubicBezTo>
                  <a:cubicBezTo>
                    <a:pt x="12" y="6"/>
                    <a:pt x="14" y="4"/>
                    <a:pt x="16" y="1"/>
                  </a:cubicBezTo>
                  <a:cubicBezTo>
                    <a:pt x="15" y="3"/>
                    <a:pt x="13" y="6"/>
                    <a:pt x="11" y="8"/>
                  </a:cubicBezTo>
                  <a:cubicBezTo>
                    <a:pt x="13" y="6"/>
                    <a:pt x="15" y="4"/>
                    <a:pt x="18" y="2"/>
                  </a:cubicBezTo>
                  <a:cubicBezTo>
                    <a:pt x="16" y="5"/>
                    <a:pt x="14" y="8"/>
                    <a:pt x="12" y="11"/>
                  </a:cubicBezTo>
                  <a:cubicBezTo>
                    <a:pt x="15" y="8"/>
                    <a:pt x="19" y="5"/>
                    <a:pt x="21" y="3"/>
                  </a:cubicBezTo>
                  <a:cubicBezTo>
                    <a:pt x="19" y="6"/>
                    <a:pt x="18" y="9"/>
                    <a:pt x="16" y="11"/>
                  </a:cubicBezTo>
                  <a:cubicBezTo>
                    <a:pt x="18" y="8"/>
                    <a:pt x="21" y="6"/>
                    <a:pt x="24" y="3"/>
                  </a:cubicBezTo>
                  <a:cubicBezTo>
                    <a:pt x="23" y="7"/>
                    <a:pt x="21" y="9"/>
                    <a:pt x="19" y="1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8" name="Freeform 766">
              <a:extLst>
                <a:ext uri="{FF2B5EF4-FFF2-40B4-BE49-F238E27FC236}">
                  <a16:creationId xmlns:a16="http://schemas.microsoft.com/office/drawing/2014/main" id="{FB8E8C59-79C2-352D-A2CF-69811F8B74B4}"/>
                </a:ext>
              </a:extLst>
            </p:cNvPr>
            <p:cNvSpPr/>
            <p:nvPr/>
          </p:nvSpPr>
          <p:spPr bwMode="auto">
            <a:xfrm>
              <a:off x="6135194" y="6030406"/>
              <a:ext cx="327209" cy="133648"/>
            </a:xfrm>
            <a:custGeom>
              <a:avLst/>
              <a:gdLst>
                <a:gd name="T0" fmla="*/ 3 w 30"/>
                <a:gd name="T1" fmla="*/ 0 h 12"/>
                <a:gd name="T2" fmla="*/ 0 w 30"/>
                <a:gd name="T3" fmla="*/ 12 h 12"/>
                <a:gd name="T4" fmla="*/ 8 w 30"/>
                <a:gd name="T5" fmla="*/ 1 h 12"/>
                <a:gd name="T6" fmla="*/ 5 w 30"/>
                <a:gd name="T7" fmla="*/ 10 h 12"/>
                <a:gd name="T8" fmla="*/ 11 w 30"/>
                <a:gd name="T9" fmla="*/ 0 h 12"/>
                <a:gd name="T10" fmla="*/ 8 w 30"/>
                <a:gd name="T11" fmla="*/ 8 h 12"/>
                <a:gd name="T12" fmla="*/ 12 w 30"/>
                <a:gd name="T13" fmla="*/ 2 h 12"/>
                <a:gd name="T14" fmla="*/ 4 w 30"/>
                <a:gd name="T15" fmla="*/ 7 h 12"/>
                <a:gd name="T16" fmla="*/ 5 w 30"/>
                <a:gd name="T17" fmla="*/ 0 h 12"/>
                <a:gd name="T18" fmla="*/ 6 w 30"/>
                <a:gd name="T19" fmla="*/ 5 h 12"/>
                <a:gd name="T20" fmla="*/ 14 w 30"/>
                <a:gd name="T21" fmla="*/ 0 h 12"/>
                <a:gd name="T22" fmla="*/ 10 w 30"/>
                <a:gd name="T23" fmla="*/ 8 h 12"/>
                <a:gd name="T24" fmla="*/ 15 w 30"/>
                <a:gd name="T25" fmla="*/ 2 h 12"/>
                <a:gd name="T26" fmla="*/ 12 w 30"/>
                <a:gd name="T27" fmla="*/ 9 h 12"/>
                <a:gd name="T28" fmla="*/ 19 w 30"/>
                <a:gd name="T29" fmla="*/ 0 h 12"/>
                <a:gd name="T30" fmla="*/ 17 w 30"/>
                <a:gd name="T31" fmla="*/ 7 h 12"/>
                <a:gd name="T32" fmla="*/ 22 w 30"/>
                <a:gd name="T33" fmla="*/ 1 h 12"/>
                <a:gd name="T34" fmla="*/ 19 w 30"/>
                <a:gd name="T35" fmla="*/ 8 h 12"/>
                <a:gd name="T36" fmla="*/ 25 w 30"/>
                <a:gd name="T37" fmla="*/ 1 h 12"/>
                <a:gd name="T38" fmla="*/ 22 w 30"/>
                <a:gd name="T39" fmla="*/ 8 h 12"/>
                <a:gd name="T40" fmla="*/ 28 w 30"/>
                <a:gd name="T41" fmla="*/ 1 h 12"/>
                <a:gd name="T42" fmla="*/ 25 w 30"/>
                <a:gd name="T43" fmla="*/ 8 h 12"/>
                <a:gd name="T44" fmla="*/ 30 w 30"/>
                <a:gd name="T45" fmla="*/ 2 h 12"/>
                <a:gd name="T46" fmla="*/ 27 w 30"/>
                <a:gd name="T4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" h="12">
                  <a:moveTo>
                    <a:pt x="3" y="0"/>
                  </a:moveTo>
                  <a:cubicBezTo>
                    <a:pt x="2" y="4"/>
                    <a:pt x="1" y="8"/>
                    <a:pt x="0" y="12"/>
                  </a:cubicBezTo>
                  <a:cubicBezTo>
                    <a:pt x="2" y="8"/>
                    <a:pt x="5" y="5"/>
                    <a:pt x="8" y="1"/>
                  </a:cubicBezTo>
                  <a:cubicBezTo>
                    <a:pt x="7" y="4"/>
                    <a:pt x="6" y="7"/>
                    <a:pt x="5" y="10"/>
                  </a:cubicBezTo>
                  <a:cubicBezTo>
                    <a:pt x="6" y="6"/>
                    <a:pt x="8" y="3"/>
                    <a:pt x="11" y="0"/>
                  </a:cubicBezTo>
                  <a:cubicBezTo>
                    <a:pt x="10" y="3"/>
                    <a:pt x="9" y="5"/>
                    <a:pt x="8" y="8"/>
                  </a:cubicBezTo>
                  <a:cubicBezTo>
                    <a:pt x="9" y="6"/>
                    <a:pt x="11" y="4"/>
                    <a:pt x="12" y="2"/>
                  </a:cubicBezTo>
                  <a:cubicBezTo>
                    <a:pt x="10" y="5"/>
                    <a:pt x="7" y="5"/>
                    <a:pt x="4" y="7"/>
                  </a:cubicBezTo>
                  <a:cubicBezTo>
                    <a:pt x="4" y="4"/>
                    <a:pt x="4" y="3"/>
                    <a:pt x="5" y="0"/>
                  </a:cubicBezTo>
                  <a:cubicBezTo>
                    <a:pt x="5" y="2"/>
                    <a:pt x="5" y="4"/>
                    <a:pt x="6" y="5"/>
                  </a:cubicBezTo>
                  <a:cubicBezTo>
                    <a:pt x="8" y="3"/>
                    <a:pt x="12" y="1"/>
                    <a:pt x="14" y="0"/>
                  </a:cubicBezTo>
                  <a:cubicBezTo>
                    <a:pt x="13" y="2"/>
                    <a:pt x="12" y="5"/>
                    <a:pt x="10" y="8"/>
                  </a:cubicBezTo>
                  <a:cubicBezTo>
                    <a:pt x="11" y="6"/>
                    <a:pt x="13" y="4"/>
                    <a:pt x="15" y="2"/>
                  </a:cubicBezTo>
                  <a:cubicBezTo>
                    <a:pt x="14" y="4"/>
                    <a:pt x="13" y="6"/>
                    <a:pt x="12" y="9"/>
                  </a:cubicBezTo>
                  <a:cubicBezTo>
                    <a:pt x="14" y="5"/>
                    <a:pt x="17" y="3"/>
                    <a:pt x="19" y="0"/>
                  </a:cubicBezTo>
                  <a:cubicBezTo>
                    <a:pt x="19" y="2"/>
                    <a:pt x="18" y="5"/>
                    <a:pt x="17" y="7"/>
                  </a:cubicBezTo>
                  <a:cubicBezTo>
                    <a:pt x="18" y="5"/>
                    <a:pt x="20" y="3"/>
                    <a:pt x="22" y="1"/>
                  </a:cubicBezTo>
                  <a:cubicBezTo>
                    <a:pt x="21" y="3"/>
                    <a:pt x="21" y="5"/>
                    <a:pt x="19" y="8"/>
                  </a:cubicBezTo>
                  <a:cubicBezTo>
                    <a:pt x="21" y="5"/>
                    <a:pt x="23" y="3"/>
                    <a:pt x="25" y="1"/>
                  </a:cubicBezTo>
                  <a:cubicBezTo>
                    <a:pt x="24" y="3"/>
                    <a:pt x="24" y="6"/>
                    <a:pt x="22" y="8"/>
                  </a:cubicBezTo>
                  <a:cubicBezTo>
                    <a:pt x="24" y="5"/>
                    <a:pt x="26" y="3"/>
                    <a:pt x="28" y="1"/>
                  </a:cubicBezTo>
                  <a:cubicBezTo>
                    <a:pt x="27" y="3"/>
                    <a:pt x="26" y="6"/>
                    <a:pt x="25" y="8"/>
                  </a:cubicBezTo>
                  <a:cubicBezTo>
                    <a:pt x="26" y="6"/>
                    <a:pt x="28" y="4"/>
                    <a:pt x="30" y="2"/>
                  </a:cubicBezTo>
                  <a:cubicBezTo>
                    <a:pt x="30" y="5"/>
                    <a:pt x="28" y="6"/>
                    <a:pt x="27" y="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9" name="Freeform 767">
              <a:extLst>
                <a:ext uri="{FF2B5EF4-FFF2-40B4-BE49-F238E27FC236}">
                  <a16:creationId xmlns:a16="http://schemas.microsoft.com/office/drawing/2014/main" id="{D844D3A7-63D0-9986-D761-D98D04F3B4C5}"/>
                </a:ext>
              </a:extLst>
            </p:cNvPr>
            <p:cNvSpPr/>
            <p:nvPr/>
          </p:nvSpPr>
          <p:spPr bwMode="auto">
            <a:xfrm>
              <a:off x="6430144" y="6007365"/>
              <a:ext cx="304167" cy="133648"/>
            </a:xfrm>
            <a:custGeom>
              <a:avLst/>
              <a:gdLst>
                <a:gd name="T0" fmla="*/ 6 w 28"/>
                <a:gd name="T1" fmla="*/ 0 h 12"/>
                <a:gd name="T2" fmla="*/ 0 w 28"/>
                <a:gd name="T3" fmla="*/ 12 h 12"/>
                <a:gd name="T4" fmla="*/ 9 w 28"/>
                <a:gd name="T5" fmla="*/ 0 h 12"/>
                <a:gd name="T6" fmla="*/ 5 w 28"/>
                <a:gd name="T7" fmla="*/ 10 h 12"/>
                <a:gd name="T8" fmla="*/ 11 w 28"/>
                <a:gd name="T9" fmla="*/ 2 h 12"/>
                <a:gd name="T10" fmla="*/ 8 w 28"/>
                <a:gd name="T11" fmla="*/ 8 h 12"/>
                <a:gd name="T12" fmla="*/ 13 w 28"/>
                <a:gd name="T13" fmla="*/ 2 h 12"/>
                <a:gd name="T14" fmla="*/ 9 w 28"/>
                <a:gd name="T15" fmla="*/ 10 h 12"/>
                <a:gd name="T16" fmla="*/ 15 w 28"/>
                <a:gd name="T17" fmla="*/ 2 h 12"/>
                <a:gd name="T18" fmla="*/ 12 w 28"/>
                <a:gd name="T19" fmla="*/ 10 h 12"/>
                <a:gd name="T20" fmla="*/ 20 w 28"/>
                <a:gd name="T21" fmla="*/ 1 h 12"/>
                <a:gd name="T22" fmla="*/ 16 w 28"/>
                <a:gd name="T23" fmla="*/ 10 h 12"/>
                <a:gd name="T24" fmla="*/ 21 w 28"/>
                <a:gd name="T25" fmla="*/ 4 h 12"/>
                <a:gd name="T26" fmla="*/ 18 w 28"/>
                <a:gd name="T27" fmla="*/ 10 h 12"/>
                <a:gd name="T28" fmla="*/ 23 w 28"/>
                <a:gd name="T29" fmla="*/ 3 h 12"/>
                <a:gd name="T30" fmla="*/ 21 w 28"/>
                <a:gd name="T31" fmla="*/ 9 h 12"/>
                <a:gd name="T32" fmla="*/ 26 w 28"/>
                <a:gd name="T33" fmla="*/ 2 h 12"/>
                <a:gd name="T34" fmla="*/ 25 w 28"/>
                <a:gd name="T35" fmla="*/ 9 h 12"/>
                <a:gd name="T36" fmla="*/ 28 w 28"/>
                <a:gd name="T37" fmla="*/ 4 h 12"/>
                <a:gd name="T38" fmla="*/ 28 w 28"/>
                <a:gd name="T3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" h="12">
                  <a:moveTo>
                    <a:pt x="6" y="0"/>
                  </a:moveTo>
                  <a:cubicBezTo>
                    <a:pt x="4" y="4"/>
                    <a:pt x="2" y="9"/>
                    <a:pt x="0" y="12"/>
                  </a:cubicBezTo>
                  <a:cubicBezTo>
                    <a:pt x="2" y="7"/>
                    <a:pt x="5" y="3"/>
                    <a:pt x="9" y="0"/>
                  </a:cubicBezTo>
                  <a:cubicBezTo>
                    <a:pt x="7" y="3"/>
                    <a:pt x="7" y="7"/>
                    <a:pt x="5" y="10"/>
                  </a:cubicBezTo>
                  <a:cubicBezTo>
                    <a:pt x="6" y="7"/>
                    <a:pt x="9" y="4"/>
                    <a:pt x="11" y="2"/>
                  </a:cubicBezTo>
                  <a:cubicBezTo>
                    <a:pt x="10" y="4"/>
                    <a:pt x="9" y="6"/>
                    <a:pt x="8" y="8"/>
                  </a:cubicBezTo>
                  <a:cubicBezTo>
                    <a:pt x="10" y="6"/>
                    <a:pt x="12" y="4"/>
                    <a:pt x="13" y="2"/>
                  </a:cubicBezTo>
                  <a:cubicBezTo>
                    <a:pt x="12" y="5"/>
                    <a:pt x="11" y="8"/>
                    <a:pt x="9" y="10"/>
                  </a:cubicBezTo>
                  <a:cubicBezTo>
                    <a:pt x="11" y="7"/>
                    <a:pt x="13" y="4"/>
                    <a:pt x="15" y="2"/>
                  </a:cubicBezTo>
                  <a:cubicBezTo>
                    <a:pt x="14" y="5"/>
                    <a:pt x="13" y="8"/>
                    <a:pt x="12" y="10"/>
                  </a:cubicBezTo>
                  <a:cubicBezTo>
                    <a:pt x="14" y="7"/>
                    <a:pt x="17" y="4"/>
                    <a:pt x="20" y="1"/>
                  </a:cubicBezTo>
                  <a:cubicBezTo>
                    <a:pt x="18" y="4"/>
                    <a:pt x="18" y="7"/>
                    <a:pt x="16" y="10"/>
                  </a:cubicBezTo>
                  <a:cubicBezTo>
                    <a:pt x="18" y="7"/>
                    <a:pt x="20" y="6"/>
                    <a:pt x="21" y="4"/>
                  </a:cubicBezTo>
                  <a:cubicBezTo>
                    <a:pt x="20" y="6"/>
                    <a:pt x="20" y="8"/>
                    <a:pt x="18" y="10"/>
                  </a:cubicBezTo>
                  <a:cubicBezTo>
                    <a:pt x="20" y="8"/>
                    <a:pt x="22" y="5"/>
                    <a:pt x="23" y="3"/>
                  </a:cubicBezTo>
                  <a:cubicBezTo>
                    <a:pt x="23" y="5"/>
                    <a:pt x="22" y="7"/>
                    <a:pt x="21" y="9"/>
                  </a:cubicBezTo>
                  <a:cubicBezTo>
                    <a:pt x="22" y="7"/>
                    <a:pt x="25" y="4"/>
                    <a:pt x="26" y="2"/>
                  </a:cubicBezTo>
                  <a:cubicBezTo>
                    <a:pt x="26" y="4"/>
                    <a:pt x="26" y="6"/>
                    <a:pt x="25" y="9"/>
                  </a:cubicBezTo>
                  <a:cubicBezTo>
                    <a:pt x="26" y="7"/>
                    <a:pt x="27" y="6"/>
                    <a:pt x="28" y="4"/>
                  </a:cubicBezTo>
                  <a:cubicBezTo>
                    <a:pt x="28" y="4"/>
                    <a:pt x="28" y="8"/>
                    <a:pt x="28" y="8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0" name="Freeform 768">
              <a:extLst>
                <a:ext uri="{FF2B5EF4-FFF2-40B4-BE49-F238E27FC236}">
                  <a16:creationId xmlns:a16="http://schemas.microsoft.com/office/drawing/2014/main" id="{6260D658-F674-72B6-602F-6AE94977D559}"/>
                </a:ext>
              </a:extLst>
            </p:cNvPr>
            <p:cNvSpPr/>
            <p:nvPr/>
          </p:nvSpPr>
          <p:spPr bwMode="auto">
            <a:xfrm>
              <a:off x="6725094" y="6021189"/>
              <a:ext cx="161299" cy="129041"/>
            </a:xfrm>
            <a:custGeom>
              <a:avLst/>
              <a:gdLst>
                <a:gd name="T0" fmla="*/ 2 w 15"/>
                <a:gd name="T1" fmla="*/ 1 h 12"/>
                <a:gd name="T2" fmla="*/ 0 w 15"/>
                <a:gd name="T3" fmla="*/ 12 h 12"/>
                <a:gd name="T4" fmla="*/ 7 w 15"/>
                <a:gd name="T5" fmla="*/ 1 h 12"/>
                <a:gd name="T6" fmla="*/ 5 w 15"/>
                <a:gd name="T7" fmla="*/ 10 h 12"/>
                <a:gd name="T8" fmla="*/ 10 w 15"/>
                <a:gd name="T9" fmla="*/ 1 h 12"/>
                <a:gd name="T10" fmla="*/ 8 w 15"/>
                <a:gd name="T11" fmla="*/ 7 h 12"/>
                <a:gd name="T12" fmla="*/ 13 w 15"/>
                <a:gd name="T13" fmla="*/ 0 h 12"/>
                <a:gd name="T14" fmla="*/ 11 w 15"/>
                <a:gd name="T15" fmla="*/ 6 h 12"/>
                <a:gd name="T16" fmla="*/ 15 w 15"/>
                <a:gd name="T17" fmla="*/ 2 h 12"/>
                <a:gd name="T18" fmla="*/ 13 w 15"/>
                <a:gd name="T19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">
                  <a:moveTo>
                    <a:pt x="2" y="1"/>
                  </a:moveTo>
                  <a:cubicBezTo>
                    <a:pt x="1" y="5"/>
                    <a:pt x="2" y="8"/>
                    <a:pt x="0" y="12"/>
                  </a:cubicBezTo>
                  <a:cubicBezTo>
                    <a:pt x="2" y="7"/>
                    <a:pt x="4" y="4"/>
                    <a:pt x="7" y="1"/>
                  </a:cubicBezTo>
                  <a:cubicBezTo>
                    <a:pt x="6" y="4"/>
                    <a:pt x="6" y="7"/>
                    <a:pt x="5" y="10"/>
                  </a:cubicBezTo>
                  <a:cubicBezTo>
                    <a:pt x="6" y="7"/>
                    <a:pt x="8" y="4"/>
                    <a:pt x="10" y="1"/>
                  </a:cubicBezTo>
                  <a:cubicBezTo>
                    <a:pt x="9" y="3"/>
                    <a:pt x="9" y="5"/>
                    <a:pt x="8" y="7"/>
                  </a:cubicBezTo>
                  <a:cubicBezTo>
                    <a:pt x="9" y="5"/>
                    <a:pt x="11" y="2"/>
                    <a:pt x="13" y="0"/>
                  </a:cubicBezTo>
                  <a:cubicBezTo>
                    <a:pt x="12" y="2"/>
                    <a:pt x="12" y="4"/>
                    <a:pt x="11" y="6"/>
                  </a:cubicBezTo>
                  <a:cubicBezTo>
                    <a:pt x="12" y="5"/>
                    <a:pt x="14" y="4"/>
                    <a:pt x="15" y="2"/>
                  </a:cubicBezTo>
                  <a:cubicBezTo>
                    <a:pt x="15" y="4"/>
                    <a:pt x="14" y="5"/>
                    <a:pt x="13" y="7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1" name="Freeform 769">
              <a:extLst>
                <a:ext uri="{FF2B5EF4-FFF2-40B4-BE49-F238E27FC236}">
                  <a16:creationId xmlns:a16="http://schemas.microsoft.com/office/drawing/2014/main" id="{9B3ED64A-4897-4BA3-546A-5F3EEDE48B05}"/>
                </a:ext>
              </a:extLst>
            </p:cNvPr>
            <p:cNvSpPr/>
            <p:nvPr/>
          </p:nvSpPr>
          <p:spPr bwMode="auto">
            <a:xfrm>
              <a:off x="5960067" y="6094927"/>
              <a:ext cx="73738" cy="55303"/>
            </a:xfrm>
            <a:custGeom>
              <a:avLst/>
              <a:gdLst>
                <a:gd name="T0" fmla="*/ 0 w 7"/>
                <a:gd name="T1" fmla="*/ 0 h 5"/>
                <a:gd name="T2" fmla="*/ 0 w 7"/>
                <a:gd name="T3" fmla="*/ 4 h 5"/>
                <a:gd name="T4" fmla="*/ 2 w 7"/>
                <a:gd name="T5" fmla="*/ 3 h 5"/>
                <a:gd name="T6" fmla="*/ 2 w 7"/>
                <a:gd name="T7" fmla="*/ 5 h 5"/>
                <a:gd name="T8" fmla="*/ 5 w 7"/>
                <a:gd name="T9" fmla="*/ 3 h 5"/>
                <a:gd name="T10" fmla="*/ 5 w 7"/>
                <a:gd name="T11" fmla="*/ 4 h 5"/>
                <a:gd name="T12" fmla="*/ 7 w 7"/>
                <a:gd name="T13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1" y="4"/>
                    <a:pt x="1" y="4"/>
                    <a:pt x="2" y="3"/>
                  </a:cubicBezTo>
                  <a:cubicBezTo>
                    <a:pt x="3" y="3"/>
                    <a:pt x="2" y="5"/>
                    <a:pt x="2" y="5"/>
                  </a:cubicBezTo>
                  <a:cubicBezTo>
                    <a:pt x="3" y="4"/>
                    <a:pt x="4" y="4"/>
                    <a:pt x="5" y="3"/>
                  </a:cubicBezTo>
                  <a:cubicBezTo>
                    <a:pt x="5" y="3"/>
                    <a:pt x="6" y="4"/>
                    <a:pt x="5" y="4"/>
                  </a:cubicBezTo>
                  <a:cubicBezTo>
                    <a:pt x="7" y="1"/>
                    <a:pt x="7" y="3"/>
                    <a:pt x="7" y="3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2" name="Freeform 770">
              <a:extLst>
                <a:ext uri="{FF2B5EF4-FFF2-40B4-BE49-F238E27FC236}">
                  <a16:creationId xmlns:a16="http://schemas.microsoft.com/office/drawing/2014/main" id="{68577273-63F0-E802-2A43-38F27FC16CB3}"/>
                </a:ext>
              </a:extLst>
            </p:cNvPr>
            <p:cNvSpPr/>
            <p:nvPr/>
          </p:nvSpPr>
          <p:spPr bwMode="auto">
            <a:xfrm>
              <a:off x="6255017" y="6085710"/>
              <a:ext cx="64520" cy="64520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5 h 6"/>
                <a:gd name="T4" fmla="*/ 2 w 6"/>
                <a:gd name="T5" fmla="*/ 3 h 6"/>
                <a:gd name="T6" fmla="*/ 3 w 6"/>
                <a:gd name="T7" fmla="*/ 6 h 6"/>
                <a:gd name="T8" fmla="*/ 6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cubicBezTo>
                    <a:pt x="0" y="2"/>
                    <a:pt x="0" y="3"/>
                    <a:pt x="0" y="5"/>
                  </a:cubicBezTo>
                  <a:cubicBezTo>
                    <a:pt x="1" y="5"/>
                    <a:pt x="1" y="4"/>
                    <a:pt x="2" y="3"/>
                  </a:cubicBezTo>
                  <a:cubicBezTo>
                    <a:pt x="2" y="3"/>
                    <a:pt x="3" y="6"/>
                    <a:pt x="3" y="6"/>
                  </a:cubicBezTo>
                  <a:cubicBezTo>
                    <a:pt x="4" y="5"/>
                    <a:pt x="5" y="4"/>
                    <a:pt x="6" y="3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3" name="Freeform 776">
              <a:extLst>
                <a:ext uri="{FF2B5EF4-FFF2-40B4-BE49-F238E27FC236}">
                  <a16:creationId xmlns:a16="http://schemas.microsoft.com/office/drawing/2014/main" id="{34C3ACF1-EF43-6291-9826-EBCDC7B7BB28}"/>
                </a:ext>
              </a:extLst>
            </p:cNvPr>
            <p:cNvSpPr/>
            <p:nvPr/>
          </p:nvSpPr>
          <p:spPr bwMode="auto">
            <a:xfrm>
              <a:off x="4734181" y="3689240"/>
              <a:ext cx="2861936" cy="1871089"/>
            </a:xfrm>
            <a:custGeom>
              <a:avLst/>
              <a:gdLst>
                <a:gd name="T0" fmla="*/ 20 w 262"/>
                <a:gd name="T1" fmla="*/ 6 h 171"/>
                <a:gd name="T2" fmla="*/ 28 w 262"/>
                <a:gd name="T3" fmla="*/ 149 h 171"/>
                <a:gd name="T4" fmla="*/ 105 w 262"/>
                <a:gd name="T5" fmla="*/ 158 h 171"/>
                <a:gd name="T6" fmla="*/ 182 w 262"/>
                <a:gd name="T7" fmla="*/ 159 h 171"/>
                <a:gd name="T8" fmla="*/ 256 w 262"/>
                <a:gd name="T9" fmla="*/ 148 h 171"/>
                <a:gd name="T10" fmla="*/ 110 w 262"/>
                <a:gd name="T11" fmla="*/ 158 h 171"/>
                <a:gd name="T12" fmla="*/ 14 w 262"/>
                <a:gd name="T13" fmla="*/ 94 h 171"/>
                <a:gd name="T14" fmla="*/ 25 w 262"/>
                <a:gd name="T15" fmla="*/ 0 h 171"/>
                <a:gd name="T16" fmla="*/ 21 w 262"/>
                <a:gd name="T17" fmla="*/ 144 h 171"/>
                <a:gd name="T18" fmla="*/ 79 w 262"/>
                <a:gd name="T19" fmla="*/ 152 h 171"/>
                <a:gd name="T20" fmla="*/ 153 w 262"/>
                <a:gd name="T21" fmla="*/ 155 h 171"/>
                <a:gd name="T22" fmla="*/ 262 w 262"/>
                <a:gd name="T23" fmla="*/ 14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2" h="171">
                  <a:moveTo>
                    <a:pt x="20" y="6"/>
                  </a:moveTo>
                  <a:cubicBezTo>
                    <a:pt x="7" y="27"/>
                    <a:pt x="9" y="129"/>
                    <a:pt x="28" y="149"/>
                  </a:cubicBezTo>
                  <a:cubicBezTo>
                    <a:pt x="40" y="162"/>
                    <a:pt x="87" y="157"/>
                    <a:pt x="105" y="158"/>
                  </a:cubicBezTo>
                  <a:cubicBezTo>
                    <a:pt x="131" y="159"/>
                    <a:pt x="157" y="158"/>
                    <a:pt x="182" y="159"/>
                  </a:cubicBezTo>
                  <a:cubicBezTo>
                    <a:pt x="205" y="160"/>
                    <a:pt x="240" y="165"/>
                    <a:pt x="256" y="148"/>
                  </a:cubicBezTo>
                  <a:cubicBezTo>
                    <a:pt x="207" y="151"/>
                    <a:pt x="160" y="156"/>
                    <a:pt x="110" y="158"/>
                  </a:cubicBezTo>
                  <a:cubicBezTo>
                    <a:pt x="56" y="159"/>
                    <a:pt x="13" y="162"/>
                    <a:pt x="14" y="94"/>
                  </a:cubicBezTo>
                  <a:cubicBezTo>
                    <a:pt x="15" y="64"/>
                    <a:pt x="18" y="29"/>
                    <a:pt x="25" y="0"/>
                  </a:cubicBezTo>
                  <a:cubicBezTo>
                    <a:pt x="44" y="40"/>
                    <a:pt x="0" y="101"/>
                    <a:pt x="21" y="144"/>
                  </a:cubicBezTo>
                  <a:cubicBezTo>
                    <a:pt x="34" y="171"/>
                    <a:pt x="52" y="153"/>
                    <a:pt x="79" y="152"/>
                  </a:cubicBezTo>
                  <a:cubicBezTo>
                    <a:pt x="104" y="150"/>
                    <a:pt x="128" y="155"/>
                    <a:pt x="153" y="155"/>
                  </a:cubicBezTo>
                  <a:cubicBezTo>
                    <a:pt x="177" y="154"/>
                    <a:pt x="245" y="162"/>
                    <a:pt x="262" y="147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4" name="Freeform 777">
              <a:extLst>
                <a:ext uri="{FF2B5EF4-FFF2-40B4-BE49-F238E27FC236}">
                  <a16:creationId xmlns:a16="http://schemas.microsoft.com/office/drawing/2014/main" id="{5859DB26-A565-0434-0DA4-45DFD9F14A88}"/>
                </a:ext>
              </a:extLst>
            </p:cNvPr>
            <p:cNvSpPr/>
            <p:nvPr/>
          </p:nvSpPr>
          <p:spPr bwMode="auto">
            <a:xfrm>
              <a:off x="4964611" y="3481855"/>
              <a:ext cx="2788198" cy="1894131"/>
            </a:xfrm>
            <a:custGeom>
              <a:avLst/>
              <a:gdLst>
                <a:gd name="T0" fmla="*/ 0 w 255"/>
                <a:gd name="T1" fmla="*/ 28 h 173"/>
                <a:gd name="T2" fmla="*/ 148 w 255"/>
                <a:gd name="T3" fmla="*/ 22 h 173"/>
                <a:gd name="T4" fmla="*/ 223 w 255"/>
                <a:gd name="T5" fmla="*/ 34 h 173"/>
                <a:gd name="T6" fmla="*/ 232 w 255"/>
                <a:gd name="T7" fmla="*/ 109 h 173"/>
                <a:gd name="T8" fmla="*/ 231 w 255"/>
                <a:gd name="T9" fmla="*/ 173 h 173"/>
                <a:gd name="T10" fmla="*/ 242 w 255"/>
                <a:gd name="T11" fmla="*/ 101 h 173"/>
                <a:gd name="T12" fmla="*/ 222 w 255"/>
                <a:gd name="T13" fmla="*/ 39 h 173"/>
                <a:gd name="T14" fmla="*/ 84 w 255"/>
                <a:gd name="T15" fmla="*/ 17 h 173"/>
                <a:gd name="T16" fmla="*/ 5 w 255"/>
                <a:gd name="T17" fmla="*/ 24 h 173"/>
                <a:gd name="T18" fmla="*/ 183 w 255"/>
                <a:gd name="T19" fmla="*/ 19 h 173"/>
                <a:gd name="T20" fmla="*/ 233 w 255"/>
                <a:gd name="T21" fmla="*/ 141 h 173"/>
                <a:gd name="T22" fmla="*/ 233 w 255"/>
                <a:gd name="T23" fmla="*/ 168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5" h="173">
                  <a:moveTo>
                    <a:pt x="0" y="28"/>
                  </a:moveTo>
                  <a:cubicBezTo>
                    <a:pt x="49" y="20"/>
                    <a:pt x="98" y="20"/>
                    <a:pt x="148" y="22"/>
                  </a:cubicBezTo>
                  <a:cubicBezTo>
                    <a:pt x="168" y="22"/>
                    <a:pt x="208" y="19"/>
                    <a:pt x="223" y="34"/>
                  </a:cubicBezTo>
                  <a:cubicBezTo>
                    <a:pt x="240" y="49"/>
                    <a:pt x="231" y="87"/>
                    <a:pt x="232" y="109"/>
                  </a:cubicBezTo>
                  <a:cubicBezTo>
                    <a:pt x="232" y="126"/>
                    <a:pt x="244" y="162"/>
                    <a:pt x="231" y="173"/>
                  </a:cubicBezTo>
                  <a:cubicBezTo>
                    <a:pt x="225" y="150"/>
                    <a:pt x="244" y="126"/>
                    <a:pt x="242" y="101"/>
                  </a:cubicBezTo>
                  <a:cubicBezTo>
                    <a:pt x="241" y="88"/>
                    <a:pt x="229" y="50"/>
                    <a:pt x="222" y="39"/>
                  </a:cubicBezTo>
                  <a:cubicBezTo>
                    <a:pt x="199" y="7"/>
                    <a:pt x="120" y="18"/>
                    <a:pt x="84" y="17"/>
                  </a:cubicBezTo>
                  <a:cubicBezTo>
                    <a:pt x="56" y="16"/>
                    <a:pt x="31" y="25"/>
                    <a:pt x="5" y="24"/>
                  </a:cubicBezTo>
                  <a:cubicBezTo>
                    <a:pt x="44" y="0"/>
                    <a:pt x="138" y="11"/>
                    <a:pt x="183" y="19"/>
                  </a:cubicBezTo>
                  <a:cubicBezTo>
                    <a:pt x="255" y="30"/>
                    <a:pt x="237" y="82"/>
                    <a:pt x="233" y="141"/>
                  </a:cubicBezTo>
                  <a:cubicBezTo>
                    <a:pt x="233" y="150"/>
                    <a:pt x="233" y="159"/>
                    <a:pt x="233" y="168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5" name="Freeform 778">
              <a:extLst>
                <a:ext uri="{FF2B5EF4-FFF2-40B4-BE49-F238E27FC236}">
                  <a16:creationId xmlns:a16="http://schemas.microsoft.com/office/drawing/2014/main" id="{318A8ECE-0F32-3C43-73D8-0A5381C8648A}"/>
                </a:ext>
              </a:extLst>
            </p:cNvPr>
            <p:cNvSpPr/>
            <p:nvPr/>
          </p:nvSpPr>
          <p:spPr bwMode="auto">
            <a:xfrm>
              <a:off x="7268908" y="3689240"/>
              <a:ext cx="396339" cy="1631443"/>
            </a:xfrm>
            <a:custGeom>
              <a:avLst/>
              <a:gdLst>
                <a:gd name="T0" fmla="*/ 0 w 36"/>
                <a:gd name="T1" fmla="*/ 0 h 149"/>
                <a:gd name="T2" fmla="*/ 12 w 36"/>
                <a:gd name="T3" fmla="*/ 66 h 149"/>
                <a:gd name="T4" fmla="*/ 25 w 36"/>
                <a:gd name="T5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149">
                  <a:moveTo>
                    <a:pt x="0" y="0"/>
                  </a:moveTo>
                  <a:cubicBezTo>
                    <a:pt x="33" y="2"/>
                    <a:pt x="10" y="44"/>
                    <a:pt x="12" y="66"/>
                  </a:cubicBezTo>
                  <a:cubicBezTo>
                    <a:pt x="14" y="89"/>
                    <a:pt x="36" y="129"/>
                    <a:pt x="25" y="14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6" name="Freeform 779">
              <a:extLst>
                <a:ext uri="{FF2B5EF4-FFF2-40B4-BE49-F238E27FC236}">
                  <a16:creationId xmlns:a16="http://schemas.microsoft.com/office/drawing/2014/main" id="{6677FE0C-3614-65D2-0FF4-C26576864AB0}"/>
                </a:ext>
              </a:extLst>
            </p:cNvPr>
            <p:cNvSpPr/>
            <p:nvPr/>
          </p:nvSpPr>
          <p:spPr bwMode="auto">
            <a:xfrm>
              <a:off x="4734181" y="3703068"/>
              <a:ext cx="382512" cy="1387186"/>
            </a:xfrm>
            <a:custGeom>
              <a:avLst/>
              <a:gdLst>
                <a:gd name="T0" fmla="*/ 24 w 35"/>
                <a:gd name="T1" fmla="*/ 3 h 127"/>
                <a:gd name="T2" fmla="*/ 21 w 35"/>
                <a:gd name="T3" fmla="*/ 127 h 127"/>
                <a:gd name="T4" fmla="*/ 27 w 35"/>
                <a:gd name="T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127">
                  <a:moveTo>
                    <a:pt x="24" y="3"/>
                  </a:moveTo>
                  <a:cubicBezTo>
                    <a:pt x="22" y="38"/>
                    <a:pt x="0" y="97"/>
                    <a:pt x="21" y="127"/>
                  </a:cubicBezTo>
                  <a:cubicBezTo>
                    <a:pt x="26" y="90"/>
                    <a:pt x="35" y="36"/>
                    <a:pt x="27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7" name="Freeform 780">
              <a:extLst>
                <a:ext uri="{FF2B5EF4-FFF2-40B4-BE49-F238E27FC236}">
                  <a16:creationId xmlns:a16="http://schemas.microsoft.com/office/drawing/2014/main" id="{7C7BC8E7-4E05-BC93-86CE-87FB591F4D1B}"/>
                </a:ext>
              </a:extLst>
            </p:cNvPr>
            <p:cNvSpPr/>
            <p:nvPr/>
          </p:nvSpPr>
          <p:spPr bwMode="auto">
            <a:xfrm>
              <a:off x="7172126" y="3689240"/>
              <a:ext cx="327209" cy="308774"/>
            </a:xfrm>
            <a:custGeom>
              <a:avLst/>
              <a:gdLst>
                <a:gd name="T0" fmla="*/ 0 w 30"/>
                <a:gd name="T1" fmla="*/ 0 h 28"/>
                <a:gd name="T2" fmla="*/ 30 w 30"/>
                <a:gd name="T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" h="28">
                  <a:moveTo>
                    <a:pt x="0" y="0"/>
                  </a:moveTo>
                  <a:cubicBezTo>
                    <a:pt x="16" y="2"/>
                    <a:pt x="28" y="7"/>
                    <a:pt x="30" y="28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8" name="Freeform 781">
              <a:extLst>
                <a:ext uri="{FF2B5EF4-FFF2-40B4-BE49-F238E27FC236}">
                  <a16:creationId xmlns:a16="http://schemas.microsoft.com/office/drawing/2014/main" id="{52404396-7614-A360-32BD-1A08A0F86EE2}"/>
                </a:ext>
              </a:extLst>
            </p:cNvPr>
            <p:cNvSpPr/>
            <p:nvPr/>
          </p:nvSpPr>
          <p:spPr bwMode="auto">
            <a:xfrm>
              <a:off x="7444035" y="4108624"/>
              <a:ext cx="13824" cy="488511"/>
            </a:xfrm>
            <a:custGeom>
              <a:avLst/>
              <a:gdLst>
                <a:gd name="T0" fmla="*/ 1 w 1"/>
                <a:gd name="T1" fmla="*/ 0 h 45"/>
                <a:gd name="T2" fmla="*/ 1 w 1"/>
                <a:gd name="T3" fmla="*/ 4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5">
                  <a:moveTo>
                    <a:pt x="1" y="0"/>
                  </a:moveTo>
                  <a:cubicBezTo>
                    <a:pt x="0" y="9"/>
                    <a:pt x="1" y="45"/>
                    <a:pt x="1" y="43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9" name="Freeform 782">
              <a:extLst>
                <a:ext uri="{FF2B5EF4-FFF2-40B4-BE49-F238E27FC236}">
                  <a16:creationId xmlns:a16="http://schemas.microsoft.com/office/drawing/2014/main" id="{433ACA35-1306-37EA-9D03-2E9575886FD9}"/>
                </a:ext>
              </a:extLst>
            </p:cNvPr>
            <p:cNvSpPr/>
            <p:nvPr/>
          </p:nvSpPr>
          <p:spPr bwMode="auto">
            <a:xfrm>
              <a:off x="4743398" y="3832108"/>
              <a:ext cx="294950" cy="1336492"/>
            </a:xfrm>
            <a:custGeom>
              <a:avLst/>
              <a:gdLst>
                <a:gd name="T0" fmla="*/ 22 w 27"/>
                <a:gd name="T1" fmla="*/ 0 h 122"/>
                <a:gd name="T2" fmla="*/ 26 w 27"/>
                <a:gd name="T3" fmla="*/ 122 h 122"/>
                <a:gd name="T4" fmla="*/ 26 w 27"/>
                <a:gd name="T5" fmla="*/ 10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22">
                  <a:moveTo>
                    <a:pt x="22" y="0"/>
                  </a:moveTo>
                  <a:cubicBezTo>
                    <a:pt x="19" y="24"/>
                    <a:pt x="0" y="111"/>
                    <a:pt x="26" y="122"/>
                  </a:cubicBezTo>
                  <a:cubicBezTo>
                    <a:pt x="26" y="115"/>
                    <a:pt x="27" y="107"/>
                    <a:pt x="26" y="10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0" name="Freeform 783">
              <a:extLst>
                <a:ext uri="{FF2B5EF4-FFF2-40B4-BE49-F238E27FC236}">
                  <a16:creationId xmlns:a16="http://schemas.microsoft.com/office/drawing/2014/main" id="{8839FBF2-6DA1-FD33-28F5-586645CD8321}"/>
                </a:ext>
              </a:extLst>
            </p:cNvPr>
            <p:cNvSpPr/>
            <p:nvPr/>
          </p:nvSpPr>
          <p:spPr bwMode="auto">
            <a:xfrm>
              <a:off x="4812526" y="3703068"/>
              <a:ext cx="248864" cy="1451706"/>
            </a:xfrm>
            <a:custGeom>
              <a:avLst/>
              <a:gdLst>
                <a:gd name="T0" fmla="*/ 20 w 23"/>
                <a:gd name="T1" fmla="*/ 0 h 133"/>
                <a:gd name="T2" fmla="*/ 0 w 23"/>
                <a:gd name="T3" fmla="*/ 62 h 133"/>
                <a:gd name="T4" fmla="*/ 16 w 23"/>
                <a:gd name="T5" fmla="*/ 28 h 133"/>
                <a:gd name="T6" fmla="*/ 12 w 23"/>
                <a:gd name="T7" fmla="*/ 61 h 133"/>
                <a:gd name="T8" fmla="*/ 20 w 23"/>
                <a:gd name="T9" fmla="*/ 41 h 133"/>
                <a:gd name="T10" fmla="*/ 14 w 23"/>
                <a:gd name="T11" fmla="*/ 74 h 133"/>
                <a:gd name="T12" fmla="*/ 19 w 23"/>
                <a:gd name="T13" fmla="*/ 64 h 133"/>
                <a:gd name="T14" fmla="*/ 12 w 23"/>
                <a:gd name="T15" fmla="*/ 92 h 133"/>
                <a:gd name="T16" fmla="*/ 13 w 23"/>
                <a:gd name="T17" fmla="*/ 120 h 133"/>
                <a:gd name="T18" fmla="*/ 14 w 23"/>
                <a:gd name="T19" fmla="*/ 98 h 133"/>
                <a:gd name="T20" fmla="*/ 17 w 23"/>
                <a:gd name="T21" fmla="*/ 114 h 133"/>
                <a:gd name="T22" fmla="*/ 18 w 23"/>
                <a:gd name="T23" fmla="*/ 103 h 133"/>
                <a:gd name="T24" fmla="*/ 12 w 23"/>
                <a:gd name="T25" fmla="*/ 120 h 133"/>
                <a:gd name="T26" fmla="*/ 22 w 23"/>
                <a:gd name="T2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33">
                  <a:moveTo>
                    <a:pt x="20" y="0"/>
                  </a:moveTo>
                  <a:cubicBezTo>
                    <a:pt x="9" y="13"/>
                    <a:pt x="3" y="43"/>
                    <a:pt x="0" y="62"/>
                  </a:cubicBezTo>
                  <a:cubicBezTo>
                    <a:pt x="7" y="51"/>
                    <a:pt x="11" y="40"/>
                    <a:pt x="16" y="28"/>
                  </a:cubicBezTo>
                  <a:cubicBezTo>
                    <a:pt x="14" y="39"/>
                    <a:pt x="14" y="50"/>
                    <a:pt x="12" y="61"/>
                  </a:cubicBezTo>
                  <a:cubicBezTo>
                    <a:pt x="14" y="54"/>
                    <a:pt x="18" y="47"/>
                    <a:pt x="20" y="41"/>
                  </a:cubicBezTo>
                  <a:cubicBezTo>
                    <a:pt x="21" y="52"/>
                    <a:pt x="19" y="63"/>
                    <a:pt x="14" y="74"/>
                  </a:cubicBezTo>
                  <a:cubicBezTo>
                    <a:pt x="16" y="70"/>
                    <a:pt x="17" y="67"/>
                    <a:pt x="19" y="64"/>
                  </a:cubicBezTo>
                  <a:cubicBezTo>
                    <a:pt x="22" y="75"/>
                    <a:pt x="16" y="83"/>
                    <a:pt x="12" y="92"/>
                  </a:cubicBezTo>
                  <a:cubicBezTo>
                    <a:pt x="9" y="101"/>
                    <a:pt x="9" y="112"/>
                    <a:pt x="13" y="120"/>
                  </a:cubicBezTo>
                  <a:cubicBezTo>
                    <a:pt x="16" y="115"/>
                    <a:pt x="16" y="103"/>
                    <a:pt x="14" y="98"/>
                  </a:cubicBezTo>
                  <a:cubicBezTo>
                    <a:pt x="15" y="103"/>
                    <a:pt x="16" y="108"/>
                    <a:pt x="17" y="114"/>
                  </a:cubicBezTo>
                  <a:cubicBezTo>
                    <a:pt x="18" y="111"/>
                    <a:pt x="18" y="106"/>
                    <a:pt x="18" y="103"/>
                  </a:cubicBezTo>
                  <a:cubicBezTo>
                    <a:pt x="18" y="106"/>
                    <a:pt x="17" y="119"/>
                    <a:pt x="12" y="120"/>
                  </a:cubicBezTo>
                  <a:cubicBezTo>
                    <a:pt x="23" y="119"/>
                    <a:pt x="18" y="126"/>
                    <a:pt x="22" y="133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1" name="Freeform 784">
              <a:extLst>
                <a:ext uri="{FF2B5EF4-FFF2-40B4-BE49-F238E27FC236}">
                  <a16:creationId xmlns:a16="http://schemas.microsoft.com/office/drawing/2014/main" id="{4D492946-0DF8-300A-4C69-831DE37E0E20}"/>
                </a:ext>
              </a:extLst>
            </p:cNvPr>
            <p:cNvSpPr/>
            <p:nvPr/>
          </p:nvSpPr>
          <p:spPr bwMode="auto">
            <a:xfrm>
              <a:off x="7388731" y="4007235"/>
              <a:ext cx="207385" cy="1129104"/>
            </a:xfrm>
            <a:custGeom>
              <a:avLst/>
              <a:gdLst>
                <a:gd name="T0" fmla="*/ 6 w 19"/>
                <a:gd name="T1" fmla="*/ 0 h 103"/>
                <a:gd name="T2" fmla="*/ 1 w 19"/>
                <a:gd name="T3" fmla="*/ 82 h 103"/>
                <a:gd name="T4" fmla="*/ 9 w 19"/>
                <a:gd name="T5" fmla="*/ 51 h 103"/>
                <a:gd name="T6" fmla="*/ 7 w 19"/>
                <a:gd name="T7" fmla="*/ 93 h 103"/>
                <a:gd name="T8" fmla="*/ 13 w 19"/>
                <a:gd name="T9" fmla="*/ 78 h 103"/>
                <a:gd name="T10" fmla="*/ 13 w 19"/>
                <a:gd name="T11" fmla="*/ 103 h 103"/>
                <a:gd name="T12" fmla="*/ 19 w 19"/>
                <a:gd name="T13" fmla="*/ 98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03">
                  <a:moveTo>
                    <a:pt x="6" y="0"/>
                  </a:moveTo>
                  <a:cubicBezTo>
                    <a:pt x="0" y="24"/>
                    <a:pt x="2" y="57"/>
                    <a:pt x="1" y="82"/>
                  </a:cubicBezTo>
                  <a:cubicBezTo>
                    <a:pt x="2" y="72"/>
                    <a:pt x="5" y="61"/>
                    <a:pt x="9" y="51"/>
                  </a:cubicBezTo>
                  <a:cubicBezTo>
                    <a:pt x="8" y="65"/>
                    <a:pt x="9" y="79"/>
                    <a:pt x="7" y="93"/>
                  </a:cubicBezTo>
                  <a:cubicBezTo>
                    <a:pt x="9" y="88"/>
                    <a:pt x="12" y="83"/>
                    <a:pt x="13" y="78"/>
                  </a:cubicBezTo>
                  <a:cubicBezTo>
                    <a:pt x="14" y="86"/>
                    <a:pt x="15" y="95"/>
                    <a:pt x="13" y="103"/>
                  </a:cubicBezTo>
                  <a:cubicBezTo>
                    <a:pt x="15" y="101"/>
                    <a:pt x="17" y="99"/>
                    <a:pt x="19" y="98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2" name="Freeform 785">
              <a:extLst>
                <a:ext uri="{FF2B5EF4-FFF2-40B4-BE49-F238E27FC236}">
                  <a16:creationId xmlns:a16="http://schemas.microsoft.com/office/drawing/2014/main" id="{EB0475D4-643F-919A-E804-932D106B4829}"/>
                </a:ext>
              </a:extLst>
            </p:cNvPr>
            <p:cNvSpPr/>
            <p:nvPr/>
          </p:nvSpPr>
          <p:spPr bwMode="auto">
            <a:xfrm>
              <a:off x="4812526" y="5090253"/>
              <a:ext cx="350253" cy="414774"/>
            </a:xfrm>
            <a:custGeom>
              <a:avLst/>
              <a:gdLst>
                <a:gd name="T0" fmla="*/ 0 w 32"/>
                <a:gd name="T1" fmla="*/ 0 h 38"/>
                <a:gd name="T2" fmla="*/ 18 w 32"/>
                <a:gd name="T3" fmla="*/ 38 h 38"/>
                <a:gd name="T4" fmla="*/ 13 w 32"/>
                <a:gd name="T5" fmla="*/ 11 h 38"/>
                <a:gd name="T6" fmla="*/ 24 w 32"/>
                <a:gd name="T7" fmla="*/ 31 h 38"/>
                <a:gd name="T8" fmla="*/ 25 w 32"/>
                <a:gd name="T9" fmla="*/ 18 h 38"/>
                <a:gd name="T10" fmla="*/ 32 w 32"/>
                <a:gd name="T11" fmla="*/ 3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8">
                  <a:moveTo>
                    <a:pt x="0" y="0"/>
                  </a:moveTo>
                  <a:cubicBezTo>
                    <a:pt x="5" y="13"/>
                    <a:pt x="12" y="26"/>
                    <a:pt x="18" y="38"/>
                  </a:cubicBezTo>
                  <a:cubicBezTo>
                    <a:pt x="19" y="29"/>
                    <a:pt x="16" y="20"/>
                    <a:pt x="13" y="11"/>
                  </a:cubicBezTo>
                  <a:cubicBezTo>
                    <a:pt x="15" y="18"/>
                    <a:pt x="20" y="24"/>
                    <a:pt x="24" y="31"/>
                  </a:cubicBezTo>
                  <a:cubicBezTo>
                    <a:pt x="24" y="28"/>
                    <a:pt x="25" y="24"/>
                    <a:pt x="25" y="18"/>
                  </a:cubicBezTo>
                  <a:cubicBezTo>
                    <a:pt x="26" y="23"/>
                    <a:pt x="30" y="27"/>
                    <a:pt x="32" y="3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3" name="Freeform 786">
              <a:extLst>
                <a:ext uri="{FF2B5EF4-FFF2-40B4-BE49-F238E27FC236}">
                  <a16:creationId xmlns:a16="http://schemas.microsoft.com/office/drawing/2014/main" id="{0056B5EC-05CD-3055-3AC0-905A99209F70}"/>
                </a:ext>
              </a:extLst>
            </p:cNvPr>
            <p:cNvSpPr/>
            <p:nvPr/>
          </p:nvSpPr>
          <p:spPr bwMode="auto">
            <a:xfrm>
              <a:off x="5038348" y="3601678"/>
              <a:ext cx="635986" cy="188951"/>
            </a:xfrm>
            <a:custGeom>
              <a:avLst/>
              <a:gdLst>
                <a:gd name="T0" fmla="*/ 1 w 58"/>
                <a:gd name="T1" fmla="*/ 9 h 17"/>
                <a:gd name="T2" fmla="*/ 9 w 58"/>
                <a:gd name="T3" fmla="*/ 3 h 17"/>
                <a:gd name="T4" fmla="*/ 0 w 58"/>
                <a:gd name="T5" fmla="*/ 9 h 17"/>
                <a:gd name="T6" fmla="*/ 25 w 58"/>
                <a:gd name="T7" fmla="*/ 0 h 17"/>
                <a:gd name="T8" fmla="*/ 10 w 58"/>
                <a:gd name="T9" fmla="*/ 9 h 17"/>
                <a:gd name="T10" fmla="*/ 33 w 58"/>
                <a:gd name="T11" fmla="*/ 3 h 17"/>
                <a:gd name="T12" fmla="*/ 22 w 58"/>
                <a:gd name="T13" fmla="*/ 10 h 17"/>
                <a:gd name="T14" fmla="*/ 46 w 58"/>
                <a:gd name="T15" fmla="*/ 3 h 17"/>
                <a:gd name="T16" fmla="*/ 41 w 58"/>
                <a:gd name="T17" fmla="*/ 6 h 17"/>
                <a:gd name="T18" fmla="*/ 58 w 58"/>
                <a:gd name="T19" fmla="*/ 3 h 17"/>
                <a:gd name="T20" fmla="*/ 49 w 58"/>
                <a:gd name="T21" fmla="*/ 12 h 17"/>
                <a:gd name="T22" fmla="*/ 54 w 58"/>
                <a:gd name="T23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17">
                  <a:moveTo>
                    <a:pt x="1" y="9"/>
                  </a:moveTo>
                  <a:cubicBezTo>
                    <a:pt x="3" y="7"/>
                    <a:pt x="6" y="5"/>
                    <a:pt x="9" y="3"/>
                  </a:cubicBezTo>
                  <a:cubicBezTo>
                    <a:pt x="5" y="5"/>
                    <a:pt x="3" y="7"/>
                    <a:pt x="0" y="9"/>
                  </a:cubicBezTo>
                  <a:cubicBezTo>
                    <a:pt x="8" y="6"/>
                    <a:pt x="17" y="3"/>
                    <a:pt x="25" y="0"/>
                  </a:cubicBezTo>
                  <a:cubicBezTo>
                    <a:pt x="20" y="3"/>
                    <a:pt x="15" y="6"/>
                    <a:pt x="10" y="9"/>
                  </a:cubicBezTo>
                  <a:cubicBezTo>
                    <a:pt x="17" y="7"/>
                    <a:pt x="25" y="6"/>
                    <a:pt x="33" y="3"/>
                  </a:cubicBezTo>
                  <a:cubicBezTo>
                    <a:pt x="29" y="5"/>
                    <a:pt x="25" y="8"/>
                    <a:pt x="22" y="10"/>
                  </a:cubicBezTo>
                  <a:cubicBezTo>
                    <a:pt x="30" y="8"/>
                    <a:pt x="38" y="6"/>
                    <a:pt x="46" y="3"/>
                  </a:cubicBezTo>
                  <a:cubicBezTo>
                    <a:pt x="45" y="4"/>
                    <a:pt x="42" y="5"/>
                    <a:pt x="41" y="6"/>
                  </a:cubicBezTo>
                  <a:cubicBezTo>
                    <a:pt x="46" y="5"/>
                    <a:pt x="53" y="5"/>
                    <a:pt x="58" y="3"/>
                  </a:cubicBezTo>
                  <a:cubicBezTo>
                    <a:pt x="56" y="5"/>
                    <a:pt x="52" y="10"/>
                    <a:pt x="49" y="12"/>
                  </a:cubicBezTo>
                  <a:cubicBezTo>
                    <a:pt x="47" y="17"/>
                    <a:pt x="55" y="10"/>
                    <a:pt x="54" y="1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4" name="Freeform 787">
              <a:extLst>
                <a:ext uri="{FF2B5EF4-FFF2-40B4-BE49-F238E27FC236}">
                  <a16:creationId xmlns:a16="http://schemas.microsoft.com/office/drawing/2014/main" id="{53D9F803-56C7-7E03-8F58-CB168F448CA0}"/>
                </a:ext>
              </a:extLst>
            </p:cNvPr>
            <p:cNvSpPr/>
            <p:nvPr/>
          </p:nvSpPr>
          <p:spPr bwMode="auto">
            <a:xfrm>
              <a:off x="5291819" y="5288424"/>
              <a:ext cx="1562312" cy="142865"/>
            </a:xfrm>
            <a:custGeom>
              <a:avLst/>
              <a:gdLst>
                <a:gd name="T0" fmla="*/ 13 w 143"/>
                <a:gd name="T1" fmla="*/ 6 h 13"/>
                <a:gd name="T2" fmla="*/ 0 w 143"/>
                <a:gd name="T3" fmla="*/ 12 h 13"/>
                <a:gd name="T4" fmla="*/ 36 w 143"/>
                <a:gd name="T5" fmla="*/ 6 h 13"/>
                <a:gd name="T6" fmla="*/ 22 w 143"/>
                <a:gd name="T7" fmla="*/ 10 h 13"/>
                <a:gd name="T8" fmla="*/ 48 w 143"/>
                <a:gd name="T9" fmla="*/ 5 h 13"/>
                <a:gd name="T10" fmla="*/ 36 w 143"/>
                <a:gd name="T11" fmla="*/ 13 h 13"/>
                <a:gd name="T12" fmla="*/ 66 w 143"/>
                <a:gd name="T13" fmla="*/ 5 h 13"/>
                <a:gd name="T14" fmla="*/ 58 w 143"/>
                <a:gd name="T15" fmla="*/ 11 h 13"/>
                <a:gd name="T16" fmla="*/ 84 w 143"/>
                <a:gd name="T17" fmla="*/ 5 h 13"/>
                <a:gd name="T18" fmla="*/ 81 w 143"/>
                <a:gd name="T19" fmla="*/ 7 h 13"/>
                <a:gd name="T20" fmla="*/ 100 w 143"/>
                <a:gd name="T21" fmla="*/ 0 h 13"/>
                <a:gd name="T22" fmla="*/ 95 w 143"/>
                <a:gd name="T23" fmla="*/ 7 h 13"/>
                <a:gd name="T24" fmla="*/ 116 w 143"/>
                <a:gd name="T25" fmla="*/ 0 h 13"/>
                <a:gd name="T26" fmla="*/ 103 w 143"/>
                <a:gd name="T27" fmla="*/ 9 h 13"/>
                <a:gd name="T28" fmla="*/ 122 w 143"/>
                <a:gd name="T29" fmla="*/ 3 h 13"/>
                <a:gd name="T30" fmla="*/ 116 w 143"/>
                <a:gd name="T31" fmla="*/ 8 h 13"/>
                <a:gd name="T32" fmla="*/ 130 w 143"/>
                <a:gd name="T33" fmla="*/ 3 h 13"/>
                <a:gd name="T34" fmla="*/ 127 w 143"/>
                <a:gd name="T35" fmla="*/ 8 h 13"/>
                <a:gd name="T36" fmla="*/ 143 w 143"/>
                <a:gd name="T37" fmla="*/ 1 h 13"/>
                <a:gd name="T38" fmla="*/ 139 w 143"/>
                <a:gd name="T3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" h="13">
                  <a:moveTo>
                    <a:pt x="13" y="6"/>
                  </a:moveTo>
                  <a:cubicBezTo>
                    <a:pt x="10" y="7"/>
                    <a:pt x="4" y="10"/>
                    <a:pt x="0" y="12"/>
                  </a:cubicBezTo>
                  <a:cubicBezTo>
                    <a:pt x="12" y="8"/>
                    <a:pt x="24" y="7"/>
                    <a:pt x="36" y="6"/>
                  </a:cubicBezTo>
                  <a:cubicBezTo>
                    <a:pt x="31" y="7"/>
                    <a:pt x="27" y="9"/>
                    <a:pt x="22" y="10"/>
                  </a:cubicBezTo>
                  <a:cubicBezTo>
                    <a:pt x="31" y="9"/>
                    <a:pt x="39" y="7"/>
                    <a:pt x="48" y="5"/>
                  </a:cubicBezTo>
                  <a:cubicBezTo>
                    <a:pt x="43" y="7"/>
                    <a:pt x="40" y="10"/>
                    <a:pt x="36" y="13"/>
                  </a:cubicBezTo>
                  <a:cubicBezTo>
                    <a:pt x="46" y="11"/>
                    <a:pt x="56" y="8"/>
                    <a:pt x="66" y="5"/>
                  </a:cubicBezTo>
                  <a:cubicBezTo>
                    <a:pt x="63" y="7"/>
                    <a:pt x="61" y="9"/>
                    <a:pt x="58" y="11"/>
                  </a:cubicBezTo>
                  <a:cubicBezTo>
                    <a:pt x="66" y="10"/>
                    <a:pt x="75" y="7"/>
                    <a:pt x="84" y="5"/>
                  </a:cubicBezTo>
                  <a:cubicBezTo>
                    <a:pt x="83" y="5"/>
                    <a:pt x="80" y="6"/>
                    <a:pt x="81" y="7"/>
                  </a:cubicBezTo>
                  <a:cubicBezTo>
                    <a:pt x="87" y="4"/>
                    <a:pt x="94" y="3"/>
                    <a:pt x="100" y="0"/>
                  </a:cubicBezTo>
                  <a:cubicBezTo>
                    <a:pt x="98" y="2"/>
                    <a:pt x="97" y="5"/>
                    <a:pt x="95" y="7"/>
                  </a:cubicBezTo>
                  <a:cubicBezTo>
                    <a:pt x="101" y="4"/>
                    <a:pt x="109" y="3"/>
                    <a:pt x="116" y="0"/>
                  </a:cubicBezTo>
                  <a:cubicBezTo>
                    <a:pt x="112" y="2"/>
                    <a:pt x="108" y="6"/>
                    <a:pt x="103" y="9"/>
                  </a:cubicBezTo>
                  <a:cubicBezTo>
                    <a:pt x="109" y="6"/>
                    <a:pt x="116" y="5"/>
                    <a:pt x="122" y="3"/>
                  </a:cubicBezTo>
                  <a:cubicBezTo>
                    <a:pt x="121" y="5"/>
                    <a:pt x="118" y="6"/>
                    <a:pt x="116" y="8"/>
                  </a:cubicBezTo>
                  <a:cubicBezTo>
                    <a:pt x="121" y="7"/>
                    <a:pt x="125" y="5"/>
                    <a:pt x="130" y="3"/>
                  </a:cubicBezTo>
                  <a:cubicBezTo>
                    <a:pt x="131" y="4"/>
                    <a:pt x="127" y="8"/>
                    <a:pt x="127" y="8"/>
                  </a:cubicBezTo>
                  <a:cubicBezTo>
                    <a:pt x="132" y="5"/>
                    <a:pt x="138" y="4"/>
                    <a:pt x="143" y="1"/>
                  </a:cubicBezTo>
                  <a:cubicBezTo>
                    <a:pt x="143" y="5"/>
                    <a:pt x="141" y="5"/>
                    <a:pt x="139" y="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5" name="Freeform 788">
              <a:extLst>
                <a:ext uri="{FF2B5EF4-FFF2-40B4-BE49-F238E27FC236}">
                  <a16:creationId xmlns:a16="http://schemas.microsoft.com/office/drawing/2014/main" id="{5849D4D4-1FDF-1BAD-677F-B52F18BE251D}"/>
                </a:ext>
              </a:extLst>
            </p:cNvPr>
            <p:cNvSpPr/>
            <p:nvPr/>
          </p:nvSpPr>
          <p:spPr bwMode="auto">
            <a:xfrm>
              <a:off x="6844917" y="5320683"/>
              <a:ext cx="741982" cy="110606"/>
            </a:xfrm>
            <a:custGeom>
              <a:avLst/>
              <a:gdLst>
                <a:gd name="T0" fmla="*/ 10 w 68"/>
                <a:gd name="T1" fmla="*/ 0 h 10"/>
                <a:gd name="T2" fmla="*/ 0 w 68"/>
                <a:gd name="T3" fmla="*/ 10 h 10"/>
                <a:gd name="T4" fmla="*/ 20 w 68"/>
                <a:gd name="T5" fmla="*/ 2 h 10"/>
                <a:gd name="T6" fmla="*/ 16 w 68"/>
                <a:gd name="T7" fmla="*/ 8 h 10"/>
                <a:gd name="T8" fmla="*/ 29 w 68"/>
                <a:gd name="T9" fmla="*/ 3 h 10"/>
                <a:gd name="T10" fmla="*/ 25 w 68"/>
                <a:gd name="T11" fmla="*/ 8 h 10"/>
                <a:gd name="T12" fmla="*/ 41 w 68"/>
                <a:gd name="T13" fmla="*/ 1 h 10"/>
                <a:gd name="T14" fmla="*/ 38 w 68"/>
                <a:gd name="T15" fmla="*/ 7 h 10"/>
                <a:gd name="T16" fmla="*/ 54 w 68"/>
                <a:gd name="T17" fmla="*/ 0 h 10"/>
                <a:gd name="T18" fmla="*/ 46 w 68"/>
                <a:gd name="T19" fmla="*/ 7 h 10"/>
                <a:gd name="T20" fmla="*/ 58 w 68"/>
                <a:gd name="T21" fmla="*/ 3 h 10"/>
                <a:gd name="T22" fmla="*/ 53 w 68"/>
                <a:gd name="T23" fmla="*/ 7 h 10"/>
                <a:gd name="T24" fmla="*/ 61 w 68"/>
                <a:gd name="T25" fmla="*/ 6 h 10"/>
                <a:gd name="T26" fmla="*/ 61 w 68"/>
                <a:gd name="T27" fmla="*/ 8 h 10"/>
                <a:gd name="T28" fmla="*/ 66 w 68"/>
                <a:gd name="T2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0">
                  <a:moveTo>
                    <a:pt x="10" y="0"/>
                  </a:moveTo>
                  <a:cubicBezTo>
                    <a:pt x="6" y="3"/>
                    <a:pt x="3" y="6"/>
                    <a:pt x="0" y="10"/>
                  </a:cubicBezTo>
                  <a:cubicBezTo>
                    <a:pt x="6" y="6"/>
                    <a:pt x="14" y="5"/>
                    <a:pt x="20" y="2"/>
                  </a:cubicBezTo>
                  <a:cubicBezTo>
                    <a:pt x="20" y="5"/>
                    <a:pt x="18" y="6"/>
                    <a:pt x="16" y="8"/>
                  </a:cubicBezTo>
                  <a:cubicBezTo>
                    <a:pt x="20" y="7"/>
                    <a:pt x="25" y="5"/>
                    <a:pt x="29" y="3"/>
                  </a:cubicBezTo>
                  <a:cubicBezTo>
                    <a:pt x="28" y="4"/>
                    <a:pt x="24" y="8"/>
                    <a:pt x="25" y="8"/>
                  </a:cubicBezTo>
                  <a:cubicBezTo>
                    <a:pt x="30" y="5"/>
                    <a:pt x="35" y="4"/>
                    <a:pt x="41" y="1"/>
                  </a:cubicBezTo>
                  <a:cubicBezTo>
                    <a:pt x="40" y="2"/>
                    <a:pt x="37" y="9"/>
                    <a:pt x="38" y="7"/>
                  </a:cubicBezTo>
                  <a:cubicBezTo>
                    <a:pt x="43" y="4"/>
                    <a:pt x="49" y="3"/>
                    <a:pt x="54" y="0"/>
                  </a:cubicBezTo>
                  <a:cubicBezTo>
                    <a:pt x="52" y="2"/>
                    <a:pt x="49" y="5"/>
                    <a:pt x="46" y="7"/>
                  </a:cubicBezTo>
                  <a:cubicBezTo>
                    <a:pt x="50" y="6"/>
                    <a:pt x="54" y="5"/>
                    <a:pt x="58" y="3"/>
                  </a:cubicBezTo>
                  <a:cubicBezTo>
                    <a:pt x="58" y="4"/>
                    <a:pt x="54" y="8"/>
                    <a:pt x="53" y="7"/>
                  </a:cubicBezTo>
                  <a:cubicBezTo>
                    <a:pt x="56" y="7"/>
                    <a:pt x="59" y="5"/>
                    <a:pt x="61" y="6"/>
                  </a:cubicBezTo>
                  <a:cubicBezTo>
                    <a:pt x="61" y="7"/>
                    <a:pt x="61" y="8"/>
                    <a:pt x="61" y="8"/>
                  </a:cubicBezTo>
                  <a:cubicBezTo>
                    <a:pt x="67" y="8"/>
                    <a:pt x="68" y="4"/>
                    <a:pt x="66" y="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6" name="Freeform 789">
              <a:extLst>
                <a:ext uri="{FF2B5EF4-FFF2-40B4-BE49-F238E27FC236}">
                  <a16:creationId xmlns:a16="http://schemas.microsoft.com/office/drawing/2014/main" id="{880440F0-4B28-D0DB-A5E0-047A2FC9B40E}"/>
                </a:ext>
              </a:extLst>
            </p:cNvPr>
            <p:cNvSpPr/>
            <p:nvPr/>
          </p:nvSpPr>
          <p:spPr bwMode="auto">
            <a:xfrm>
              <a:off x="5563728" y="3633937"/>
              <a:ext cx="1562312" cy="188951"/>
            </a:xfrm>
            <a:custGeom>
              <a:avLst/>
              <a:gdLst>
                <a:gd name="T0" fmla="*/ 9 w 143"/>
                <a:gd name="T1" fmla="*/ 3 h 17"/>
                <a:gd name="T2" fmla="*/ 19 w 143"/>
                <a:gd name="T3" fmla="*/ 0 h 17"/>
                <a:gd name="T4" fmla="*/ 12 w 143"/>
                <a:gd name="T5" fmla="*/ 7 h 17"/>
                <a:gd name="T6" fmla="*/ 21 w 143"/>
                <a:gd name="T7" fmla="*/ 3 h 17"/>
                <a:gd name="T8" fmla="*/ 13 w 143"/>
                <a:gd name="T9" fmla="*/ 9 h 17"/>
                <a:gd name="T10" fmla="*/ 34 w 143"/>
                <a:gd name="T11" fmla="*/ 0 h 17"/>
                <a:gd name="T12" fmla="*/ 22 w 143"/>
                <a:gd name="T13" fmla="*/ 10 h 17"/>
                <a:gd name="T14" fmla="*/ 44 w 143"/>
                <a:gd name="T15" fmla="*/ 0 h 17"/>
                <a:gd name="T16" fmla="*/ 31 w 143"/>
                <a:gd name="T17" fmla="*/ 9 h 17"/>
                <a:gd name="T18" fmla="*/ 52 w 143"/>
                <a:gd name="T19" fmla="*/ 2 h 17"/>
                <a:gd name="T20" fmla="*/ 42 w 143"/>
                <a:gd name="T21" fmla="*/ 10 h 17"/>
                <a:gd name="T22" fmla="*/ 60 w 143"/>
                <a:gd name="T23" fmla="*/ 3 h 17"/>
                <a:gd name="T24" fmla="*/ 48 w 143"/>
                <a:gd name="T25" fmla="*/ 12 h 17"/>
                <a:gd name="T26" fmla="*/ 68 w 143"/>
                <a:gd name="T27" fmla="*/ 5 h 17"/>
                <a:gd name="T28" fmla="*/ 58 w 143"/>
                <a:gd name="T29" fmla="*/ 14 h 17"/>
                <a:gd name="T30" fmla="*/ 77 w 143"/>
                <a:gd name="T31" fmla="*/ 6 h 17"/>
                <a:gd name="T32" fmla="*/ 74 w 143"/>
                <a:gd name="T33" fmla="*/ 10 h 17"/>
                <a:gd name="T34" fmla="*/ 94 w 143"/>
                <a:gd name="T35" fmla="*/ 5 h 17"/>
                <a:gd name="T36" fmla="*/ 86 w 143"/>
                <a:gd name="T37" fmla="*/ 10 h 17"/>
                <a:gd name="T38" fmla="*/ 106 w 143"/>
                <a:gd name="T39" fmla="*/ 5 h 17"/>
                <a:gd name="T40" fmla="*/ 89 w 143"/>
                <a:gd name="T41" fmla="*/ 17 h 17"/>
                <a:gd name="T42" fmla="*/ 113 w 143"/>
                <a:gd name="T43" fmla="*/ 8 h 17"/>
                <a:gd name="T44" fmla="*/ 108 w 143"/>
                <a:gd name="T45" fmla="*/ 13 h 17"/>
                <a:gd name="T46" fmla="*/ 125 w 143"/>
                <a:gd name="T47" fmla="*/ 8 h 17"/>
                <a:gd name="T48" fmla="*/ 120 w 143"/>
                <a:gd name="T49" fmla="*/ 12 h 17"/>
                <a:gd name="T50" fmla="*/ 131 w 143"/>
                <a:gd name="T51" fmla="*/ 8 h 17"/>
                <a:gd name="T52" fmla="*/ 130 w 143"/>
                <a:gd name="T53" fmla="*/ 12 h 17"/>
                <a:gd name="T54" fmla="*/ 143 w 143"/>
                <a:gd name="T55" fmla="*/ 11 h 17"/>
                <a:gd name="T56" fmla="*/ 140 w 143"/>
                <a:gd name="T57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3" h="17">
                  <a:moveTo>
                    <a:pt x="9" y="3"/>
                  </a:moveTo>
                  <a:cubicBezTo>
                    <a:pt x="0" y="6"/>
                    <a:pt x="16" y="2"/>
                    <a:pt x="19" y="0"/>
                  </a:cubicBezTo>
                  <a:cubicBezTo>
                    <a:pt x="18" y="3"/>
                    <a:pt x="14" y="5"/>
                    <a:pt x="12" y="7"/>
                  </a:cubicBezTo>
                  <a:cubicBezTo>
                    <a:pt x="15" y="6"/>
                    <a:pt x="19" y="4"/>
                    <a:pt x="21" y="3"/>
                  </a:cubicBezTo>
                  <a:cubicBezTo>
                    <a:pt x="19" y="5"/>
                    <a:pt x="16" y="7"/>
                    <a:pt x="13" y="9"/>
                  </a:cubicBezTo>
                  <a:cubicBezTo>
                    <a:pt x="20" y="6"/>
                    <a:pt x="27" y="3"/>
                    <a:pt x="34" y="0"/>
                  </a:cubicBezTo>
                  <a:cubicBezTo>
                    <a:pt x="31" y="3"/>
                    <a:pt x="26" y="8"/>
                    <a:pt x="22" y="10"/>
                  </a:cubicBezTo>
                  <a:cubicBezTo>
                    <a:pt x="29" y="7"/>
                    <a:pt x="38" y="4"/>
                    <a:pt x="44" y="0"/>
                  </a:cubicBezTo>
                  <a:cubicBezTo>
                    <a:pt x="40" y="3"/>
                    <a:pt x="36" y="6"/>
                    <a:pt x="31" y="9"/>
                  </a:cubicBezTo>
                  <a:cubicBezTo>
                    <a:pt x="38" y="7"/>
                    <a:pt x="45" y="5"/>
                    <a:pt x="52" y="2"/>
                  </a:cubicBezTo>
                  <a:cubicBezTo>
                    <a:pt x="48" y="5"/>
                    <a:pt x="45" y="8"/>
                    <a:pt x="42" y="10"/>
                  </a:cubicBezTo>
                  <a:cubicBezTo>
                    <a:pt x="47" y="8"/>
                    <a:pt x="55" y="6"/>
                    <a:pt x="60" y="3"/>
                  </a:cubicBezTo>
                  <a:cubicBezTo>
                    <a:pt x="56" y="6"/>
                    <a:pt x="52" y="9"/>
                    <a:pt x="48" y="12"/>
                  </a:cubicBezTo>
                  <a:cubicBezTo>
                    <a:pt x="54" y="10"/>
                    <a:pt x="62" y="8"/>
                    <a:pt x="68" y="5"/>
                  </a:cubicBezTo>
                  <a:cubicBezTo>
                    <a:pt x="65" y="8"/>
                    <a:pt x="61" y="11"/>
                    <a:pt x="58" y="14"/>
                  </a:cubicBezTo>
                  <a:cubicBezTo>
                    <a:pt x="64" y="11"/>
                    <a:pt x="71" y="9"/>
                    <a:pt x="77" y="6"/>
                  </a:cubicBezTo>
                  <a:cubicBezTo>
                    <a:pt x="76" y="8"/>
                    <a:pt x="74" y="8"/>
                    <a:pt x="74" y="10"/>
                  </a:cubicBezTo>
                  <a:cubicBezTo>
                    <a:pt x="80" y="8"/>
                    <a:pt x="88" y="7"/>
                    <a:pt x="94" y="5"/>
                  </a:cubicBezTo>
                  <a:cubicBezTo>
                    <a:pt x="91" y="7"/>
                    <a:pt x="88" y="8"/>
                    <a:pt x="86" y="10"/>
                  </a:cubicBezTo>
                  <a:cubicBezTo>
                    <a:pt x="92" y="8"/>
                    <a:pt x="100" y="7"/>
                    <a:pt x="106" y="5"/>
                  </a:cubicBezTo>
                  <a:cubicBezTo>
                    <a:pt x="101" y="8"/>
                    <a:pt x="95" y="14"/>
                    <a:pt x="89" y="17"/>
                  </a:cubicBezTo>
                  <a:cubicBezTo>
                    <a:pt x="96" y="13"/>
                    <a:pt x="105" y="10"/>
                    <a:pt x="113" y="8"/>
                  </a:cubicBezTo>
                  <a:cubicBezTo>
                    <a:pt x="112" y="10"/>
                    <a:pt x="110" y="11"/>
                    <a:pt x="108" y="13"/>
                  </a:cubicBezTo>
                  <a:cubicBezTo>
                    <a:pt x="113" y="11"/>
                    <a:pt x="119" y="10"/>
                    <a:pt x="125" y="8"/>
                  </a:cubicBezTo>
                  <a:cubicBezTo>
                    <a:pt x="123" y="9"/>
                    <a:pt x="121" y="10"/>
                    <a:pt x="120" y="12"/>
                  </a:cubicBezTo>
                  <a:cubicBezTo>
                    <a:pt x="123" y="11"/>
                    <a:pt x="128" y="9"/>
                    <a:pt x="131" y="8"/>
                  </a:cubicBezTo>
                  <a:cubicBezTo>
                    <a:pt x="133" y="9"/>
                    <a:pt x="129" y="11"/>
                    <a:pt x="130" y="12"/>
                  </a:cubicBezTo>
                  <a:cubicBezTo>
                    <a:pt x="133" y="11"/>
                    <a:pt x="141" y="10"/>
                    <a:pt x="143" y="11"/>
                  </a:cubicBezTo>
                  <a:cubicBezTo>
                    <a:pt x="141" y="13"/>
                    <a:pt x="140" y="16"/>
                    <a:pt x="140" y="1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7" name="Freeform 790">
              <a:extLst>
                <a:ext uri="{FF2B5EF4-FFF2-40B4-BE49-F238E27FC236}">
                  <a16:creationId xmlns:a16="http://schemas.microsoft.com/office/drawing/2014/main" id="{E5F54746-868D-4796-A5BA-CF20168C6B05}"/>
                </a:ext>
              </a:extLst>
            </p:cNvPr>
            <p:cNvSpPr/>
            <p:nvPr/>
          </p:nvSpPr>
          <p:spPr bwMode="auto">
            <a:xfrm>
              <a:off x="7181343" y="3703068"/>
              <a:ext cx="142865" cy="142865"/>
            </a:xfrm>
            <a:custGeom>
              <a:avLst/>
              <a:gdLst>
                <a:gd name="T0" fmla="*/ 1 w 13"/>
                <a:gd name="T1" fmla="*/ 0 h 13"/>
                <a:gd name="T2" fmla="*/ 1 w 13"/>
                <a:gd name="T3" fmla="*/ 13 h 13"/>
                <a:gd name="T4" fmla="*/ 11 w 13"/>
                <a:gd name="T5" fmla="*/ 6 h 13"/>
                <a:gd name="T6" fmla="*/ 13 w 13"/>
                <a:gd name="T7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3">
                  <a:moveTo>
                    <a:pt x="1" y="0"/>
                  </a:moveTo>
                  <a:cubicBezTo>
                    <a:pt x="0" y="4"/>
                    <a:pt x="1" y="9"/>
                    <a:pt x="1" y="13"/>
                  </a:cubicBezTo>
                  <a:cubicBezTo>
                    <a:pt x="4" y="10"/>
                    <a:pt x="8" y="9"/>
                    <a:pt x="11" y="6"/>
                  </a:cubicBezTo>
                  <a:cubicBezTo>
                    <a:pt x="11" y="8"/>
                    <a:pt x="11" y="12"/>
                    <a:pt x="13" y="1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8" name="Freeform 791">
              <a:extLst>
                <a:ext uri="{FF2B5EF4-FFF2-40B4-BE49-F238E27FC236}">
                  <a16:creationId xmlns:a16="http://schemas.microsoft.com/office/drawing/2014/main" id="{E4C5DAC5-32AA-3BD0-8D59-19200E892A21}"/>
                </a:ext>
              </a:extLst>
            </p:cNvPr>
            <p:cNvSpPr/>
            <p:nvPr/>
          </p:nvSpPr>
          <p:spPr bwMode="auto">
            <a:xfrm>
              <a:off x="5632855" y="5495809"/>
              <a:ext cx="511553" cy="382512"/>
            </a:xfrm>
            <a:custGeom>
              <a:avLst/>
              <a:gdLst>
                <a:gd name="T0" fmla="*/ 41 w 47"/>
                <a:gd name="T1" fmla="*/ 0 h 35"/>
                <a:gd name="T2" fmla="*/ 37 w 47"/>
                <a:gd name="T3" fmla="*/ 8 h 35"/>
                <a:gd name="T4" fmla="*/ 45 w 47"/>
                <a:gd name="T5" fmla="*/ 3 h 35"/>
                <a:gd name="T6" fmla="*/ 39 w 47"/>
                <a:gd name="T7" fmla="*/ 10 h 35"/>
                <a:gd name="T8" fmla="*/ 44 w 47"/>
                <a:gd name="T9" fmla="*/ 7 h 35"/>
                <a:gd name="T10" fmla="*/ 40 w 47"/>
                <a:gd name="T11" fmla="*/ 15 h 35"/>
                <a:gd name="T12" fmla="*/ 45 w 47"/>
                <a:gd name="T13" fmla="*/ 12 h 35"/>
                <a:gd name="T14" fmla="*/ 40 w 47"/>
                <a:gd name="T15" fmla="*/ 19 h 35"/>
                <a:gd name="T16" fmla="*/ 47 w 47"/>
                <a:gd name="T17" fmla="*/ 16 h 35"/>
                <a:gd name="T18" fmla="*/ 41 w 47"/>
                <a:gd name="T19" fmla="*/ 23 h 35"/>
                <a:gd name="T20" fmla="*/ 44 w 47"/>
                <a:gd name="T21" fmla="*/ 22 h 35"/>
                <a:gd name="T22" fmla="*/ 42 w 47"/>
                <a:gd name="T23" fmla="*/ 24 h 35"/>
                <a:gd name="T24" fmla="*/ 44 w 47"/>
                <a:gd name="T25" fmla="*/ 24 h 35"/>
                <a:gd name="T26" fmla="*/ 0 w 47"/>
                <a:gd name="T27" fmla="*/ 34 h 35"/>
                <a:gd name="T28" fmla="*/ 44 w 47"/>
                <a:gd name="T29" fmla="*/ 32 h 35"/>
                <a:gd name="T30" fmla="*/ 47 w 47"/>
                <a:gd name="T31" fmla="*/ 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35">
                  <a:moveTo>
                    <a:pt x="41" y="0"/>
                  </a:moveTo>
                  <a:cubicBezTo>
                    <a:pt x="41" y="3"/>
                    <a:pt x="39" y="6"/>
                    <a:pt x="37" y="8"/>
                  </a:cubicBezTo>
                  <a:cubicBezTo>
                    <a:pt x="39" y="7"/>
                    <a:pt x="43" y="5"/>
                    <a:pt x="45" y="3"/>
                  </a:cubicBezTo>
                  <a:cubicBezTo>
                    <a:pt x="44" y="5"/>
                    <a:pt x="41" y="8"/>
                    <a:pt x="39" y="10"/>
                  </a:cubicBezTo>
                  <a:cubicBezTo>
                    <a:pt x="39" y="10"/>
                    <a:pt x="44" y="6"/>
                    <a:pt x="44" y="7"/>
                  </a:cubicBezTo>
                  <a:cubicBezTo>
                    <a:pt x="43" y="10"/>
                    <a:pt x="41" y="12"/>
                    <a:pt x="40" y="15"/>
                  </a:cubicBezTo>
                  <a:cubicBezTo>
                    <a:pt x="43" y="15"/>
                    <a:pt x="43" y="12"/>
                    <a:pt x="45" y="12"/>
                  </a:cubicBezTo>
                  <a:cubicBezTo>
                    <a:pt x="44" y="14"/>
                    <a:pt x="42" y="17"/>
                    <a:pt x="40" y="19"/>
                  </a:cubicBezTo>
                  <a:cubicBezTo>
                    <a:pt x="43" y="19"/>
                    <a:pt x="45" y="17"/>
                    <a:pt x="47" y="16"/>
                  </a:cubicBezTo>
                  <a:cubicBezTo>
                    <a:pt x="46" y="19"/>
                    <a:pt x="43" y="21"/>
                    <a:pt x="41" y="23"/>
                  </a:cubicBezTo>
                  <a:cubicBezTo>
                    <a:pt x="42" y="24"/>
                    <a:pt x="44" y="22"/>
                    <a:pt x="44" y="22"/>
                  </a:cubicBezTo>
                  <a:cubicBezTo>
                    <a:pt x="43" y="23"/>
                    <a:pt x="42" y="24"/>
                    <a:pt x="42" y="24"/>
                  </a:cubicBezTo>
                  <a:cubicBezTo>
                    <a:pt x="42" y="24"/>
                    <a:pt x="43" y="24"/>
                    <a:pt x="44" y="24"/>
                  </a:cubicBezTo>
                  <a:cubicBezTo>
                    <a:pt x="34" y="32"/>
                    <a:pt x="11" y="35"/>
                    <a:pt x="0" y="34"/>
                  </a:cubicBezTo>
                  <a:cubicBezTo>
                    <a:pt x="14" y="34"/>
                    <a:pt x="30" y="35"/>
                    <a:pt x="44" y="32"/>
                  </a:cubicBezTo>
                  <a:cubicBezTo>
                    <a:pt x="44" y="24"/>
                    <a:pt x="46" y="16"/>
                    <a:pt x="47" y="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9" name="Freeform 792">
              <a:extLst>
                <a:ext uri="{FF2B5EF4-FFF2-40B4-BE49-F238E27FC236}">
                  <a16:creationId xmlns:a16="http://schemas.microsoft.com/office/drawing/2014/main" id="{1A9DE82F-48DF-3107-DAB6-4027CF3CD821}"/>
                </a:ext>
              </a:extLst>
            </p:cNvPr>
            <p:cNvSpPr/>
            <p:nvPr/>
          </p:nvSpPr>
          <p:spPr bwMode="auto">
            <a:xfrm>
              <a:off x="6066063" y="5495809"/>
              <a:ext cx="87562" cy="294950"/>
            </a:xfrm>
            <a:custGeom>
              <a:avLst/>
              <a:gdLst>
                <a:gd name="T0" fmla="*/ 4 w 8"/>
                <a:gd name="T1" fmla="*/ 0 h 27"/>
                <a:gd name="T2" fmla="*/ 0 w 8"/>
                <a:gd name="T3" fmla="*/ 9 h 27"/>
                <a:gd name="T4" fmla="*/ 6 w 8"/>
                <a:gd name="T5" fmla="*/ 3 h 27"/>
                <a:gd name="T6" fmla="*/ 4 w 8"/>
                <a:gd name="T7" fmla="*/ 8 h 27"/>
                <a:gd name="T8" fmla="*/ 8 w 8"/>
                <a:gd name="T9" fmla="*/ 5 h 27"/>
                <a:gd name="T10" fmla="*/ 6 w 8"/>
                <a:gd name="T11" fmla="*/ 13 h 27"/>
                <a:gd name="T12" fmla="*/ 6 w 8"/>
                <a:gd name="T13" fmla="*/ 9 h 27"/>
                <a:gd name="T14" fmla="*/ 6 w 8"/>
                <a:gd name="T15" fmla="*/ 16 h 27"/>
                <a:gd name="T16" fmla="*/ 7 w 8"/>
                <a:gd name="T17" fmla="*/ 2 h 27"/>
                <a:gd name="T18" fmla="*/ 7 w 8"/>
                <a:gd name="T19" fmla="*/ 27 h 27"/>
                <a:gd name="T20" fmla="*/ 7 w 8"/>
                <a:gd name="T21" fmla="*/ 1 h 27"/>
                <a:gd name="T22" fmla="*/ 7 w 8"/>
                <a:gd name="T2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27">
                  <a:moveTo>
                    <a:pt x="4" y="0"/>
                  </a:moveTo>
                  <a:cubicBezTo>
                    <a:pt x="3" y="3"/>
                    <a:pt x="1" y="5"/>
                    <a:pt x="0" y="9"/>
                  </a:cubicBezTo>
                  <a:cubicBezTo>
                    <a:pt x="2" y="7"/>
                    <a:pt x="4" y="5"/>
                    <a:pt x="6" y="3"/>
                  </a:cubicBezTo>
                  <a:cubicBezTo>
                    <a:pt x="6" y="4"/>
                    <a:pt x="5" y="8"/>
                    <a:pt x="4" y="8"/>
                  </a:cubicBezTo>
                  <a:cubicBezTo>
                    <a:pt x="5" y="8"/>
                    <a:pt x="7" y="6"/>
                    <a:pt x="8" y="5"/>
                  </a:cubicBezTo>
                  <a:cubicBezTo>
                    <a:pt x="8" y="7"/>
                    <a:pt x="6" y="10"/>
                    <a:pt x="6" y="13"/>
                  </a:cubicBezTo>
                  <a:cubicBezTo>
                    <a:pt x="5" y="12"/>
                    <a:pt x="5" y="9"/>
                    <a:pt x="6" y="9"/>
                  </a:cubicBezTo>
                  <a:cubicBezTo>
                    <a:pt x="6" y="10"/>
                    <a:pt x="7" y="13"/>
                    <a:pt x="6" y="16"/>
                  </a:cubicBezTo>
                  <a:cubicBezTo>
                    <a:pt x="6" y="11"/>
                    <a:pt x="7" y="7"/>
                    <a:pt x="7" y="2"/>
                  </a:cubicBezTo>
                  <a:cubicBezTo>
                    <a:pt x="7" y="10"/>
                    <a:pt x="7" y="22"/>
                    <a:pt x="7" y="27"/>
                  </a:cubicBezTo>
                  <a:cubicBezTo>
                    <a:pt x="7" y="19"/>
                    <a:pt x="7" y="6"/>
                    <a:pt x="7" y="1"/>
                  </a:cubicBezTo>
                  <a:cubicBezTo>
                    <a:pt x="7" y="9"/>
                    <a:pt x="7" y="17"/>
                    <a:pt x="7" y="25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0" name="Freeform 793">
              <a:extLst>
                <a:ext uri="{FF2B5EF4-FFF2-40B4-BE49-F238E27FC236}">
                  <a16:creationId xmlns:a16="http://schemas.microsoft.com/office/drawing/2014/main" id="{60A75A1C-189F-080B-BCEC-A6CB21518EC9}"/>
                </a:ext>
              </a:extLst>
            </p:cNvPr>
            <p:cNvSpPr/>
            <p:nvPr/>
          </p:nvSpPr>
          <p:spPr bwMode="auto">
            <a:xfrm>
              <a:off x="6135194" y="5495809"/>
              <a:ext cx="161299" cy="64520"/>
            </a:xfrm>
            <a:custGeom>
              <a:avLst/>
              <a:gdLst>
                <a:gd name="T0" fmla="*/ 1 w 15"/>
                <a:gd name="T1" fmla="*/ 6 h 6"/>
                <a:gd name="T2" fmla="*/ 15 w 15"/>
                <a:gd name="T3" fmla="*/ 1 h 6"/>
                <a:gd name="T4" fmla="*/ 1 w 15"/>
                <a:gd name="T5" fmla="*/ 1 h 6"/>
                <a:gd name="T6" fmla="*/ 11 w 15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6">
                  <a:moveTo>
                    <a:pt x="1" y="6"/>
                  </a:moveTo>
                  <a:cubicBezTo>
                    <a:pt x="0" y="6"/>
                    <a:pt x="10" y="2"/>
                    <a:pt x="15" y="1"/>
                  </a:cubicBezTo>
                  <a:cubicBezTo>
                    <a:pt x="11" y="2"/>
                    <a:pt x="6" y="1"/>
                    <a:pt x="1" y="1"/>
                  </a:cubicBezTo>
                  <a:cubicBezTo>
                    <a:pt x="5" y="1"/>
                    <a:pt x="8" y="1"/>
                    <a:pt x="11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1" name="Freeform 797">
              <a:extLst>
                <a:ext uri="{FF2B5EF4-FFF2-40B4-BE49-F238E27FC236}">
                  <a16:creationId xmlns:a16="http://schemas.microsoft.com/office/drawing/2014/main" id="{EB4A7B95-FCE9-01B2-D358-D86245E3727B}"/>
                </a:ext>
              </a:extLst>
            </p:cNvPr>
            <p:cNvSpPr/>
            <p:nvPr/>
          </p:nvSpPr>
          <p:spPr bwMode="auto">
            <a:xfrm>
              <a:off x="4821743" y="3633937"/>
              <a:ext cx="327209" cy="668245"/>
            </a:xfrm>
            <a:custGeom>
              <a:avLst/>
              <a:gdLst>
                <a:gd name="T0" fmla="*/ 27 w 30"/>
                <a:gd name="T1" fmla="*/ 1 h 61"/>
                <a:gd name="T2" fmla="*/ 4 w 30"/>
                <a:gd name="T3" fmla="*/ 10 h 61"/>
                <a:gd name="T4" fmla="*/ 2 w 30"/>
                <a:gd name="T5" fmla="*/ 46 h 61"/>
                <a:gd name="T6" fmla="*/ 10 w 30"/>
                <a:gd name="T7" fmla="*/ 13 h 61"/>
                <a:gd name="T8" fmla="*/ 30 w 30"/>
                <a:gd name="T9" fmla="*/ 7 h 61"/>
                <a:gd name="T10" fmla="*/ 4 w 30"/>
                <a:gd name="T11" fmla="*/ 10 h 61"/>
                <a:gd name="T12" fmla="*/ 4 w 30"/>
                <a:gd name="T13" fmla="*/ 21 h 61"/>
                <a:gd name="T14" fmla="*/ 2 w 30"/>
                <a:gd name="T15" fmla="*/ 41 h 61"/>
                <a:gd name="T16" fmla="*/ 0 w 30"/>
                <a:gd name="T1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61">
                  <a:moveTo>
                    <a:pt x="27" y="1"/>
                  </a:moveTo>
                  <a:cubicBezTo>
                    <a:pt x="18" y="1"/>
                    <a:pt x="8" y="1"/>
                    <a:pt x="4" y="10"/>
                  </a:cubicBezTo>
                  <a:cubicBezTo>
                    <a:pt x="0" y="19"/>
                    <a:pt x="2" y="35"/>
                    <a:pt x="2" y="46"/>
                  </a:cubicBezTo>
                  <a:cubicBezTo>
                    <a:pt x="1" y="35"/>
                    <a:pt x="3" y="21"/>
                    <a:pt x="10" y="13"/>
                  </a:cubicBezTo>
                  <a:cubicBezTo>
                    <a:pt x="15" y="7"/>
                    <a:pt x="22" y="7"/>
                    <a:pt x="30" y="7"/>
                  </a:cubicBezTo>
                  <a:cubicBezTo>
                    <a:pt x="24" y="0"/>
                    <a:pt x="6" y="3"/>
                    <a:pt x="4" y="10"/>
                  </a:cubicBezTo>
                  <a:cubicBezTo>
                    <a:pt x="3" y="13"/>
                    <a:pt x="4" y="18"/>
                    <a:pt x="4" y="21"/>
                  </a:cubicBezTo>
                  <a:cubicBezTo>
                    <a:pt x="3" y="27"/>
                    <a:pt x="2" y="34"/>
                    <a:pt x="2" y="41"/>
                  </a:cubicBezTo>
                  <a:cubicBezTo>
                    <a:pt x="1" y="48"/>
                    <a:pt x="0" y="54"/>
                    <a:pt x="0" y="6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2" name="Freeform 798">
              <a:extLst>
                <a:ext uri="{FF2B5EF4-FFF2-40B4-BE49-F238E27FC236}">
                  <a16:creationId xmlns:a16="http://schemas.microsoft.com/office/drawing/2014/main" id="{08E0D626-DCE7-3202-CB7A-56D706E88229}"/>
                </a:ext>
              </a:extLst>
            </p:cNvPr>
            <p:cNvSpPr/>
            <p:nvPr/>
          </p:nvSpPr>
          <p:spPr bwMode="auto">
            <a:xfrm>
              <a:off x="4844787" y="4979647"/>
              <a:ext cx="142865" cy="428598"/>
            </a:xfrm>
            <a:custGeom>
              <a:avLst/>
              <a:gdLst>
                <a:gd name="T0" fmla="*/ 6 w 13"/>
                <a:gd name="T1" fmla="*/ 0 h 39"/>
                <a:gd name="T2" fmla="*/ 4 w 13"/>
                <a:gd name="T3" fmla="*/ 26 h 39"/>
                <a:gd name="T4" fmla="*/ 13 w 13"/>
                <a:gd name="T5" fmla="*/ 39 h 39"/>
                <a:gd name="T6" fmla="*/ 9 w 13"/>
                <a:gd name="T7" fmla="*/ 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6" y="0"/>
                  </a:moveTo>
                  <a:cubicBezTo>
                    <a:pt x="4" y="7"/>
                    <a:pt x="4" y="19"/>
                    <a:pt x="4" y="26"/>
                  </a:cubicBezTo>
                  <a:cubicBezTo>
                    <a:pt x="4" y="35"/>
                    <a:pt x="6" y="36"/>
                    <a:pt x="13" y="39"/>
                  </a:cubicBezTo>
                  <a:cubicBezTo>
                    <a:pt x="10" y="30"/>
                    <a:pt x="0" y="15"/>
                    <a:pt x="9" y="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3" name="Freeform 799">
              <a:extLst>
                <a:ext uri="{FF2B5EF4-FFF2-40B4-BE49-F238E27FC236}">
                  <a16:creationId xmlns:a16="http://schemas.microsoft.com/office/drawing/2014/main" id="{46309F9D-93A7-AC22-7497-EC94F69B8A1B}"/>
                </a:ext>
              </a:extLst>
            </p:cNvPr>
            <p:cNvSpPr/>
            <p:nvPr/>
          </p:nvSpPr>
          <p:spPr bwMode="auto">
            <a:xfrm>
              <a:off x="7139867" y="3647764"/>
              <a:ext cx="502335" cy="1608398"/>
            </a:xfrm>
            <a:custGeom>
              <a:avLst/>
              <a:gdLst>
                <a:gd name="T0" fmla="*/ 1 w 46"/>
                <a:gd name="T1" fmla="*/ 0 h 147"/>
                <a:gd name="T2" fmla="*/ 33 w 46"/>
                <a:gd name="T3" fmla="*/ 12 h 147"/>
                <a:gd name="T4" fmla="*/ 33 w 46"/>
                <a:gd name="T5" fmla="*/ 32 h 147"/>
                <a:gd name="T6" fmla="*/ 32 w 46"/>
                <a:gd name="T7" fmla="*/ 51 h 147"/>
                <a:gd name="T8" fmla="*/ 27 w 46"/>
                <a:gd name="T9" fmla="*/ 13 h 147"/>
                <a:gd name="T10" fmla="*/ 0 w 46"/>
                <a:gd name="T11" fmla="*/ 5 h 147"/>
                <a:gd name="T12" fmla="*/ 32 w 46"/>
                <a:gd name="T13" fmla="*/ 17 h 147"/>
                <a:gd name="T14" fmla="*/ 34 w 46"/>
                <a:gd name="T15" fmla="*/ 40 h 147"/>
                <a:gd name="T16" fmla="*/ 36 w 46"/>
                <a:gd name="T17" fmla="*/ 65 h 147"/>
                <a:gd name="T18" fmla="*/ 39 w 46"/>
                <a:gd name="T19" fmla="*/ 105 h 147"/>
                <a:gd name="T20" fmla="*/ 38 w 46"/>
                <a:gd name="T21" fmla="*/ 147 h 147"/>
                <a:gd name="T22" fmla="*/ 35 w 46"/>
                <a:gd name="T23" fmla="*/ 108 h 147"/>
                <a:gd name="T24" fmla="*/ 30 w 46"/>
                <a:gd name="T25" fmla="*/ 69 h 147"/>
                <a:gd name="T26" fmla="*/ 40 w 46"/>
                <a:gd name="T27" fmla="*/ 129 h 147"/>
                <a:gd name="T28" fmla="*/ 39 w 46"/>
                <a:gd name="T29" fmla="*/ 83 h 147"/>
                <a:gd name="T30" fmla="*/ 40 w 46"/>
                <a:gd name="T31" fmla="*/ 128 h 147"/>
                <a:gd name="T32" fmla="*/ 42 w 46"/>
                <a:gd name="T33" fmla="*/ 95 h 147"/>
                <a:gd name="T34" fmla="*/ 43 w 46"/>
                <a:gd name="T35" fmla="*/ 137 h 147"/>
                <a:gd name="T36" fmla="*/ 41 w 46"/>
                <a:gd name="T37" fmla="*/ 13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147">
                  <a:moveTo>
                    <a:pt x="1" y="0"/>
                  </a:moveTo>
                  <a:cubicBezTo>
                    <a:pt x="9" y="5"/>
                    <a:pt x="28" y="3"/>
                    <a:pt x="33" y="12"/>
                  </a:cubicBezTo>
                  <a:cubicBezTo>
                    <a:pt x="36" y="16"/>
                    <a:pt x="33" y="27"/>
                    <a:pt x="33" y="32"/>
                  </a:cubicBezTo>
                  <a:cubicBezTo>
                    <a:pt x="33" y="38"/>
                    <a:pt x="32" y="45"/>
                    <a:pt x="32" y="51"/>
                  </a:cubicBezTo>
                  <a:cubicBezTo>
                    <a:pt x="32" y="41"/>
                    <a:pt x="34" y="22"/>
                    <a:pt x="27" y="13"/>
                  </a:cubicBezTo>
                  <a:cubicBezTo>
                    <a:pt x="20" y="4"/>
                    <a:pt x="9" y="9"/>
                    <a:pt x="0" y="5"/>
                  </a:cubicBezTo>
                  <a:cubicBezTo>
                    <a:pt x="9" y="3"/>
                    <a:pt x="27" y="9"/>
                    <a:pt x="32" y="17"/>
                  </a:cubicBezTo>
                  <a:cubicBezTo>
                    <a:pt x="35" y="23"/>
                    <a:pt x="34" y="33"/>
                    <a:pt x="34" y="40"/>
                  </a:cubicBezTo>
                  <a:cubicBezTo>
                    <a:pt x="34" y="48"/>
                    <a:pt x="36" y="57"/>
                    <a:pt x="36" y="65"/>
                  </a:cubicBezTo>
                  <a:cubicBezTo>
                    <a:pt x="36" y="78"/>
                    <a:pt x="38" y="91"/>
                    <a:pt x="39" y="105"/>
                  </a:cubicBezTo>
                  <a:cubicBezTo>
                    <a:pt x="40" y="119"/>
                    <a:pt x="38" y="133"/>
                    <a:pt x="38" y="147"/>
                  </a:cubicBezTo>
                  <a:cubicBezTo>
                    <a:pt x="35" y="134"/>
                    <a:pt x="36" y="121"/>
                    <a:pt x="35" y="108"/>
                  </a:cubicBezTo>
                  <a:cubicBezTo>
                    <a:pt x="34" y="95"/>
                    <a:pt x="29" y="82"/>
                    <a:pt x="30" y="69"/>
                  </a:cubicBezTo>
                  <a:cubicBezTo>
                    <a:pt x="37" y="88"/>
                    <a:pt x="35" y="110"/>
                    <a:pt x="40" y="129"/>
                  </a:cubicBezTo>
                  <a:cubicBezTo>
                    <a:pt x="39" y="114"/>
                    <a:pt x="39" y="98"/>
                    <a:pt x="39" y="83"/>
                  </a:cubicBezTo>
                  <a:cubicBezTo>
                    <a:pt x="39" y="97"/>
                    <a:pt x="36" y="115"/>
                    <a:pt x="40" y="128"/>
                  </a:cubicBezTo>
                  <a:cubicBezTo>
                    <a:pt x="42" y="118"/>
                    <a:pt x="41" y="106"/>
                    <a:pt x="42" y="95"/>
                  </a:cubicBezTo>
                  <a:cubicBezTo>
                    <a:pt x="45" y="107"/>
                    <a:pt x="46" y="125"/>
                    <a:pt x="43" y="137"/>
                  </a:cubicBezTo>
                  <a:cubicBezTo>
                    <a:pt x="42" y="135"/>
                    <a:pt x="41" y="132"/>
                    <a:pt x="41" y="13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4" name="Freeform 800">
              <a:extLst>
                <a:ext uri="{FF2B5EF4-FFF2-40B4-BE49-F238E27FC236}">
                  <a16:creationId xmlns:a16="http://schemas.microsoft.com/office/drawing/2014/main" id="{CA7D39BC-6E55-3C4E-4D87-A71D1821129E}"/>
                </a:ext>
              </a:extLst>
            </p:cNvPr>
            <p:cNvSpPr/>
            <p:nvPr/>
          </p:nvSpPr>
          <p:spPr bwMode="auto">
            <a:xfrm>
              <a:off x="6135194" y="5329900"/>
              <a:ext cx="1322665" cy="156692"/>
            </a:xfrm>
            <a:custGeom>
              <a:avLst/>
              <a:gdLst>
                <a:gd name="T0" fmla="*/ 121 w 121"/>
                <a:gd name="T1" fmla="*/ 10 h 14"/>
                <a:gd name="T2" fmla="*/ 54 w 121"/>
                <a:gd name="T3" fmla="*/ 6 h 14"/>
                <a:gd name="T4" fmla="*/ 6 w 121"/>
                <a:gd name="T5" fmla="*/ 8 h 14"/>
                <a:gd name="T6" fmla="*/ 85 w 121"/>
                <a:gd name="T7" fmla="*/ 2 h 14"/>
                <a:gd name="T8" fmla="*/ 0 w 121"/>
                <a:gd name="T9" fmla="*/ 4 h 14"/>
                <a:gd name="T10" fmla="*/ 84 w 121"/>
                <a:gd name="T11" fmla="*/ 1 h 14"/>
                <a:gd name="T12" fmla="*/ 54 w 121"/>
                <a:gd name="T13" fmla="*/ 0 h 14"/>
                <a:gd name="T14" fmla="*/ 92 w 121"/>
                <a:gd name="T15" fmla="*/ 1 h 14"/>
                <a:gd name="T16" fmla="*/ 109 w 121"/>
                <a:gd name="T1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14">
                  <a:moveTo>
                    <a:pt x="121" y="10"/>
                  </a:moveTo>
                  <a:cubicBezTo>
                    <a:pt x="101" y="14"/>
                    <a:pt x="74" y="12"/>
                    <a:pt x="54" y="6"/>
                  </a:cubicBezTo>
                  <a:cubicBezTo>
                    <a:pt x="37" y="1"/>
                    <a:pt x="23" y="5"/>
                    <a:pt x="6" y="8"/>
                  </a:cubicBezTo>
                  <a:cubicBezTo>
                    <a:pt x="33" y="7"/>
                    <a:pt x="59" y="8"/>
                    <a:pt x="85" y="2"/>
                  </a:cubicBezTo>
                  <a:cubicBezTo>
                    <a:pt x="57" y="2"/>
                    <a:pt x="28" y="5"/>
                    <a:pt x="0" y="4"/>
                  </a:cubicBezTo>
                  <a:cubicBezTo>
                    <a:pt x="26" y="4"/>
                    <a:pt x="60" y="12"/>
                    <a:pt x="84" y="1"/>
                  </a:cubicBezTo>
                  <a:cubicBezTo>
                    <a:pt x="74" y="1"/>
                    <a:pt x="64" y="0"/>
                    <a:pt x="54" y="0"/>
                  </a:cubicBezTo>
                  <a:cubicBezTo>
                    <a:pt x="67" y="0"/>
                    <a:pt x="79" y="0"/>
                    <a:pt x="92" y="1"/>
                  </a:cubicBezTo>
                  <a:cubicBezTo>
                    <a:pt x="97" y="2"/>
                    <a:pt x="104" y="3"/>
                    <a:pt x="109" y="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5" name="Freeform 801">
              <a:extLst>
                <a:ext uri="{FF2B5EF4-FFF2-40B4-BE49-F238E27FC236}">
                  <a16:creationId xmlns:a16="http://schemas.microsoft.com/office/drawing/2014/main" id="{2F9C5BF7-A11F-77BD-A12A-FCC291431AF7}"/>
                </a:ext>
              </a:extLst>
            </p:cNvPr>
            <p:cNvSpPr/>
            <p:nvPr/>
          </p:nvSpPr>
          <p:spPr bwMode="auto">
            <a:xfrm>
              <a:off x="7379514" y="4915126"/>
              <a:ext cx="262688" cy="557639"/>
            </a:xfrm>
            <a:custGeom>
              <a:avLst/>
              <a:gdLst>
                <a:gd name="T0" fmla="*/ 23 w 24"/>
                <a:gd name="T1" fmla="*/ 26 h 51"/>
                <a:gd name="T2" fmla="*/ 6 w 24"/>
                <a:gd name="T3" fmla="*/ 51 h 51"/>
                <a:gd name="T4" fmla="*/ 23 w 24"/>
                <a:gd name="T5" fmla="*/ 28 h 51"/>
                <a:gd name="T6" fmla="*/ 9 w 24"/>
                <a:gd name="T7" fmla="*/ 42 h 51"/>
                <a:gd name="T8" fmla="*/ 17 w 24"/>
                <a:gd name="T9" fmla="*/ 33 h 51"/>
                <a:gd name="T10" fmla="*/ 3 w 24"/>
                <a:gd name="T11" fmla="*/ 43 h 51"/>
                <a:gd name="T12" fmla="*/ 10 w 24"/>
                <a:gd name="T13" fmla="*/ 27 h 51"/>
                <a:gd name="T14" fmla="*/ 1 w 24"/>
                <a:gd name="T15" fmla="*/ 35 h 51"/>
                <a:gd name="T16" fmla="*/ 7 w 24"/>
                <a:gd name="T17" fmla="*/ 26 h 51"/>
                <a:gd name="T18" fmla="*/ 2 w 24"/>
                <a:gd name="T19" fmla="*/ 32 h 51"/>
                <a:gd name="T20" fmla="*/ 5 w 24"/>
                <a:gd name="T21" fmla="*/ 28 h 51"/>
                <a:gd name="T22" fmla="*/ 1 w 24"/>
                <a:gd name="T23" fmla="*/ 34 h 51"/>
                <a:gd name="T24" fmla="*/ 8 w 24"/>
                <a:gd name="T25" fmla="*/ 26 h 51"/>
                <a:gd name="T26" fmla="*/ 9 w 24"/>
                <a:gd name="T27" fmla="*/ 27 h 51"/>
                <a:gd name="T28" fmla="*/ 13 w 24"/>
                <a:gd name="T29" fmla="*/ 0 h 51"/>
                <a:gd name="T30" fmla="*/ 10 w 24"/>
                <a:gd name="T31" fmla="*/ 3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51">
                  <a:moveTo>
                    <a:pt x="23" y="26"/>
                  </a:moveTo>
                  <a:cubicBezTo>
                    <a:pt x="24" y="34"/>
                    <a:pt x="14" y="48"/>
                    <a:pt x="6" y="51"/>
                  </a:cubicBezTo>
                  <a:cubicBezTo>
                    <a:pt x="6" y="40"/>
                    <a:pt x="22" y="40"/>
                    <a:pt x="23" y="28"/>
                  </a:cubicBezTo>
                  <a:cubicBezTo>
                    <a:pt x="21" y="34"/>
                    <a:pt x="14" y="39"/>
                    <a:pt x="9" y="42"/>
                  </a:cubicBezTo>
                  <a:cubicBezTo>
                    <a:pt x="11" y="39"/>
                    <a:pt x="14" y="36"/>
                    <a:pt x="17" y="33"/>
                  </a:cubicBezTo>
                  <a:cubicBezTo>
                    <a:pt x="15" y="38"/>
                    <a:pt x="8" y="42"/>
                    <a:pt x="3" y="43"/>
                  </a:cubicBezTo>
                  <a:cubicBezTo>
                    <a:pt x="0" y="37"/>
                    <a:pt x="6" y="31"/>
                    <a:pt x="10" y="27"/>
                  </a:cubicBezTo>
                  <a:cubicBezTo>
                    <a:pt x="9" y="31"/>
                    <a:pt x="5" y="35"/>
                    <a:pt x="1" y="35"/>
                  </a:cubicBezTo>
                  <a:cubicBezTo>
                    <a:pt x="1" y="31"/>
                    <a:pt x="4" y="28"/>
                    <a:pt x="7" y="26"/>
                  </a:cubicBezTo>
                  <a:cubicBezTo>
                    <a:pt x="7" y="29"/>
                    <a:pt x="5" y="31"/>
                    <a:pt x="2" y="32"/>
                  </a:cubicBezTo>
                  <a:cubicBezTo>
                    <a:pt x="3" y="30"/>
                    <a:pt x="3" y="29"/>
                    <a:pt x="5" y="28"/>
                  </a:cubicBezTo>
                  <a:cubicBezTo>
                    <a:pt x="5" y="31"/>
                    <a:pt x="3" y="33"/>
                    <a:pt x="1" y="34"/>
                  </a:cubicBezTo>
                  <a:cubicBezTo>
                    <a:pt x="2" y="30"/>
                    <a:pt x="5" y="27"/>
                    <a:pt x="8" y="26"/>
                  </a:cubicBezTo>
                  <a:cubicBezTo>
                    <a:pt x="8" y="26"/>
                    <a:pt x="9" y="27"/>
                    <a:pt x="9" y="27"/>
                  </a:cubicBezTo>
                  <a:cubicBezTo>
                    <a:pt x="8" y="19"/>
                    <a:pt x="10" y="7"/>
                    <a:pt x="13" y="0"/>
                  </a:cubicBezTo>
                  <a:cubicBezTo>
                    <a:pt x="14" y="12"/>
                    <a:pt x="13" y="26"/>
                    <a:pt x="10" y="37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6" name="Freeform 802">
              <a:extLst>
                <a:ext uri="{FF2B5EF4-FFF2-40B4-BE49-F238E27FC236}">
                  <a16:creationId xmlns:a16="http://schemas.microsoft.com/office/drawing/2014/main" id="{A3A5A87A-0612-4D80-67C5-30503ACC6F11}"/>
                </a:ext>
              </a:extLst>
            </p:cNvPr>
            <p:cNvSpPr/>
            <p:nvPr/>
          </p:nvSpPr>
          <p:spPr bwMode="auto">
            <a:xfrm>
              <a:off x="7052303" y="5375986"/>
              <a:ext cx="414774" cy="73738"/>
            </a:xfrm>
            <a:custGeom>
              <a:avLst/>
              <a:gdLst>
                <a:gd name="T0" fmla="*/ 38 w 38"/>
                <a:gd name="T1" fmla="*/ 0 h 7"/>
                <a:gd name="T2" fmla="*/ 0 w 38"/>
                <a:gd name="T3" fmla="*/ 4 h 7"/>
                <a:gd name="T4" fmla="*/ 31 w 38"/>
                <a:gd name="T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">
                  <a:moveTo>
                    <a:pt x="38" y="0"/>
                  </a:moveTo>
                  <a:cubicBezTo>
                    <a:pt x="26" y="4"/>
                    <a:pt x="14" y="3"/>
                    <a:pt x="0" y="4"/>
                  </a:cubicBezTo>
                  <a:cubicBezTo>
                    <a:pt x="9" y="4"/>
                    <a:pt x="23" y="7"/>
                    <a:pt x="31" y="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7" name="Freeform 803">
              <a:extLst>
                <a:ext uri="{FF2B5EF4-FFF2-40B4-BE49-F238E27FC236}">
                  <a16:creationId xmlns:a16="http://schemas.microsoft.com/office/drawing/2014/main" id="{2C0F6276-F836-D058-AAEB-C3C6C7999499}"/>
                </a:ext>
              </a:extLst>
            </p:cNvPr>
            <p:cNvSpPr/>
            <p:nvPr/>
          </p:nvSpPr>
          <p:spPr bwMode="auto">
            <a:xfrm>
              <a:off x="4900090" y="5113298"/>
              <a:ext cx="709724" cy="382512"/>
            </a:xfrm>
            <a:custGeom>
              <a:avLst/>
              <a:gdLst>
                <a:gd name="T0" fmla="*/ 2 w 65"/>
                <a:gd name="T1" fmla="*/ 17 h 35"/>
                <a:gd name="T2" fmla="*/ 28 w 65"/>
                <a:gd name="T3" fmla="*/ 28 h 35"/>
                <a:gd name="T4" fmla="*/ 12 w 65"/>
                <a:gd name="T5" fmla="*/ 28 h 35"/>
                <a:gd name="T6" fmla="*/ 31 w 65"/>
                <a:gd name="T7" fmla="*/ 30 h 35"/>
                <a:gd name="T8" fmla="*/ 15 w 65"/>
                <a:gd name="T9" fmla="*/ 28 h 35"/>
                <a:gd name="T10" fmla="*/ 45 w 65"/>
                <a:gd name="T11" fmla="*/ 31 h 35"/>
                <a:gd name="T12" fmla="*/ 27 w 65"/>
                <a:gd name="T13" fmla="*/ 32 h 35"/>
                <a:gd name="T14" fmla="*/ 65 w 65"/>
                <a:gd name="T15" fmla="*/ 33 h 35"/>
                <a:gd name="T16" fmla="*/ 27 w 65"/>
                <a:gd name="T17" fmla="*/ 29 h 35"/>
                <a:gd name="T18" fmla="*/ 54 w 65"/>
                <a:gd name="T19" fmla="*/ 29 h 35"/>
                <a:gd name="T20" fmla="*/ 17 w 65"/>
                <a:gd name="T21" fmla="*/ 20 h 35"/>
                <a:gd name="T22" fmla="*/ 39 w 65"/>
                <a:gd name="T23" fmla="*/ 22 h 35"/>
                <a:gd name="T24" fmla="*/ 19 w 65"/>
                <a:gd name="T25" fmla="*/ 16 h 35"/>
                <a:gd name="T26" fmla="*/ 28 w 65"/>
                <a:gd name="T27" fmla="*/ 19 h 35"/>
                <a:gd name="T28" fmla="*/ 9 w 65"/>
                <a:gd name="T29" fmla="*/ 7 h 35"/>
                <a:gd name="T30" fmla="*/ 10 w 65"/>
                <a:gd name="T31" fmla="*/ 10 h 35"/>
                <a:gd name="T32" fmla="*/ 10 w 65"/>
                <a:gd name="T33" fmla="*/ 0 h 35"/>
                <a:gd name="T34" fmla="*/ 13 w 65"/>
                <a:gd name="T35" fmla="*/ 13 h 35"/>
                <a:gd name="T36" fmla="*/ 12 w 65"/>
                <a:gd name="T37" fmla="*/ 3 h 35"/>
                <a:gd name="T38" fmla="*/ 14 w 65"/>
                <a:gd name="T39" fmla="*/ 1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35">
                  <a:moveTo>
                    <a:pt x="2" y="17"/>
                  </a:moveTo>
                  <a:cubicBezTo>
                    <a:pt x="0" y="25"/>
                    <a:pt x="22" y="28"/>
                    <a:pt x="28" y="28"/>
                  </a:cubicBezTo>
                  <a:cubicBezTo>
                    <a:pt x="23" y="29"/>
                    <a:pt x="18" y="27"/>
                    <a:pt x="12" y="28"/>
                  </a:cubicBezTo>
                  <a:cubicBezTo>
                    <a:pt x="19" y="28"/>
                    <a:pt x="25" y="31"/>
                    <a:pt x="31" y="30"/>
                  </a:cubicBezTo>
                  <a:cubicBezTo>
                    <a:pt x="26" y="28"/>
                    <a:pt x="20" y="28"/>
                    <a:pt x="15" y="28"/>
                  </a:cubicBezTo>
                  <a:cubicBezTo>
                    <a:pt x="25" y="31"/>
                    <a:pt x="35" y="31"/>
                    <a:pt x="45" y="31"/>
                  </a:cubicBezTo>
                  <a:cubicBezTo>
                    <a:pt x="40" y="33"/>
                    <a:pt x="33" y="32"/>
                    <a:pt x="27" y="32"/>
                  </a:cubicBezTo>
                  <a:cubicBezTo>
                    <a:pt x="39" y="35"/>
                    <a:pt x="54" y="31"/>
                    <a:pt x="65" y="33"/>
                  </a:cubicBezTo>
                  <a:cubicBezTo>
                    <a:pt x="54" y="30"/>
                    <a:pt x="38" y="29"/>
                    <a:pt x="27" y="29"/>
                  </a:cubicBezTo>
                  <a:cubicBezTo>
                    <a:pt x="35" y="29"/>
                    <a:pt x="46" y="30"/>
                    <a:pt x="54" y="29"/>
                  </a:cubicBezTo>
                  <a:cubicBezTo>
                    <a:pt x="43" y="24"/>
                    <a:pt x="28" y="26"/>
                    <a:pt x="17" y="20"/>
                  </a:cubicBezTo>
                  <a:cubicBezTo>
                    <a:pt x="24" y="19"/>
                    <a:pt x="32" y="22"/>
                    <a:pt x="39" y="22"/>
                  </a:cubicBezTo>
                  <a:cubicBezTo>
                    <a:pt x="32" y="21"/>
                    <a:pt x="26" y="18"/>
                    <a:pt x="19" y="16"/>
                  </a:cubicBezTo>
                  <a:cubicBezTo>
                    <a:pt x="22" y="18"/>
                    <a:pt x="25" y="19"/>
                    <a:pt x="28" y="19"/>
                  </a:cubicBezTo>
                  <a:cubicBezTo>
                    <a:pt x="22" y="15"/>
                    <a:pt x="14" y="14"/>
                    <a:pt x="9" y="7"/>
                  </a:cubicBezTo>
                  <a:cubicBezTo>
                    <a:pt x="9" y="8"/>
                    <a:pt x="9" y="9"/>
                    <a:pt x="10" y="10"/>
                  </a:cubicBezTo>
                  <a:cubicBezTo>
                    <a:pt x="10" y="7"/>
                    <a:pt x="10" y="3"/>
                    <a:pt x="10" y="0"/>
                  </a:cubicBezTo>
                  <a:cubicBezTo>
                    <a:pt x="11" y="5"/>
                    <a:pt x="12" y="9"/>
                    <a:pt x="13" y="13"/>
                  </a:cubicBezTo>
                  <a:cubicBezTo>
                    <a:pt x="13" y="10"/>
                    <a:pt x="13" y="7"/>
                    <a:pt x="12" y="3"/>
                  </a:cubicBezTo>
                  <a:cubicBezTo>
                    <a:pt x="12" y="7"/>
                    <a:pt x="13" y="10"/>
                    <a:pt x="14" y="1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8" name="Freeform 804">
              <a:extLst>
                <a:ext uri="{FF2B5EF4-FFF2-40B4-BE49-F238E27FC236}">
                  <a16:creationId xmlns:a16="http://schemas.microsoft.com/office/drawing/2014/main" id="{62896E69-8BA7-C628-0730-76FA7CC964B3}"/>
                </a:ext>
              </a:extLst>
            </p:cNvPr>
            <p:cNvSpPr/>
            <p:nvPr/>
          </p:nvSpPr>
          <p:spPr bwMode="auto">
            <a:xfrm>
              <a:off x="4877046" y="4422008"/>
              <a:ext cx="142865" cy="437815"/>
            </a:xfrm>
            <a:custGeom>
              <a:avLst/>
              <a:gdLst>
                <a:gd name="T0" fmla="*/ 2 w 13"/>
                <a:gd name="T1" fmla="*/ 0 h 40"/>
                <a:gd name="T2" fmla="*/ 3 w 13"/>
                <a:gd name="T3" fmla="*/ 40 h 40"/>
                <a:gd name="T4" fmla="*/ 5 w 13"/>
                <a:gd name="T5" fmla="*/ 0 h 40"/>
                <a:gd name="T6" fmla="*/ 8 w 13"/>
                <a:gd name="T7" fmla="*/ 32 h 40"/>
                <a:gd name="T8" fmla="*/ 8 w 13"/>
                <a:gd name="T9" fmla="*/ 5 h 40"/>
                <a:gd name="T10" fmla="*/ 13 w 13"/>
                <a:gd name="T11" fmla="*/ 3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40">
                  <a:moveTo>
                    <a:pt x="2" y="0"/>
                  </a:moveTo>
                  <a:cubicBezTo>
                    <a:pt x="2" y="13"/>
                    <a:pt x="0" y="28"/>
                    <a:pt x="3" y="40"/>
                  </a:cubicBezTo>
                  <a:cubicBezTo>
                    <a:pt x="8" y="30"/>
                    <a:pt x="9" y="10"/>
                    <a:pt x="5" y="0"/>
                  </a:cubicBezTo>
                  <a:cubicBezTo>
                    <a:pt x="4" y="10"/>
                    <a:pt x="4" y="22"/>
                    <a:pt x="8" y="32"/>
                  </a:cubicBezTo>
                  <a:cubicBezTo>
                    <a:pt x="12" y="26"/>
                    <a:pt x="8" y="12"/>
                    <a:pt x="8" y="5"/>
                  </a:cubicBezTo>
                  <a:cubicBezTo>
                    <a:pt x="7" y="14"/>
                    <a:pt x="8" y="28"/>
                    <a:pt x="13" y="3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9" name="Freeform 805">
              <a:extLst>
                <a:ext uri="{FF2B5EF4-FFF2-40B4-BE49-F238E27FC236}">
                  <a16:creationId xmlns:a16="http://schemas.microsoft.com/office/drawing/2014/main" id="{84E09F35-071E-DB31-73E3-F2325618D916}"/>
                </a:ext>
              </a:extLst>
            </p:cNvPr>
            <p:cNvSpPr/>
            <p:nvPr/>
          </p:nvSpPr>
          <p:spPr bwMode="auto">
            <a:xfrm>
              <a:off x="4918525" y="3744543"/>
              <a:ext cx="364078" cy="428598"/>
            </a:xfrm>
            <a:custGeom>
              <a:avLst/>
              <a:gdLst>
                <a:gd name="T0" fmla="*/ 12 w 33"/>
                <a:gd name="T1" fmla="*/ 3 h 39"/>
                <a:gd name="T2" fmla="*/ 1 w 33"/>
                <a:gd name="T3" fmla="*/ 39 h 39"/>
                <a:gd name="T4" fmla="*/ 12 w 33"/>
                <a:gd name="T5" fmla="*/ 5 h 39"/>
                <a:gd name="T6" fmla="*/ 33 w 33"/>
                <a:gd name="T7" fmla="*/ 1 h 39"/>
                <a:gd name="T8" fmla="*/ 10 w 33"/>
                <a:gd name="T9" fmla="*/ 8 h 39"/>
                <a:gd name="T10" fmla="*/ 17 w 33"/>
                <a:gd name="T11" fmla="*/ 6 h 39"/>
                <a:gd name="T12" fmla="*/ 3 w 33"/>
                <a:gd name="T13" fmla="*/ 34 h 39"/>
                <a:gd name="T14" fmla="*/ 18 w 33"/>
                <a:gd name="T15" fmla="*/ 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39">
                  <a:moveTo>
                    <a:pt x="12" y="3"/>
                  </a:moveTo>
                  <a:cubicBezTo>
                    <a:pt x="4" y="6"/>
                    <a:pt x="5" y="30"/>
                    <a:pt x="1" y="39"/>
                  </a:cubicBezTo>
                  <a:cubicBezTo>
                    <a:pt x="0" y="28"/>
                    <a:pt x="4" y="11"/>
                    <a:pt x="12" y="5"/>
                  </a:cubicBezTo>
                  <a:cubicBezTo>
                    <a:pt x="19" y="0"/>
                    <a:pt x="25" y="1"/>
                    <a:pt x="33" y="1"/>
                  </a:cubicBezTo>
                  <a:cubicBezTo>
                    <a:pt x="25" y="1"/>
                    <a:pt x="15" y="3"/>
                    <a:pt x="10" y="8"/>
                  </a:cubicBezTo>
                  <a:cubicBezTo>
                    <a:pt x="12" y="8"/>
                    <a:pt x="15" y="8"/>
                    <a:pt x="17" y="6"/>
                  </a:cubicBezTo>
                  <a:cubicBezTo>
                    <a:pt x="4" y="7"/>
                    <a:pt x="7" y="26"/>
                    <a:pt x="3" y="34"/>
                  </a:cubicBezTo>
                  <a:cubicBezTo>
                    <a:pt x="8" y="25"/>
                    <a:pt x="13" y="16"/>
                    <a:pt x="18" y="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0" name="Freeform 806">
              <a:extLst>
                <a:ext uri="{FF2B5EF4-FFF2-40B4-BE49-F238E27FC236}">
                  <a16:creationId xmlns:a16="http://schemas.microsoft.com/office/drawing/2014/main" id="{AAF38616-8994-6FEC-803F-BF0BFA310517}"/>
                </a:ext>
              </a:extLst>
            </p:cNvPr>
            <p:cNvSpPr/>
            <p:nvPr/>
          </p:nvSpPr>
          <p:spPr bwMode="auto">
            <a:xfrm>
              <a:off x="5204258" y="3776805"/>
              <a:ext cx="1626832" cy="1488575"/>
            </a:xfrm>
            <a:custGeom>
              <a:avLst/>
              <a:gdLst>
                <a:gd name="T0" fmla="*/ 0 w 149"/>
                <a:gd name="T1" fmla="*/ 136 h 136"/>
                <a:gd name="T2" fmla="*/ 15 w 149"/>
                <a:gd name="T3" fmla="*/ 122 h 136"/>
                <a:gd name="T4" fmla="*/ 40 w 149"/>
                <a:gd name="T5" fmla="*/ 102 h 136"/>
                <a:gd name="T6" fmla="*/ 82 w 149"/>
                <a:gd name="T7" fmla="*/ 66 h 136"/>
                <a:gd name="T8" fmla="*/ 122 w 149"/>
                <a:gd name="T9" fmla="*/ 26 h 136"/>
                <a:gd name="T10" fmla="*/ 149 w 149"/>
                <a:gd name="T11" fmla="*/ 0 h 136"/>
                <a:gd name="T12" fmla="*/ 121 w 149"/>
                <a:gd name="T13" fmla="*/ 27 h 136"/>
                <a:gd name="T14" fmla="*/ 68 w 149"/>
                <a:gd name="T15" fmla="*/ 74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9" h="136">
                  <a:moveTo>
                    <a:pt x="0" y="136"/>
                  </a:moveTo>
                  <a:cubicBezTo>
                    <a:pt x="5" y="134"/>
                    <a:pt x="11" y="126"/>
                    <a:pt x="15" y="122"/>
                  </a:cubicBezTo>
                  <a:cubicBezTo>
                    <a:pt x="24" y="116"/>
                    <a:pt x="32" y="110"/>
                    <a:pt x="40" y="102"/>
                  </a:cubicBezTo>
                  <a:cubicBezTo>
                    <a:pt x="54" y="90"/>
                    <a:pt x="68" y="77"/>
                    <a:pt x="82" y="66"/>
                  </a:cubicBezTo>
                  <a:cubicBezTo>
                    <a:pt x="97" y="53"/>
                    <a:pt x="108" y="39"/>
                    <a:pt x="122" y="26"/>
                  </a:cubicBezTo>
                  <a:cubicBezTo>
                    <a:pt x="131" y="18"/>
                    <a:pt x="140" y="6"/>
                    <a:pt x="149" y="0"/>
                  </a:cubicBezTo>
                  <a:cubicBezTo>
                    <a:pt x="144" y="10"/>
                    <a:pt x="129" y="19"/>
                    <a:pt x="121" y="27"/>
                  </a:cubicBezTo>
                  <a:cubicBezTo>
                    <a:pt x="104" y="42"/>
                    <a:pt x="81" y="56"/>
                    <a:pt x="68" y="7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1" name="Freeform 807">
              <a:extLst>
                <a:ext uri="{FF2B5EF4-FFF2-40B4-BE49-F238E27FC236}">
                  <a16:creationId xmlns:a16="http://schemas.microsoft.com/office/drawing/2014/main" id="{E39F7B66-530A-88D7-EFC0-69A557AC7A7E}"/>
                </a:ext>
              </a:extLst>
            </p:cNvPr>
            <p:cNvSpPr/>
            <p:nvPr/>
          </p:nvSpPr>
          <p:spPr bwMode="auto">
            <a:xfrm>
              <a:off x="5890937" y="3951932"/>
              <a:ext cx="1336492" cy="1345710"/>
            </a:xfrm>
            <a:custGeom>
              <a:avLst/>
              <a:gdLst>
                <a:gd name="T0" fmla="*/ 0 w 122"/>
                <a:gd name="T1" fmla="*/ 123 h 123"/>
                <a:gd name="T2" fmla="*/ 26 w 122"/>
                <a:gd name="T3" fmla="*/ 95 h 123"/>
                <a:gd name="T4" fmla="*/ 58 w 122"/>
                <a:gd name="T5" fmla="*/ 64 h 123"/>
                <a:gd name="T6" fmla="*/ 122 w 122"/>
                <a:gd name="T7" fmla="*/ 0 h 123"/>
                <a:gd name="T8" fmla="*/ 72 w 122"/>
                <a:gd name="T9" fmla="*/ 49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123">
                  <a:moveTo>
                    <a:pt x="0" y="123"/>
                  </a:moveTo>
                  <a:cubicBezTo>
                    <a:pt x="1" y="115"/>
                    <a:pt x="19" y="101"/>
                    <a:pt x="26" y="95"/>
                  </a:cubicBezTo>
                  <a:cubicBezTo>
                    <a:pt x="37" y="85"/>
                    <a:pt x="47" y="74"/>
                    <a:pt x="58" y="64"/>
                  </a:cubicBezTo>
                  <a:cubicBezTo>
                    <a:pt x="80" y="43"/>
                    <a:pt x="105" y="25"/>
                    <a:pt x="122" y="0"/>
                  </a:cubicBezTo>
                  <a:cubicBezTo>
                    <a:pt x="108" y="18"/>
                    <a:pt x="90" y="34"/>
                    <a:pt x="72" y="4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2" name="Freeform 808">
              <a:extLst>
                <a:ext uri="{FF2B5EF4-FFF2-40B4-BE49-F238E27FC236}">
                  <a16:creationId xmlns:a16="http://schemas.microsoft.com/office/drawing/2014/main" id="{E2101042-0821-659E-2031-A953B80E47BE}"/>
                </a:ext>
              </a:extLst>
            </p:cNvPr>
            <p:cNvSpPr/>
            <p:nvPr/>
          </p:nvSpPr>
          <p:spPr bwMode="auto">
            <a:xfrm>
              <a:off x="6821873" y="4629394"/>
              <a:ext cx="534597" cy="700506"/>
            </a:xfrm>
            <a:custGeom>
              <a:avLst/>
              <a:gdLst>
                <a:gd name="T0" fmla="*/ 0 w 49"/>
                <a:gd name="T1" fmla="*/ 64 h 64"/>
                <a:gd name="T2" fmla="*/ 29 w 49"/>
                <a:gd name="T3" fmla="*/ 27 h 64"/>
                <a:gd name="T4" fmla="*/ 49 w 49"/>
                <a:gd name="T5" fmla="*/ 0 h 64"/>
                <a:gd name="T6" fmla="*/ 13 w 49"/>
                <a:gd name="T7" fmla="*/ 4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64">
                  <a:moveTo>
                    <a:pt x="0" y="64"/>
                  </a:moveTo>
                  <a:cubicBezTo>
                    <a:pt x="0" y="52"/>
                    <a:pt x="22" y="37"/>
                    <a:pt x="29" y="27"/>
                  </a:cubicBezTo>
                  <a:cubicBezTo>
                    <a:pt x="36" y="18"/>
                    <a:pt x="41" y="8"/>
                    <a:pt x="49" y="0"/>
                  </a:cubicBezTo>
                  <a:cubicBezTo>
                    <a:pt x="37" y="15"/>
                    <a:pt x="26" y="32"/>
                    <a:pt x="13" y="47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3" name="Freeform 809">
              <a:extLst>
                <a:ext uri="{FF2B5EF4-FFF2-40B4-BE49-F238E27FC236}">
                  <a16:creationId xmlns:a16="http://schemas.microsoft.com/office/drawing/2014/main" id="{BDE85687-CA72-9E93-CB0D-3781F108E380}"/>
                </a:ext>
              </a:extLst>
            </p:cNvPr>
            <p:cNvSpPr/>
            <p:nvPr/>
          </p:nvSpPr>
          <p:spPr bwMode="auto">
            <a:xfrm>
              <a:off x="5333298" y="5919800"/>
              <a:ext cx="331819" cy="419381"/>
            </a:xfrm>
            <a:custGeom>
              <a:avLst/>
              <a:gdLst>
                <a:gd name="T0" fmla="*/ 0 w 30"/>
                <a:gd name="T1" fmla="*/ 2 h 38"/>
                <a:gd name="T2" fmla="*/ 30 w 30"/>
                <a:gd name="T3" fmla="*/ 0 h 38"/>
                <a:gd name="T4" fmla="*/ 0 w 30"/>
                <a:gd name="T5" fmla="*/ 3 h 38"/>
                <a:gd name="T6" fmla="*/ 5 w 30"/>
                <a:gd name="T7" fmla="*/ 38 h 38"/>
                <a:gd name="T8" fmla="*/ 2 w 30"/>
                <a:gd name="T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8">
                  <a:moveTo>
                    <a:pt x="0" y="2"/>
                  </a:moveTo>
                  <a:cubicBezTo>
                    <a:pt x="9" y="3"/>
                    <a:pt x="22" y="0"/>
                    <a:pt x="30" y="0"/>
                  </a:cubicBezTo>
                  <a:cubicBezTo>
                    <a:pt x="19" y="0"/>
                    <a:pt x="10" y="2"/>
                    <a:pt x="0" y="3"/>
                  </a:cubicBezTo>
                  <a:cubicBezTo>
                    <a:pt x="0" y="15"/>
                    <a:pt x="6" y="26"/>
                    <a:pt x="5" y="38"/>
                  </a:cubicBezTo>
                  <a:cubicBezTo>
                    <a:pt x="6" y="30"/>
                    <a:pt x="6" y="11"/>
                    <a:pt x="2" y="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4" name="Freeform 810">
              <a:extLst>
                <a:ext uri="{FF2B5EF4-FFF2-40B4-BE49-F238E27FC236}">
                  <a16:creationId xmlns:a16="http://schemas.microsoft.com/office/drawing/2014/main" id="{98AF5684-6A65-BE19-9943-B152A72BC2D8}"/>
                </a:ext>
              </a:extLst>
            </p:cNvPr>
            <p:cNvSpPr/>
            <p:nvPr/>
          </p:nvSpPr>
          <p:spPr bwMode="auto">
            <a:xfrm>
              <a:off x="5388601" y="6316139"/>
              <a:ext cx="1912565" cy="78345"/>
            </a:xfrm>
            <a:custGeom>
              <a:avLst/>
              <a:gdLst>
                <a:gd name="T0" fmla="*/ 0 w 175"/>
                <a:gd name="T1" fmla="*/ 7 h 7"/>
                <a:gd name="T2" fmla="*/ 96 w 175"/>
                <a:gd name="T3" fmla="*/ 4 h 7"/>
                <a:gd name="T4" fmla="*/ 175 w 175"/>
                <a:gd name="T5" fmla="*/ 3 h 7"/>
                <a:gd name="T6" fmla="*/ 155 w 175"/>
                <a:gd name="T7" fmla="*/ 5 h 7"/>
                <a:gd name="T8" fmla="*/ 125 w 175"/>
                <a:gd name="T9" fmla="*/ 4 h 7"/>
                <a:gd name="T10" fmla="*/ 79 w 175"/>
                <a:gd name="T11" fmla="*/ 5 h 7"/>
                <a:gd name="T12" fmla="*/ 0 w 17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5" h="7">
                  <a:moveTo>
                    <a:pt x="0" y="7"/>
                  </a:moveTo>
                  <a:cubicBezTo>
                    <a:pt x="30" y="0"/>
                    <a:pt x="65" y="5"/>
                    <a:pt x="96" y="4"/>
                  </a:cubicBezTo>
                  <a:cubicBezTo>
                    <a:pt x="122" y="3"/>
                    <a:pt x="149" y="3"/>
                    <a:pt x="175" y="3"/>
                  </a:cubicBezTo>
                  <a:cubicBezTo>
                    <a:pt x="169" y="3"/>
                    <a:pt x="162" y="4"/>
                    <a:pt x="155" y="5"/>
                  </a:cubicBezTo>
                  <a:cubicBezTo>
                    <a:pt x="145" y="6"/>
                    <a:pt x="135" y="4"/>
                    <a:pt x="125" y="4"/>
                  </a:cubicBezTo>
                  <a:cubicBezTo>
                    <a:pt x="110" y="3"/>
                    <a:pt x="94" y="5"/>
                    <a:pt x="79" y="5"/>
                  </a:cubicBezTo>
                  <a:cubicBezTo>
                    <a:pt x="54" y="6"/>
                    <a:pt x="21" y="4"/>
                    <a:pt x="0" y="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5" name="Freeform 811">
              <a:extLst>
                <a:ext uri="{FF2B5EF4-FFF2-40B4-BE49-F238E27FC236}">
                  <a16:creationId xmlns:a16="http://schemas.microsoft.com/office/drawing/2014/main" id="{8831A2F7-B757-603A-8588-CC47639AE906}"/>
                </a:ext>
              </a:extLst>
            </p:cNvPr>
            <p:cNvSpPr/>
            <p:nvPr/>
          </p:nvSpPr>
          <p:spPr bwMode="auto">
            <a:xfrm>
              <a:off x="7301167" y="6357618"/>
              <a:ext cx="32259" cy="142865"/>
            </a:xfrm>
            <a:custGeom>
              <a:avLst/>
              <a:gdLst>
                <a:gd name="T0" fmla="*/ 1 w 3"/>
                <a:gd name="T1" fmla="*/ 0 h 13"/>
                <a:gd name="T2" fmla="*/ 3 w 3"/>
                <a:gd name="T3" fmla="*/ 13 h 13"/>
                <a:gd name="T4" fmla="*/ 1 w 3"/>
                <a:gd name="T5" fmla="*/ 2 h 13"/>
                <a:gd name="T6" fmla="*/ 3 w 3"/>
                <a:gd name="T7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3">
                  <a:moveTo>
                    <a:pt x="1" y="0"/>
                  </a:moveTo>
                  <a:cubicBezTo>
                    <a:pt x="0" y="3"/>
                    <a:pt x="3" y="9"/>
                    <a:pt x="3" y="13"/>
                  </a:cubicBezTo>
                  <a:cubicBezTo>
                    <a:pt x="3" y="9"/>
                    <a:pt x="2" y="5"/>
                    <a:pt x="1" y="2"/>
                  </a:cubicBezTo>
                  <a:cubicBezTo>
                    <a:pt x="2" y="5"/>
                    <a:pt x="3" y="8"/>
                    <a:pt x="3" y="1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6" name="Freeform 812">
              <a:extLst>
                <a:ext uri="{FF2B5EF4-FFF2-40B4-BE49-F238E27FC236}">
                  <a16:creationId xmlns:a16="http://schemas.microsoft.com/office/drawing/2014/main" id="{5809420B-9DC9-7D02-1FDF-CED7450DA7EB}"/>
                </a:ext>
              </a:extLst>
            </p:cNvPr>
            <p:cNvSpPr/>
            <p:nvPr/>
          </p:nvSpPr>
          <p:spPr bwMode="auto">
            <a:xfrm>
              <a:off x="6310320" y="6482049"/>
              <a:ext cx="1092235" cy="119823"/>
            </a:xfrm>
            <a:custGeom>
              <a:avLst/>
              <a:gdLst>
                <a:gd name="T0" fmla="*/ 94 w 100"/>
                <a:gd name="T1" fmla="*/ 2 h 11"/>
                <a:gd name="T2" fmla="*/ 40 w 100"/>
                <a:gd name="T3" fmla="*/ 7 h 11"/>
                <a:gd name="T4" fmla="*/ 0 w 100"/>
                <a:gd name="T5" fmla="*/ 11 h 11"/>
                <a:gd name="T6" fmla="*/ 57 w 100"/>
                <a:gd name="T7" fmla="*/ 7 h 11"/>
                <a:gd name="T8" fmla="*/ 100 w 10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1">
                  <a:moveTo>
                    <a:pt x="94" y="2"/>
                  </a:moveTo>
                  <a:cubicBezTo>
                    <a:pt x="77" y="1"/>
                    <a:pt x="58" y="6"/>
                    <a:pt x="40" y="7"/>
                  </a:cubicBezTo>
                  <a:cubicBezTo>
                    <a:pt x="27" y="7"/>
                    <a:pt x="13" y="10"/>
                    <a:pt x="0" y="11"/>
                  </a:cubicBezTo>
                  <a:cubicBezTo>
                    <a:pt x="19" y="7"/>
                    <a:pt x="38" y="9"/>
                    <a:pt x="57" y="7"/>
                  </a:cubicBezTo>
                  <a:cubicBezTo>
                    <a:pt x="70" y="5"/>
                    <a:pt x="88" y="4"/>
                    <a:pt x="100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7" name="Freeform 813">
              <a:extLst>
                <a:ext uri="{FF2B5EF4-FFF2-40B4-BE49-F238E27FC236}">
                  <a16:creationId xmlns:a16="http://schemas.microsoft.com/office/drawing/2014/main" id="{6B2993D8-E8D5-84CB-064B-A15ED0E8ED66}"/>
                </a:ext>
              </a:extLst>
            </p:cNvPr>
            <p:cNvSpPr/>
            <p:nvPr/>
          </p:nvSpPr>
          <p:spPr bwMode="auto">
            <a:xfrm>
              <a:off x="6079891" y="6763174"/>
              <a:ext cx="1069194" cy="87562"/>
            </a:xfrm>
            <a:custGeom>
              <a:avLst/>
              <a:gdLst>
                <a:gd name="T0" fmla="*/ 0 w 98"/>
                <a:gd name="T1" fmla="*/ 4 h 8"/>
                <a:gd name="T2" fmla="*/ 38 w 98"/>
                <a:gd name="T3" fmla="*/ 5 h 8"/>
                <a:gd name="T4" fmla="*/ 63 w 98"/>
                <a:gd name="T5" fmla="*/ 5 h 8"/>
                <a:gd name="T6" fmla="*/ 98 w 98"/>
                <a:gd name="T7" fmla="*/ 4 h 8"/>
                <a:gd name="T8" fmla="*/ 52 w 98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8">
                  <a:moveTo>
                    <a:pt x="0" y="4"/>
                  </a:moveTo>
                  <a:cubicBezTo>
                    <a:pt x="10" y="7"/>
                    <a:pt x="27" y="4"/>
                    <a:pt x="38" y="5"/>
                  </a:cubicBezTo>
                  <a:cubicBezTo>
                    <a:pt x="46" y="5"/>
                    <a:pt x="55" y="5"/>
                    <a:pt x="63" y="5"/>
                  </a:cubicBezTo>
                  <a:cubicBezTo>
                    <a:pt x="73" y="5"/>
                    <a:pt x="89" y="8"/>
                    <a:pt x="98" y="4"/>
                  </a:cubicBezTo>
                  <a:cubicBezTo>
                    <a:pt x="83" y="3"/>
                    <a:pt x="68" y="0"/>
                    <a:pt x="52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CC4BD0A4-4FCA-3879-86DD-95CC7E1F416A}"/>
                </a:ext>
              </a:extLst>
            </p:cNvPr>
            <p:cNvGrpSpPr/>
            <p:nvPr/>
          </p:nvGrpSpPr>
          <p:grpSpPr>
            <a:xfrm rot="16352166">
              <a:off x="8110722" y="5848808"/>
              <a:ext cx="616690" cy="1011370"/>
              <a:chOff x="6886393" y="6776999"/>
              <a:chExt cx="691290" cy="1133714"/>
            </a:xfrm>
          </p:grpSpPr>
          <p:sp>
            <p:nvSpPr>
              <p:cNvPr id="59" name="Freeform 759">
                <a:extLst>
                  <a:ext uri="{FF2B5EF4-FFF2-40B4-BE49-F238E27FC236}">
                    <a16:creationId xmlns:a16="http://schemas.microsoft.com/office/drawing/2014/main" id="{38B8A444-B11D-32A0-B46B-7FD03E4DBA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86393" y="7025863"/>
                <a:ext cx="635986" cy="788068"/>
              </a:xfrm>
              <a:custGeom>
                <a:avLst/>
                <a:gdLst>
                  <a:gd name="T0" fmla="*/ 26 w 58"/>
                  <a:gd name="T1" fmla="*/ 71 h 72"/>
                  <a:gd name="T2" fmla="*/ 34 w 58"/>
                  <a:gd name="T3" fmla="*/ 70 h 72"/>
                  <a:gd name="T4" fmla="*/ 43 w 58"/>
                  <a:gd name="T5" fmla="*/ 66 h 72"/>
                  <a:gd name="T6" fmla="*/ 50 w 58"/>
                  <a:gd name="T7" fmla="*/ 56 h 72"/>
                  <a:gd name="T8" fmla="*/ 53 w 58"/>
                  <a:gd name="T9" fmla="*/ 26 h 72"/>
                  <a:gd name="T10" fmla="*/ 46 w 58"/>
                  <a:gd name="T11" fmla="*/ 11 h 72"/>
                  <a:gd name="T12" fmla="*/ 31 w 58"/>
                  <a:gd name="T13" fmla="*/ 3 h 72"/>
                  <a:gd name="T14" fmla="*/ 26 w 58"/>
                  <a:gd name="T15" fmla="*/ 3 h 72"/>
                  <a:gd name="T16" fmla="*/ 22 w 58"/>
                  <a:gd name="T17" fmla="*/ 4 h 72"/>
                  <a:gd name="T18" fmla="*/ 15 w 58"/>
                  <a:gd name="T19" fmla="*/ 8 h 72"/>
                  <a:gd name="T20" fmla="*/ 7 w 58"/>
                  <a:gd name="T21" fmla="*/ 22 h 72"/>
                  <a:gd name="T22" fmla="*/ 6 w 58"/>
                  <a:gd name="T23" fmla="*/ 52 h 72"/>
                  <a:gd name="T24" fmla="*/ 11 w 58"/>
                  <a:gd name="T25" fmla="*/ 63 h 72"/>
                  <a:gd name="T26" fmla="*/ 18 w 58"/>
                  <a:gd name="T27" fmla="*/ 69 h 72"/>
                  <a:gd name="T28" fmla="*/ 26 w 58"/>
                  <a:gd name="T29" fmla="*/ 71 h 72"/>
                  <a:gd name="T30" fmla="*/ 26 w 58"/>
                  <a:gd name="T31" fmla="*/ 71 h 72"/>
                  <a:gd name="T32" fmla="*/ 18 w 58"/>
                  <a:gd name="T33" fmla="*/ 69 h 72"/>
                  <a:gd name="T34" fmla="*/ 9 w 58"/>
                  <a:gd name="T35" fmla="*/ 64 h 72"/>
                  <a:gd name="T36" fmla="*/ 3 w 58"/>
                  <a:gd name="T37" fmla="*/ 53 h 72"/>
                  <a:gd name="T38" fmla="*/ 3 w 58"/>
                  <a:gd name="T39" fmla="*/ 21 h 72"/>
                  <a:gd name="T40" fmla="*/ 13 w 58"/>
                  <a:gd name="T41" fmla="*/ 5 h 72"/>
                  <a:gd name="T42" fmla="*/ 22 w 58"/>
                  <a:gd name="T43" fmla="*/ 1 h 72"/>
                  <a:gd name="T44" fmla="*/ 31 w 58"/>
                  <a:gd name="T45" fmla="*/ 1 h 72"/>
                  <a:gd name="T46" fmla="*/ 47 w 58"/>
                  <a:gd name="T47" fmla="*/ 10 h 72"/>
                  <a:gd name="T48" fmla="*/ 52 w 58"/>
                  <a:gd name="T49" fmla="*/ 17 h 72"/>
                  <a:gd name="T50" fmla="*/ 55 w 58"/>
                  <a:gd name="T51" fmla="*/ 26 h 72"/>
                  <a:gd name="T52" fmla="*/ 53 w 58"/>
                  <a:gd name="T53" fmla="*/ 58 h 72"/>
                  <a:gd name="T54" fmla="*/ 44 w 58"/>
                  <a:gd name="T55" fmla="*/ 67 h 72"/>
                  <a:gd name="T56" fmla="*/ 35 w 58"/>
                  <a:gd name="T57" fmla="*/ 71 h 72"/>
                  <a:gd name="T58" fmla="*/ 26 w 58"/>
                  <a:gd name="T59" fmla="*/ 7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8" h="72">
                    <a:moveTo>
                      <a:pt x="26" y="71"/>
                    </a:moveTo>
                    <a:cubicBezTo>
                      <a:pt x="26" y="70"/>
                      <a:pt x="29" y="71"/>
                      <a:pt x="34" y="70"/>
                    </a:cubicBezTo>
                    <a:cubicBezTo>
                      <a:pt x="37" y="69"/>
                      <a:pt x="40" y="68"/>
                      <a:pt x="43" y="66"/>
                    </a:cubicBezTo>
                    <a:cubicBezTo>
                      <a:pt x="45" y="63"/>
                      <a:pt x="48" y="60"/>
                      <a:pt x="50" y="56"/>
                    </a:cubicBezTo>
                    <a:cubicBezTo>
                      <a:pt x="53" y="48"/>
                      <a:pt x="55" y="38"/>
                      <a:pt x="53" y="26"/>
                    </a:cubicBezTo>
                    <a:cubicBezTo>
                      <a:pt x="52" y="21"/>
                      <a:pt x="50" y="16"/>
                      <a:pt x="46" y="11"/>
                    </a:cubicBezTo>
                    <a:cubicBezTo>
                      <a:pt x="42" y="6"/>
                      <a:pt x="37" y="3"/>
                      <a:pt x="31" y="3"/>
                    </a:cubicBezTo>
                    <a:cubicBezTo>
                      <a:pt x="29" y="3"/>
                      <a:pt x="28" y="3"/>
                      <a:pt x="26" y="3"/>
                    </a:cubicBezTo>
                    <a:cubicBezTo>
                      <a:pt x="25" y="3"/>
                      <a:pt x="23" y="3"/>
                      <a:pt x="22" y="4"/>
                    </a:cubicBezTo>
                    <a:cubicBezTo>
                      <a:pt x="20" y="5"/>
                      <a:pt x="17" y="6"/>
                      <a:pt x="15" y="8"/>
                    </a:cubicBezTo>
                    <a:cubicBezTo>
                      <a:pt x="11" y="11"/>
                      <a:pt x="8" y="16"/>
                      <a:pt x="7" y="22"/>
                    </a:cubicBezTo>
                    <a:cubicBezTo>
                      <a:pt x="5" y="33"/>
                      <a:pt x="4" y="43"/>
                      <a:pt x="6" y="52"/>
                    </a:cubicBezTo>
                    <a:cubicBezTo>
                      <a:pt x="7" y="56"/>
                      <a:pt x="9" y="60"/>
                      <a:pt x="11" y="63"/>
                    </a:cubicBezTo>
                    <a:cubicBezTo>
                      <a:pt x="13" y="66"/>
                      <a:pt x="16" y="67"/>
                      <a:pt x="18" y="69"/>
                    </a:cubicBezTo>
                    <a:cubicBezTo>
                      <a:pt x="23" y="71"/>
                      <a:pt x="26" y="70"/>
                      <a:pt x="26" y="71"/>
                    </a:cubicBezTo>
                    <a:close/>
                    <a:moveTo>
                      <a:pt x="26" y="71"/>
                    </a:moveTo>
                    <a:cubicBezTo>
                      <a:pt x="26" y="71"/>
                      <a:pt x="23" y="71"/>
                      <a:pt x="18" y="69"/>
                    </a:cubicBezTo>
                    <a:cubicBezTo>
                      <a:pt x="15" y="68"/>
                      <a:pt x="12" y="67"/>
                      <a:pt x="9" y="64"/>
                    </a:cubicBezTo>
                    <a:cubicBezTo>
                      <a:pt x="7" y="61"/>
                      <a:pt x="4" y="58"/>
                      <a:pt x="3" y="53"/>
                    </a:cubicBezTo>
                    <a:cubicBezTo>
                      <a:pt x="0" y="44"/>
                      <a:pt x="0" y="32"/>
                      <a:pt x="3" y="21"/>
                    </a:cubicBezTo>
                    <a:cubicBezTo>
                      <a:pt x="4" y="15"/>
                      <a:pt x="7" y="9"/>
                      <a:pt x="13" y="5"/>
                    </a:cubicBezTo>
                    <a:cubicBezTo>
                      <a:pt x="15" y="3"/>
                      <a:pt x="18" y="2"/>
                      <a:pt x="22" y="1"/>
                    </a:cubicBezTo>
                    <a:cubicBezTo>
                      <a:pt x="25" y="0"/>
                      <a:pt x="28" y="0"/>
                      <a:pt x="31" y="1"/>
                    </a:cubicBezTo>
                    <a:cubicBezTo>
                      <a:pt x="37" y="1"/>
                      <a:pt x="43" y="5"/>
                      <a:pt x="47" y="10"/>
                    </a:cubicBezTo>
                    <a:cubicBezTo>
                      <a:pt x="49" y="12"/>
                      <a:pt x="51" y="15"/>
                      <a:pt x="52" y="17"/>
                    </a:cubicBezTo>
                    <a:cubicBezTo>
                      <a:pt x="53" y="20"/>
                      <a:pt x="55" y="23"/>
                      <a:pt x="55" y="26"/>
                    </a:cubicBezTo>
                    <a:cubicBezTo>
                      <a:pt x="58" y="37"/>
                      <a:pt x="58" y="49"/>
                      <a:pt x="53" y="58"/>
                    </a:cubicBezTo>
                    <a:cubicBezTo>
                      <a:pt x="51" y="62"/>
                      <a:pt x="47" y="65"/>
                      <a:pt x="44" y="67"/>
                    </a:cubicBezTo>
                    <a:cubicBezTo>
                      <a:pt x="41" y="69"/>
                      <a:pt x="37" y="70"/>
                      <a:pt x="35" y="71"/>
                    </a:cubicBezTo>
                    <a:cubicBezTo>
                      <a:pt x="29" y="72"/>
                      <a:pt x="26" y="71"/>
                      <a:pt x="26" y="7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0" name="Freeform 760">
                <a:extLst>
                  <a:ext uri="{FF2B5EF4-FFF2-40B4-BE49-F238E27FC236}">
                    <a16:creationId xmlns:a16="http://schemas.microsoft.com/office/drawing/2014/main" id="{011343F2-A0CD-0FC5-637A-5204C09B5C68}"/>
                  </a:ext>
                </a:extLst>
              </p:cNvPr>
              <p:cNvSpPr/>
              <p:nvPr/>
            </p:nvSpPr>
            <p:spPr bwMode="auto">
              <a:xfrm>
                <a:off x="6941696" y="7311596"/>
                <a:ext cx="502335" cy="32259"/>
              </a:xfrm>
              <a:custGeom>
                <a:avLst/>
                <a:gdLst>
                  <a:gd name="T0" fmla="*/ 0 w 46"/>
                  <a:gd name="T1" fmla="*/ 0 h 3"/>
                  <a:gd name="T2" fmla="*/ 46 w 46"/>
                  <a:gd name="T3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6" h="3">
                    <a:moveTo>
                      <a:pt x="0" y="0"/>
                    </a:moveTo>
                    <a:cubicBezTo>
                      <a:pt x="16" y="3"/>
                      <a:pt x="30" y="2"/>
                      <a:pt x="46" y="2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1" name="Freeform 761">
                <a:extLst>
                  <a:ext uri="{FF2B5EF4-FFF2-40B4-BE49-F238E27FC236}">
                    <a16:creationId xmlns:a16="http://schemas.microsoft.com/office/drawing/2014/main" id="{715179FB-43A7-268D-2105-1026FE0CC968}"/>
                  </a:ext>
                </a:extLst>
              </p:cNvPr>
              <p:cNvSpPr/>
              <p:nvPr/>
            </p:nvSpPr>
            <p:spPr bwMode="auto">
              <a:xfrm>
                <a:off x="7181343" y="7048907"/>
                <a:ext cx="23042" cy="262688"/>
              </a:xfrm>
              <a:custGeom>
                <a:avLst/>
                <a:gdLst>
                  <a:gd name="T0" fmla="*/ 2 w 2"/>
                  <a:gd name="T1" fmla="*/ 0 h 24"/>
                  <a:gd name="T2" fmla="*/ 0 w 2"/>
                  <a:gd name="T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4">
                    <a:moveTo>
                      <a:pt x="2" y="0"/>
                    </a:moveTo>
                    <a:cubicBezTo>
                      <a:pt x="2" y="8"/>
                      <a:pt x="1" y="16"/>
                      <a:pt x="0" y="24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2" name="Freeform 762">
                <a:extLst>
                  <a:ext uri="{FF2B5EF4-FFF2-40B4-BE49-F238E27FC236}">
                    <a16:creationId xmlns:a16="http://schemas.microsoft.com/office/drawing/2014/main" id="{6E18398A-99ED-E79A-385E-24DCBCBFF27B}"/>
                  </a:ext>
                </a:extLst>
              </p:cNvPr>
              <p:cNvSpPr/>
              <p:nvPr/>
            </p:nvSpPr>
            <p:spPr bwMode="auto">
              <a:xfrm>
                <a:off x="6909438" y="7200989"/>
                <a:ext cx="668245" cy="709724"/>
              </a:xfrm>
              <a:custGeom>
                <a:avLst/>
                <a:gdLst>
                  <a:gd name="T0" fmla="*/ 1 w 61"/>
                  <a:gd name="T1" fmla="*/ 31 h 65"/>
                  <a:gd name="T2" fmla="*/ 2 w 61"/>
                  <a:gd name="T3" fmla="*/ 37 h 65"/>
                  <a:gd name="T4" fmla="*/ 4 w 61"/>
                  <a:gd name="T5" fmla="*/ 43 h 65"/>
                  <a:gd name="T6" fmla="*/ 8 w 61"/>
                  <a:gd name="T7" fmla="*/ 50 h 65"/>
                  <a:gd name="T8" fmla="*/ 14 w 61"/>
                  <a:gd name="T9" fmla="*/ 57 h 65"/>
                  <a:gd name="T10" fmla="*/ 18 w 61"/>
                  <a:gd name="T11" fmla="*/ 60 h 65"/>
                  <a:gd name="T12" fmla="*/ 23 w 61"/>
                  <a:gd name="T13" fmla="*/ 62 h 65"/>
                  <a:gd name="T14" fmla="*/ 28 w 61"/>
                  <a:gd name="T15" fmla="*/ 64 h 65"/>
                  <a:gd name="T16" fmla="*/ 34 w 61"/>
                  <a:gd name="T17" fmla="*/ 63 h 65"/>
                  <a:gd name="T18" fmla="*/ 44 w 61"/>
                  <a:gd name="T19" fmla="*/ 59 h 65"/>
                  <a:gd name="T20" fmla="*/ 55 w 61"/>
                  <a:gd name="T21" fmla="*/ 39 h 65"/>
                  <a:gd name="T22" fmla="*/ 55 w 61"/>
                  <a:gd name="T23" fmla="*/ 20 h 65"/>
                  <a:gd name="T24" fmla="*/ 51 w 61"/>
                  <a:gd name="T25" fmla="*/ 6 h 65"/>
                  <a:gd name="T26" fmla="*/ 49 w 61"/>
                  <a:gd name="T27" fmla="*/ 1 h 65"/>
                  <a:gd name="T28" fmla="*/ 49 w 61"/>
                  <a:gd name="T29" fmla="*/ 0 h 65"/>
                  <a:gd name="T30" fmla="*/ 49 w 61"/>
                  <a:gd name="T31" fmla="*/ 0 h 65"/>
                  <a:gd name="T32" fmla="*/ 52 w 61"/>
                  <a:gd name="T33" fmla="*/ 5 h 65"/>
                  <a:gd name="T34" fmla="*/ 58 w 61"/>
                  <a:gd name="T35" fmla="*/ 19 h 65"/>
                  <a:gd name="T36" fmla="*/ 59 w 61"/>
                  <a:gd name="T37" fmla="*/ 40 h 65"/>
                  <a:gd name="T38" fmla="*/ 55 w 61"/>
                  <a:gd name="T39" fmla="*/ 52 h 65"/>
                  <a:gd name="T40" fmla="*/ 46 w 61"/>
                  <a:gd name="T41" fmla="*/ 61 h 65"/>
                  <a:gd name="T42" fmla="*/ 40 w 61"/>
                  <a:gd name="T43" fmla="*/ 63 h 65"/>
                  <a:gd name="T44" fmla="*/ 34 w 61"/>
                  <a:gd name="T45" fmla="*/ 65 h 65"/>
                  <a:gd name="T46" fmla="*/ 28 w 61"/>
                  <a:gd name="T47" fmla="*/ 65 h 65"/>
                  <a:gd name="T48" fmla="*/ 22 w 61"/>
                  <a:gd name="T49" fmla="*/ 64 h 65"/>
                  <a:gd name="T50" fmla="*/ 16 w 61"/>
                  <a:gd name="T51" fmla="*/ 62 h 65"/>
                  <a:gd name="T52" fmla="*/ 12 w 61"/>
                  <a:gd name="T53" fmla="*/ 59 h 65"/>
                  <a:gd name="T54" fmla="*/ 5 w 61"/>
                  <a:gd name="T55" fmla="*/ 52 h 65"/>
                  <a:gd name="T56" fmla="*/ 3 w 61"/>
                  <a:gd name="T57" fmla="*/ 48 h 65"/>
                  <a:gd name="T58" fmla="*/ 2 w 61"/>
                  <a:gd name="T59" fmla="*/ 44 h 65"/>
                  <a:gd name="T60" fmla="*/ 0 w 61"/>
                  <a:gd name="T61" fmla="*/ 37 h 65"/>
                  <a:gd name="T62" fmla="*/ 0 w 61"/>
                  <a:gd name="T63" fmla="*/ 31 h 65"/>
                  <a:gd name="T64" fmla="*/ 1 w 61"/>
                  <a:gd name="T65" fmla="*/ 31 h 65"/>
                  <a:gd name="T66" fmla="*/ 1 w 61"/>
                  <a:gd name="T67" fmla="*/ 3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1" h="65">
                    <a:moveTo>
                      <a:pt x="1" y="31"/>
                    </a:moveTo>
                    <a:cubicBezTo>
                      <a:pt x="1" y="31"/>
                      <a:pt x="1" y="33"/>
                      <a:pt x="2" y="37"/>
                    </a:cubicBezTo>
                    <a:cubicBezTo>
                      <a:pt x="2" y="39"/>
                      <a:pt x="3" y="41"/>
                      <a:pt x="4" y="43"/>
                    </a:cubicBezTo>
                    <a:cubicBezTo>
                      <a:pt x="5" y="45"/>
                      <a:pt x="6" y="47"/>
                      <a:pt x="8" y="50"/>
                    </a:cubicBezTo>
                    <a:cubicBezTo>
                      <a:pt x="9" y="52"/>
                      <a:pt x="12" y="54"/>
                      <a:pt x="14" y="57"/>
                    </a:cubicBezTo>
                    <a:cubicBezTo>
                      <a:pt x="15" y="58"/>
                      <a:pt x="17" y="58"/>
                      <a:pt x="18" y="60"/>
                    </a:cubicBezTo>
                    <a:cubicBezTo>
                      <a:pt x="19" y="61"/>
                      <a:pt x="21" y="62"/>
                      <a:pt x="23" y="62"/>
                    </a:cubicBezTo>
                    <a:cubicBezTo>
                      <a:pt x="24" y="63"/>
                      <a:pt x="26" y="64"/>
                      <a:pt x="28" y="64"/>
                    </a:cubicBezTo>
                    <a:cubicBezTo>
                      <a:pt x="34" y="63"/>
                      <a:pt x="34" y="63"/>
                      <a:pt x="34" y="63"/>
                    </a:cubicBezTo>
                    <a:cubicBezTo>
                      <a:pt x="37" y="62"/>
                      <a:pt x="41" y="61"/>
                      <a:pt x="44" y="59"/>
                    </a:cubicBezTo>
                    <a:cubicBezTo>
                      <a:pt x="50" y="54"/>
                      <a:pt x="54" y="47"/>
                      <a:pt x="55" y="39"/>
                    </a:cubicBezTo>
                    <a:cubicBezTo>
                      <a:pt x="56" y="32"/>
                      <a:pt x="55" y="25"/>
                      <a:pt x="55" y="20"/>
                    </a:cubicBezTo>
                    <a:cubicBezTo>
                      <a:pt x="53" y="14"/>
                      <a:pt x="52" y="9"/>
                      <a:pt x="51" y="6"/>
                    </a:cubicBezTo>
                    <a:cubicBezTo>
                      <a:pt x="50" y="3"/>
                      <a:pt x="49" y="1"/>
                      <a:pt x="49" y="1"/>
                    </a:cubicBezTo>
                    <a:cubicBezTo>
                      <a:pt x="49" y="1"/>
                      <a:pt x="49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0"/>
                      <a:pt x="50" y="2"/>
                      <a:pt x="52" y="5"/>
                    </a:cubicBezTo>
                    <a:cubicBezTo>
                      <a:pt x="54" y="8"/>
                      <a:pt x="57" y="13"/>
                      <a:pt x="58" y="19"/>
                    </a:cubicBezTo>
                    <a:cubicBezTo>
                      <a:pt x="60" y="25"/>
                      <a:pt x="61" y="32"/>
                      <a:pt x="59" y="40"/>
                    </a:cubicBezTo>
                    <a:cubicBezTo>
                      <a:pt x="58" y="44"/>
                      <a:pt x="57" y="48"/>
                      <a:pt x="55" y="52"/>
                    </a:cubicBezTo>
                    <a:cubicBezTo>
                      <a:pt x="53" y="55"/>
                      <a:pt x="49" y="59"/>
                      <a:pt x="46" y="61"/>
                    </a:cubicBezTo>
                    <a:cubicBezTo>
                      <a:pt x="44" y="62"/>
                      <a:pt x="42" y="63"/>
                      <a:pt x="40" y="63"/>
                    </a:cubicBezTo>
                    <a:cubicBezTo>
                      <a:pt x="38" y="64"/>
                      <a:pt x="36" y="65"/>
                      <a:pt x="34" y="65"/>
                    </a:cubicBezTo>
                    <a:cubicBezTo>
                      <a:pt x="32" y="65"/>
                      <a:pt x="30" y="65"/>
                      <a:pt x="28" y="65"/>
                    </a:cubicBezTo>
                    <a:cubicBezTo>
                      <a:pt x="26" y="65"/>
                      <a:pt x="24" y="65"/>
                      <a:pt x="22" y="64"/>
                    </a:cubicBezTo>
                    <a:cubicBezTo>
                      <a:pt x="20" y="64"/>
                      <a:pt x="18" y="63"/>
                      <a:pt x="16" y="62"/>
                    </a:cubicBezTo>
                    <a:cubicBezTo>
                      <a:pt x="15" y="61"/>
                      <a:pt x="13" y="61"/>
                      <a:pt x="12" y="59"/>
                    </a:cubicBezTo>
                    <a:cubicBezTo>
                      <a:pt x="9" y="57"/>
                      <a:pt x="6" y="55"/>
                      <a:pt x="5" y="52"/>
                    </a:cubicBezTo>
                    <a:cubicBezTo>
                      <a:pt x="4" y="50"/>
                      <a:pt x="3" y="49"/>
                      <a:pt x="3" y="48"/>
                    </a:cubicBezTo>
                    <a:cubicBezTo>
                      <a:pt x="2" y="46"/>
                      <a:pt x="2" y="45"/>
                      <a:pt x="2" y="44"/>
                    </a:cubicBezTo>
                    <a:cubicBezTo>
                      <a:pt x="1" y="41"/>
                      <a:pt x="0" y="39"/>
                      <a:pt x="0" y="37"/>
                    </a:cubicBezTo>
                    <a:cubicBezTo>
                      <a:pt x="0" y="34"/>
                      <a:pt x="0" y="31"/>
                      <a:pt x="0" y="31"/>
                    </a:cubicBezTo>
                    <a:cubicBezTo>
                      <a:pt x="0" y="31"/>
                      <a:pt x="1" y="31"/>
                      <a:pt x="1" y="31"/>
                    </a:cubicBezTo>
                    <a:cubicBezTo>
                      <a:pt x="1" y="31"/>
                      <a:pt x="1" y="31"/>
                      <a:pt x="1" y="3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3" name="Freeform 771">
                <a:extLst>
                  <a:ext uri="{FF2B5EF4-FFF2-40B4-BE49-F238E27FC236}">
                    <a16:creationId xmlns:a16="http://schemas.microsoft.com/office/drawing/2014/main" id="{7621DCEC-C183-91D7-FF44-7C322BD6DA42}"/>
                  </a:ext>
                </a:extLst>
              </p:cNvPr>
              <p:cNvSpPr/>
              <p:nvPr/>
            </p:nvSpPr>
            <p:spPr bwMode="auto">
              <a:xfrm>
                <a:off x="6950914" y="7694111"/>
                <a:ext cx="317992" cy="207385"/>
              </a:xfrm>
              <a:custGeom>
                <a:avLst/>
                <a:gdLst>
                  <a:gd name="T0" fmla="*/ 0 w 29"/>
                  <a:gd name="T1" fmla="*/ 0 h 19"/>
                  <a:gd name="T2" fmla="*/ 13 w 29"/>
                  <a:gd name="T3" fmla="*/ 14 h 19"/>
                  <a:gd name="T4" fmla="*/ 6 w 29"/>
                  <a:gd name="T5" fmla="*/ 4 h 19"/>
                  <a:gd name="T6" fmla="*/ 17 w 29"/>
                  <a:gd name="T7" fmla="*/ 17 h 19"/>
                  <a:gd name="T8" fmla="*/ 14 w 29"/>
                  <a:gd name="T9" fmla="*/ 10 h 19"/>
                  <a:gd name="T10" fmla="*/ 20 w 29"/>
                  <a:gd name="T11" fmla="*/ 18 h 19"/>
                  <a:gd name="T12" fmla="*/ 18 w 29"/>
                  <a:gd name="T13" fmla="*/ 11 h 19"/>
                  <a:gd name="T14" fmla="*/ 28 w 29"/>
                  <a:gd name="T15" fmla="*/ 19 h 19"/>
                  <a:gd name="T16" fmla="*/ 24 w 29"/>
                  <a:gd name="T17" fmla="*/ 13 h 19"/>
                  <a:gd name="T18" fmla="*/ 26 w 29"/>
                  <a:gd name="T19" fmla="*/ 15 h 19"/>
                  <a:gd name="T20" fmla="*/ 24 w 29"/>
                  <a:gd name="T21" fmla="*/ 12 h 19"/>
                  <a:gd name="T22" fmla="*/ 29 w 29"/>
                  <a:gd name="T23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19">
                    <a:moveTo>
                      <a:pt x="0" y="0"/>
                    </a:moveTo>
                    <a:cubicBezTo>
                      <a:pt x="5" y="4"/>
                      <a:pt x="8" y="10"/>
                      <a:pt x="13" y="14"/>
                    </a:cubicBezTo>
                    <a:cubicBezTo>
                      <a:pt x="11" y="11"/>
                      <a:pt x="9" y="7"/>
                      <a:pt x="6" y="4"/>
                    </a:cubicBezTo>
                    <a:cubicBezTo>
                      <a:pt x="9" y="8"/>
                      <a:pt x="13" y="13"/>
                      <a:pt x="17" y="17"/>
                    </a:cubicBezTo>
                    <a:cubicBezTo>
                      <a:pt x="16" y="15"/>
                      <a:pt x="15" y="13"/>
                      <a:pt x="14" y="10"/>
                    </a:cubicBezTo>
                    <a:cubicBezTo>
                      <a:pt x="16" y="13"/>
                      <a:pt x="19" y="15"/>
                      <a:pt x="20" y="18"/>
                    </a:cubicBezTo>
                    <a:cubicBezTo>
                      <a:pt x="19" y="16"/>
                      <a:pt x="18" y="13"/>
                      <a:pt x="18" y="11"/>
                    </a:cubicBezTo>
                    <a:cubicBezTo>
                      <a:pt x="21" y="14"/>
                      <a:pt x="24" y="17"/>
                      <a:pt x="28" y="19"/>
                    </a:cubicBezTo>
                    <a:cubicBezTo>
                      <a:pt x="26" y="17"/>
                      <a:pt x="25" y="15"/>
                      <a:pt x="24" y="13"/>
                    </a:cubicBezTo>
                    <a:cubicBezTo>
                      <a:pt x="24" y="13"/>
                      <a:pt x="25" y="15"/>
                      <a:pt x="26" y="15"/>
                    </a:cubicBezTo>
                    <a:cubicBezTo>
                      <a:pt x="25" y="15"/>
                      <a:pt x="24" y="12"/>
                      <a:pt x="24" y="12"/>
                    </a:cubicBezTo>
                    <a:cubicBezTo>
                      <a:pt x="26" y="13"/>
                      <a:pt x="28" y="15"/>
                      <a:pt x="29" y="17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4" name="Freeform 772">
                <a:extLst>
                  <a:ext uri="{FF2B5EF4-FFF2-40B4-BE49-F238E27FC236}">
                    <a16:creationId xmlns:a16="http://schemas.microsoft.com/office/drawing/2014/main" id="{F2FC0375-2CD1-FA3B-99D2-D62024E12D1E}"/>
                  </a:ext>
                </a:extLst>
              </p:cNvPr>
              <p:cNvSpPr/>
              <p:nvPr/>
            </p:nvSpPr>
            <p:spPr bwMode="auto">
              <a:xfrm>
                <a:off x="7172126" y="7790890"/>
                <a:ext cx="152082" cy="101389"/>
              </a:xfrm>
              <a:custGeom>
                <a:avLst/>
                <a:gdLst>
                  <a:gd name="T0" fmla="*/ 0 w 14"/>
                  <a:gd name="T1" fmla="*/ 1 h 9"/>
                  <a:gd name="T2" fmla="*/ 5 w 14"/>
                  <a:gd name="T3" fmla="*/ 6 h 9"/>
                  <a:gd name="T4" fmla="*/ 4 w 14"/>
                  <a:gd name="T5" fmla="*/ 0 h 9"/>
                  <a:gd name="T6" fmla="*/ 9 w 14"/>
                  <a:gd name="T7" fmla="*/ 5 h 9"/>
                  <a:gd name="T8" fmla="*/ 8 w 14"/>
                  <a:gd name="T9" fmla="*/ 0 h 9"/>
                  <a:gd name="T10" fmla="*/ 12 w 14"/>
                  <a:gd name="T11" fmla="*/ 6 h 9"/>
                  <a:gd name="T12" fmla="*/ 11 w 14"/>
                  <a:gd name="T13" fmla="*/ 0 h 9"/>
                  <a:gd name="T14" fmla="*/ 14 w 14"/>
                  <a:gd name="T15" fmla="*/ 6 h 9"/>
                  <a:gd name="T16" fmla="*/ 13 w 14"/>
                  <a:gd name="T17" fmla="*/ 2 h 9"/>
                  <a:gd name="T18" fmla="*/ 13 w 14"/>
                  <a:gd name="T1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" h="9">
                    <a:moveTo>
                      <a:pt x="0" y="1"/>
                    </a:moveTo>
                    <a:cubicBezTo>
                      <a:pt x="1" y="3"/>
                      <a:pt x="3" y="5"/>
                      <a:pt x="5" y="6"/>
                    </a:cubicBezTo>
                    <a:cubicBezTo>
                      <a:pt x="4" y="4"/>
                      <a:pt x="5" y="2"/>
                      <a:pt x="4" y="0"/>
                    </a:cubicBezTo>
                    <a:cubicBezTo>
                      <a:pt x="6" y="2"/>
                      <a:pt x="7" y="3"/>
                      <a:pt x="9" y="5"/>
                    </a:cubicBezTo>
                    <a:cubicBezTo>
                      <a:pt x="8" y="3"/>
                      <a:pt x="8" y="1"/>
                      <a:pt x="8" y="0"/>
                    </a:cubicBezTo>
                    <a:cubicBezTo>
                      <a:pt x="9" y="1"/>
                      <a:pt x="11" y="5"/>
                      <a:pt x="12" y="6"/>
                    </a:cubicBezTo>
                    <a:cubicBezTo>
                      <a:pt x="12" y="4"/>
                      <a:pt x="11" y="2"/>
                      <a:pt x="11" y="0"/>
                    </a:cubicBezTo>
                    <a:cubicBezTo>
                      <a:pt x="12" y="2"/>
                      <a:pt x="13" y="4"/>
                      <a:pt x="14" y="6"/>
                    </a:cubicBezTo>
                    <a:cubicBezTo>
                      <a:pt x="14" y="5"/>
                      <a:pt x="13" y="3"/>
                      <a:pt x="13" y="2"/>
                    </a:cubicBezTo>
                    <a:cubicBezTo>
                      <a:pt x="14" y="5"/>
                      <a:pt x="13" y="7"/>
                      <a:pt x="13" y="9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5" name="Freeform 773">
                <a:extLst>
                  <a:ext uri="{FF2B5EF4-FFF2-40B4-BE49-F238E27FC236}">
                    <a16:creationId xmlns:a16="http://schemas.microsoft.com/office/drawing/2014/main" id="{4AA948EA-2AB3-3397-961A-CD1B577685A7}"/>
                  </a:ext>
                </a:extLst>
              </p:cNvPr>
              <p:cNvSpPr/>
              <p:nvPr/>
            </p:nvSpPr>
            <p:spPr bwMode="auto">
              <a:xfrm>
                <a:off x="7314994" y="7717152"/>
                <a:ext cx="129041" cy="142865"/>
              </a:xfrm>
              <a:custGeom>
                <a:avLst/>
                <a:gdLst>
                  <a:gd name="T0" fmla="*/ 0 w 12"/>
                  <a:gd name="T1" fmla="*/ 5 h 13"/>
                  <a:gd name="T2" fmla="*/ 2 w 12"/>
                  <a:gd name="T3" fmla="*/ 13 h 13"/>
                  <a:gd name="T4" fmla="*/ 2 w 12"/>
                  <a:gd name="T5" fmla="*/ 13 h 13"/>
                  <a:gd name="T6" fmla="*/ 2 w 12"/>
                  <a:gd name="T7" fmla="*/ 5 h 13"/>
                  <a:gd name="T8" fmla="*/ 3 w 12"/>
                  <a:gd name="T9" fmla="*/ 11 h 13"/>
                  <a:gd name="T10" fmla="*/ 3 w 12"/>
                  <a:gd name="T11" fmla="*/ 4 h 13"/>
                  <a:gd name="T12" fmla="*/ 5 w 12"/>
                  <a:gd name="T13" fmla="*/ 11 h 13"/>
                  <a:gd name="T14" fmla="*/ 5 w 12"/>
                  <a:gd name="T15" fmla="*/ 5 h 13"/>
                  <a:gd name="T16" fmla="*/ 7 w 12"/>
                  <a:gd name="T17" fmla="*/ 10 h 13"/>
                  <a:gd name="T18" fmla="*/ 6 w 12"/>
                  <a:gd name="T19" fmla="*/ 3 h 13"/>
                  <a:gd name="T20" fmla="*/ 8 w 12"/>
                  <a:gd name="T21" fmla="*/ 8 h 13"/>
                  <a:gd name="T22" fmla="*/ 8 w 12"/>
                  <a:gd name="T23" fmla="*/ 1 h 13"/>
                  <a:gd name="T24" fmla="*/ 10 w 12"/>
                  <a:gd name="T25" fmla="*/ 5 h 13"/>
                  <a:gd name="T26" fmla="*/ 10 w 12"/>
                  <a:gd name="T27" fmla="*/ 0 h 13"/>
                  <a:gd name="T28" fmla="*/ 12 w 12"/>
                  <a:gd name="T29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" h="13">
                    <a:moveTo>
                      <a:pt x="0" y="5"/>
                    </a:moveTo>
                    <a:cubicBezTo>
                      <a:pt x="0" y="6"/>
                      <a:pt x="1" y="10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0"/>
                      <a:pt x="2" y="7"/>
                      <a:pt x="2" y="5"/>
                    </a:cubicBezTo>
                    <a:cubicBezTo>
                      <a:pt x="2" y="7"/>
                      <a:pt x="3" y="9"/>
                      <a:pt x="3" y="11"/>
                    </a:cubicBezTo>
                    <a:cubicBezTo>
                      <a:pt x="3" y="9"/>
                      <a:pt x="3" y="7"/>
                      <a:pt x="3" y="4"/>
                    </a:cubicBezTo>
                    <a:cubicBezTo>
                      <a:pt x="4" y="7"/>
                      <a:pt x="5" y="9"/>
                      <a:pt x="5" y="11"/>
                    </a:cubicBezTo>
                    <a:cubicBezTo>
                      <a:pt x="5" y="9"/>
                      <a:pt x="5" y="7"/>
                      <a:pt x="5" y="5"/>
                    </a:cubicBezTo>
                    <a:cubicBezTo>
                      <a:pt x="6" y="6"/>
                      <a:pt x="6" y="8"/>
                      <a:pt x="7" y="10"/>
                    </a:cubicBezTo>
                    <a:cubicBezTo>
                      <a:pt x="6" y="8"/>
                      <a:pt x="6" y="5"/>
                      <a:pt x="6" y="3"/>
                    </a:cubicBezTo>
                    <a:cubicBezTo>
                      <a:pt x="6" y="4"/>
                      <a:pt x="8" y="8"/>
                      <a:pt x="8" y="8"/>
                    </a:cubicBezTo>
                    <a:cubicBezTo>
                      <a:pt x="8" y="6"/>
                      <a:pt x="8" y="3"/>
                      <a:pt x="8" y="1"/>
                    </a:cubicBezTo>
                    <a:cubicBezTo>
                      <a:pt x="8" y="2"/>
                      <a:pt x="9" y="4"/>
                      <a:pt x="10" y="5"/>
                    </a:cubicBezTo>
                    <a:cubicBezTo>
                      <a:pt x="10" y="5"/>
                      <a:pt x="10" y="1"/>
                      <a:pt x="10" y="0"/>
                    </a:cubicBezTo>
                    <a:cubicBezTo>
                      <a:pt x="10" y="1"/>
                      <a:pt x="12" y="8"/>
                      <a:pt x="12" y="5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6" name="Freeform 774">
                <a:extLst>
                  <a:ext uri="{FF2B5EF4-FFF2-40B4-BE49-F238E27FC236}">
                    <a16:creationId xmlns:a16="http://schemas.microsoft.com/office/drawing/2014/main" id="{02AB72D3-F179-7132-901C-07C2A04B9AC2}"/>
                  </a:ext>
                </a:extLst>
              </p:cNvPr>
              <p:cNvSpPr/>
              <p:nvPr/>
            </p:nvSpPr>
            <p:spPr bwMode="auto">
              <a:xfrm>
                <a:off x="7457859" y="7509767"/>
                <a:ext cx="64520" cy="248864"/>
              </a:xfrm>
              <a:custGeom>
                <a:avLst/>
                <a:gdLst>
                  <a:gd name="T0" fmla="*/ 0 w 6"/>
                  <a:gd name="T1" fmla="*/ 15 h 23"/>
                  <a:gd name="T2" fmla="*/ 2 w 6"/>
                  <a:gd name="T3" fmla="*/ 23 h 23"/>
                  <a:gd name="T4" fmla="*/ 1 w 6"/>
                  <a:gd name="T5" fmla="*/ 12 h 23"/>
                  <a:gd name="T6" fmla="*/ 3 w 6"/>
                  <a:gd name="T7" fmla="*/ 17 h 23"/>
                  <a:gd name="T8" fmla="*/ 2 w 6"/>
                  <a:gd name="T9" fmla="*/ 8 h 23"/>
                  <a:gd name="T10" fmla="*/ 3 w 6"/>
                  <a:gd name="T11" fmla="*/ 12 h 23"/>
                  <a:gd name="T12" fmla="*/ 3 w 6"/>
                  <a:gd name="T13" fmla="*/ 3 h 23"/>
                  <a:gd name="T14" fmla="*/ 5 w 6"/>
                  <a:gd name="T15" fmla="*/ 7 h 23"/>
                  <a:gd name="T16" fmla="*/ 5 w 6"/>
                  <a:gd name="T17" fmla="*/ 0 h 23"/>
                  <a:gd name="T18" fmla="*/ 6 w 6"/>
                  <a:gd name="T1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23">
                    <a:moveTo>
                      <a:pt x="0" y="15"/>
                    </a:moveTo>
                    <a:cubicBezTo>
                      <a:pt x="0" y="18"/>
                      <a:pt x="2" y="22"/>
                      <a:pt x="2" y="23"/>
                    </a:cubicBezTo>
                    <a:cubicBezTo>
                      <a:pt x="2" y="19"/>
                      <a:pt x="2" y="16"/>
                      <a:pt x="1" y="12"/>
                    </a:cubicBezTo>
                    <a:cubicBezTo>
                      <a:pt x="1" y="13"/>
                      <a:pt x="2" y="15"/>
                      <a:pt x="3" y="17"/>
                    </a:cubicBezTo>
                    <a:cubicBezTo>
                      <a:pt x="2" y="14"/>
                      <a:pt x="2" y="11"/>
                      <a:pt x="2" y="8"/>
                    </a:cubicBezTo>
                    <a:cubicBezTo>
                      <a:pt x="2" y="8"/>
                      <a:pt x="3" y="11"/>
                      <a:pt x="3" y="12"/>
                    </a:cubicBezTo>
                    <a:cubicBezTo>
                      <a:pt x="3" y="9"/>
                      <a:pt x="4" y="6"/>
                      <a:pt x="3" y="3"/>
                    </a:cubicBezTo>
                    <a:cubicBezTo>
                      <a:pt x="4" y="3"/>
                      <a:pt x="5" y="7"/>
                      <a:pt x="5" y="7"/>
                    </a:cubicBezTo>
                    <a:cubicBezTo>
                      <a:pt x="5" y="5"/>
                      <a:pt x="5" y="2"/>
                      <a:pt x="5" y="0"/>
                    </a:cubicBezTo>
                    <a:cubicBezTo>
                      <a:pt x="6" y="1"/>
                      <a:pt x="6" y="3"/>
                      <a:pt x="6" y="3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7" name="Freeform 775">
                <a:extLst>
                  <a:ext uri="{FF2B5EF4-FFF2-40B4-BE49-F238E27FC236}">
                    <a16:creationId xmlns:a16="http://schemas.microsoft.com/office/drawing/2014/main" id="{14167E7F-B7EA-3EDA-50FB-C673139EEE10}"/>
                  </a:ext>
                </a:extLst>
              </p:cNvPr>
              <p:cNvSpPr/>
              <p:nvPr/>
            </p:nvSpPr>
            <p:spPr bwMode="auto">
              <a:xfrm>
                <a:off x="7324211" y="7772455"/>
                <a:ext cx="119823" cy="96779"/>
              </a:xfrm>
              <a:custGeom>
                <a:avLst/>
                <a:gdLst>
                  <a:gd name="T0" fmla="*/ 0 w 11"/>
                  <a:gd name="T1" fmla="*/ 9 h 9"/>
                  <a:gd name="T2" fmla="*/ 10 w 11"/>
                  <a:gd name="T3" fmla="*/ 0 h 9"/>
                  <a:gd name="T4" fmla="*/ 9 w 11"/>
                  <a:gd name="T5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9">
                    <a:moveTo>
                      <a:pt x="0" y="9"/>
                    </a:moveTo>
                    <a:cubicBezTo>
                      <a:pt x="5" y="8"/>
                      <a:pt x="9" y="5"/>
                      <a:pt x="10" y="0"/>
                    </a:cubicBezTo>
                    <a:cubicBezTo>
                      <a:pt x="11" y="1"/>
                      <a:pt x="10" y="2"/>
                      <a:pt x="9" y="3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8" name="Freeform 794">
                <a:extLst>
                  <a:ext uri="{FF2B5EF4-FFF2-40B4-BE49-F238E27FC236}">
                    <a16:creationId xmlns:a16="http://schemas.microsoft.com/office/drawing/2014/main" id="{590B7784-04DD-4BFC-1CF7-9D145376C8C8}"/>
                  </a:ext>
                </a:extLst>
              </p:cNvPr>
              <p:cNvSpPr/>
              <p:nvPr/>
            </p:nvSpPr>
            <p:spPr bwMode="auto">
              <a:xfrm>
                <a:off x="7139867" y="7039690"/>
                <a:ext cx="55303" cy="294950"/>
              </a:xfrm>
              <a:custGeom>
                <a:avLst/>
                <a:gdLst>
                  <a:gd name="T0" fmla="*/ 4 w 5"/>
                  <a:gd name="T1" fmla="*/ 2 h 27"/>
                  <a:gd name="T2" fmla="*/ 3 w 5"/>
                  <a:gd name="T3" fmla="*/ 14 h 27"/>
                  <a:gd name="T4" fmla="*/ 1 w 5"/>
                  <a:gd name="T5" fmla="*/ 27 h 27"/>
                  <a:gd name="T6" fmla="*/ 5 w 5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27">
                    <a:moveTo>
                      <a:pt x="4" y="2"/>
                    </a:moveTo>
                    <a:cubicBezTo>
                      <a:pt x="3" y="6"/>
                      <a:pt x="3" y="10"/>
                      <a:pt x="3" y="14"/>
                    </a:cubicBezTo>
                    <a:cubicBezTo>
                      <a:pt x="2" y="18"/>
                      <a:pt x="0" y="23"/>
                      <a:pt x="1" y="27"/>
                    </a:cubicBezTo>
                    <a:cubicBezTo>
                      <a:pt x="0" y="18"/>
                      <a:pt x="5" y="9"/>
                      <a:pt x="5" y="0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69" name="Freeform 795">
                <a:extLst>
                  <a:ext uri="{FF2B5EF4-FFF2-40B4-BE49-F238E27FC236}">
                    <a16:creationId xmlns:a16="http://schemas.microsoft.com/office/drawing/2014/main" id="{60139506-B8AF-5946-A673-96B6346519C1}"/>
                  </a:ext>
                </a:extLst>
              </p:cNvPr>
              <p:cNvSpPr/>
              <p:nvPr/>
            </p:nvSpPr>
            <p:spPr bwMode="auto">
              <a:xfrm>
                <a:off x="6932479" y="7320813"/>
                <a:ext cx="511553" cy="78345"/>
              </a:xfrm>
              <a:custGeom>
                <a:avLst/>
                <a:gdLst>
                  <a:gd name="T0" fmla="*/ 0 w 47"/>
                  <a:gd name="T1" fmla="*/ 2 h 7"/>
                  <a:gd name="T2" fmla="*/ 27 w 47"/>
                  <a:gd name="T3" fmla="*/ 4 h 7"/>
                  <a:gd name="T4" fmla="*/ 47 w 47"/>
                  <a:gd name="T5" fmla="*/ 4 h 7"/>
                  <a:gd name="T6" fmla="*/ 1 w 47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7">
                    <a:moveTo>
                      <a:pt x="0" y="2"/>
                    </a:moveTo>
                    <a:cubicBezTo>
                      <a:pt x="2" y="4"/>
                      <a:pt x="22" y="4"/>
                      <a:pt x="27" y="4"/>
                    </a:cubicBezTo>
                    <a:cubicBezTo>
                      <a:pt x="34" y="4"/>
                      <a:pt x="41" y="4"/>
                      <a:pt x="47" y="4"/>
                    </a:cubicBezTo>
                    <a:cubicBezTo>
                      <a:pt x="34" y="4"/>
                      <a:pt x="12" y="7"/>
                      <a:pt x="1" y="0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70" name="Freeform 796">
                <a:extLst>
                  <a:ext uri="{FF2B5EF4-FFF2-40B4-BE49-F238E27FC236}">
                    <a16:creationId xmlns:a16="http://schemas.microsoft.com/office/drawing/2014/main" id="{718B45A4-CCB3-CBB7-FDE6-A542997027BF}"/>
                  </a:ext>
                </a:extLst>
              </p:cNvPr>
              <p:cNvSpPr/>
              <p:nvPr/>
            </p:nvSpPr>
            <p:spPr bwMode="auto">
              <a:xfrm>
                <a:off x="7139867" y="7025863"/>
                <a:ext cx="327209" cy="341036"/>
              </a:xfrm>
              <a:custGeom>
                <a:avLst/>
                <a:gdLst>
                  <a:gd name="T0" fmla="*/ 0 w 30"/>
                  <a:gd name="T1" fmla="*/ 0 h 31"/>
                  <a:gd name="T2" fmla="*/ 10 w 30"/>
                  <a:gd name="T3" fmla="*/ 3 h 31"/>
                  <a:gd name="T4" fmla="*/ 21 w 30"/>
                  <a:gd name="T5" fmla="*/ 10 h 31"/>
                  <a:gd name="T6" fmla="*/ 28 w 30"/>
                  <a:gd name="T7" fmla="*/ 31 h 31"/>
                  <a:gd name="T8" fmla="*/ 9 w 30"/>
                  <a:gd name="T9" fmla="*/ 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0" y="0"/>
                    </a:moveTo>
                    <a:cubicBezTo>
                      <a:pt x="1" y="2"/>
                      <a:pt x="7" y="2"/>
                      <a:pt x="10" y="3"/>
                    </a:cubicBezTo>
                    <a:cubicBezTo>
                      <a:pt x="14" y="4"/>
                      <a:pt x="17" y="7"/>
                      <a:pt x="21" y="10"/>
                    </a:cubicBezTo>
                    <a:cubicBezTo>
                      <a:pt x="26" y="16"/>
                      <a:pt x="28" y="24"/>
                      <a:pt x="28" y="31"/>
                    </a:cubicBezTo>
                    <a:cubicBezTo>
                      <a:pt x="30" y="18"/>
                      <a:pt x="21" y="5"/>
                      <a:pt x="9" y="1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71" name="Freeform 814">
                <a:extLst>
                  <a:ext uri="{FF2B5EF4-FFF2-40B4-BE49-F238E27FC236}">
                    <a16:creationId xmlns:a16="http://schemas.microsoft.com/office/drawing/2014/main" id="{1598B90D-E8A4-B0CE-D75E-02EF82527C8C}"/>
                  </a:ext>
                </a:extLst>
              </p:cNvPr>
              <p:cNvSpPr/>
              <p:nvPr/>
            </p:nvSpPr>
            <p:spPr bwMode="auto">
              <a:xfrm>
                <a:off x="7149085" y="6776999"/>
                <a:ext cx="55303" cy="225820"/>
              </a:xfrm>
              <a:custGeom>
                <a:avLst/>
                <a:gdLst>
                  <a:gd name="T0" fmla="*/ 0 w 5"/>
                  <a:gd name="T1" fmla="*/ 2 h 21"/>
                  <a:gd name="T2" fmla="*/ 3 w 5"/>
                  <a:gd name="T3" fmla="*/ 21 h 21"/>
                  <a:gd name="T4" fmla="*/ 3 w 5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21">
                    <a:moveTo>
                      <a:pt x="0" y="2"/>
                    </a:moveTo>
                    <a:cubicBezTo>
                      <a:pt x="5" y="4"/>
                      <a:pt x="2" y="16"/>
                      <a:pt x="3" y="21"/>
                    </a:cubicBezTo>
                    <a:cubicBezTo>
                      <a:pt x="4" y="14"/>
                      <a:pt x="3" y="7"/>
                      <a:pt x="3" y="0"/>
                    </a:cubicBezTo>
                  </a:path>
                </a:pathLst>
              </a:custGeom>
              <a:noFill/>
              <a:ln w="3175" cap="rnd">
                <a:solidFill>
                  <a:srgbClr val="666666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576072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1152144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728216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2304288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880360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3456432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4032504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4608576" algn="l" defTabSz="1152144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prstClr val="black"/>
                  </a:solidFill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</p:grp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25798BB7-4798-0A83-74E4-6B8A3F9F9C42}"/>
              </a:ext>
            </a:extLst>
          </p:cNvPr>
          <p:cNvSpPr txBox="1"/>
          <p:nvPr/>
        </p:nvSpPr>
        <p:spPr>
          <a:xfrm>
            <a:off x="751214" y="1582449"/>
            <a:ext cx="7409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Adam Tauman Kalai∗	Ofir Nachum</a:t>
            </a:r>
          </a:p>
          <a:p>
            <a:r>
              <a:rPr lang="en-US" altLang="zh-CN" sz="16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                 OpenAI 	       OpenAI</a:t>
            </a:r>
          </a:p>
        </p:txBody>
      </p:sp>
    </p:spTree>
    <p:extLst>
      <p:ext uri="{BB962C8B-B14F-4D97-AF65-F5344CB8AC3E}">
        <p14:creationId xmlns:p14="http://schemas.microsoft.com/office/powerpoint/2010/main" val="205368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42">
            <a:extLst>
              <a:ext uri="{FF2B5EF4-FFF2-40B4-BE49-F238E27FC236}">
                <a16:creationId xmlns:a16="http://schemas.microsoft.com/office/drawing/2014/main" id="{54351EA2-99D6-2E29-3F95-EFA3F4CCEF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279790" y="939272"/>
            <a:ext cx="2815946" cy="4979455"/>
            <a:chOff x="3610" y="1073"/>
            <a:chExt cx="833" cy="1473"/>
          </a:xfrm>
        </p:grpSpPr>
        <p:sp>
          <p:nvSpPr>
            <p:cNvPr id="5" name="Freeform 143">
              <a:extLst>
                <a:ext uri="{FF2B5EF4-FFF2-40B4-BE49-F238E27FC236}">
                  <a16:creationId xmlns:a16="http://schemas.microsoft.com/office/drawing/2014/main" id="{810E28E3-3CCD-A8D8-1D6F-758F225726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9" y="1452"/>
              <a:ext cx="301" cy="299"/>
            </a:xfrm>
            <a:custGeom>
              <a:avLst/>
              <a:gdLst>
                <a:gd name="T0" fmla="*/ 23 w 66"/>
                <a:gd name="T1" fmla="*/ 2 h 66"/>
                <a:gd name="T2" fmla="*/ 31 w 66"/>
                <a:gd name="T3" fmla="*/ 0 h 66"/>
                <a:gd name="T4" fmla="*/ 41 w 66"/>
                <a:gd name="T5" fmla="*/ 1 h 66"/>
                <a:gd name="T6" fmla="*/ 47 w 66"/>
                <a:gd name="T7" fmla="*/ 3 h 66"/>
                <a:gd name="T8" fmla="*/ 53 w 66"/>
                <a:gd name="T9" fmla="*/ 7 h 66"/>
                <a:gd name="T10" fmla="*/ 58 w 66"/>
                <a:gd name="T11" fmla="*/ 12 h 66"/>
                <a:gd name="T12" fmla="*/ 62 w 66"/>
                <a:gd name="T13" fmla="*/ 19 h 66"/>
                <a:gd name="T14" fmla="*/ 65 w 66"/>
                <a:gd name="T15" fmla="*/ 27 h 66"/>
                <a:gd name="T16" fmla="*/ 66 w 66"/>
                <a:gd name="T17" fmla="*/ 36 h 66"/>
                <a:gd name="T18" fmla="*/ 60 w 66"/>
                <a:gd name="T19" fmla="*/ 53 h 66"/>
                <a:gd name="T20" fmla="*/ 44 w 66"/>
                <a:gd name="T21" fmla="*/ 63 h 66"/>
                <a:gd name="T22" fmla="*/ 8 w 66"/>
                <a:gd name="T23" fmla="*/ 55 h 66"/>
                <a:gd name="T24" fmla="*/ 0 w 66"/>
                <a:gd name="T25" fmla="*/ 39 h 66"/>
                <a:gd name="T26" fmla="*/ 1 w 66"/>
                <a:gd name="T27" fmla="*/ 23 h 66"/>
                <a:gd name="T28" fmla="*/ 8 w 66"/>
                <a:gd name="T29" fmla="*/ 12 h 66"/>
                <a:gd name="T30" fmla="*/ 15 w 66"/>
                <a:gd name="T31" fmla="*/ 5 h 66"/>
                <a:gd name="T32" fmla="*/ 23 w 66"/>
                <a:gd name="T33" fmla="*/ 2 h 66"/>
                <a:gd name="T34" fmla="*/ 23 w 66"/>
                <a:gd name="T35" fmla="*/ 3 h 66"/>
                <a:gd name="T36" fmla="*/ 16 w 66"/>
                <a:gd name="T37" fmla="*/ 6 h 66"/>
                <a:gd name="T38" fmla="*/ 5 w 66"/>
                <a:gd name="T39" fmla="*/ 24 h 66"/>
                <a:gd name="T40" fmla="*/ 5 w 66"/>
                <a:gd name="T41" fmla="*/ 38 h 66"/>
                <a:gd name="T42" fmla="*/ 11 w 66"/>
                <a:gd name="T43" fmla="*/ 52 h 66"/>
                <a:gd name="T44" fmla="*/ 43 w 66"/>
                <a:gd name="T45" fmla="*/ 60 h 66"/>
                <a:gd name="T46" fmla="*/ 59 w 66"/>
                <a:gd name="T47" fmla="*/ 52 h 66"/>
                <a:gd name="T48" fmla="*/ 63 w 66"/>
                <a:gd name="T49" fmla="*/ 36 h 66"/>
                <a:gd name="T50" fmla="*/ 62 w 66"/>
                <a:gd name="T51" fmla="*/ 28 h 66"/>
                <a:gd name="T52" fmla="*/ 59 w 66"/>
                <a:gd name="T53" fmla="*/ 21 h 66"/>
                <a:gd name="T54" fmla="*/ 55 w 66"/>
                <a:gd name="T55" fmla="*/ 15 h 66"/>
                <a:gd name="T56" fmla="*/ 51 w 66"/>
                <a:gd name="T57" fmla="*/ 9 h 66"/>
                <a:gd name="T58" fmla="*/ 46 w 66"/>
                <a:gd name="T59" fmla="*/ 6 h 66"/>
                <a:gd name="T60" fmla="*/ 41 w 66"/>
                <a:gd name="T61" fmla="*/ 3 h 66"/>
                <a:gd name="T62" fmla="*/ 31 w 66"/>
                <a:gd name="T63" fmla="*/ 1 h 66"/>
                <a:gd name="T64" fmla="*/ 23 w 66"/>
                <a:gd name="T65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6" h="66">
                  <a:moveTo>
                    <a:pt x="23" y="2"/>
                  </a:moveTo>
                  <a:cubicBezTo>
                    <a:pt x="23" y="2"/>
                    <a:pt x="26" y="1"/>
                    <a:pt x="31" y="0"/>
                  </a:cubicBezTo>
                  <a:cubicBezTo>
                    <a:pt x="34" y="1"/>
                    <a:pt x="38" y="0"/>
                    <a:pt x="41" y="1"/>
                  </a:cubicBezTo>
                  <a:cubicBezTo>
                    <a:pt x="43" y="2"/>
                    <a:pt x="45" y="2"/>
                    <a:pt x="47" y="3"/>
                  </a:cubicBezTo>
                  <a:cubicBezTo>
                    <a:pt x="49" y="4"/>
                    <a:pt x="51" y="5"/>
                    <a:pt x="53" y="7"/>
                  </a:cubicBezTo>
                  <a:cubicBezTo>
                    <a:pt x="55" y="8"/>
                    <a:pt x="57" y="10"/>
                    <a:pt x="58" y="12"/>
                  </a:cubicBezTo>
                  <a:cubicBezTo>
                    <a:pt x="60" y="14"/>
                    <a:pt x="61" y="17"/>
                    <a:pt x="62" y="19"/>
                  </a:cubicBezTo>
                  <a:cubicBezTo>
                    <a:pt x="64" y="22"/>
                    <a:pt x="64" y="25"/>
                    <a:pt x="65" y="27"/>
                  </a:cubicBezTo>
                  <a:cubicBezTo>
                    <a:pt x="66" y="30"/>
                    <a:pt x="66" y="33"/>
                    <a:pt x="66" y="36"/>
                  </a:cubicBezTo>
                  <a:cubicBezTo>
                    <a:pt x="66" y="42"/>
                    <a:pt x="64" y="48"/>
                    <a:pt x="60" y="53"/>
                  </a:cubicBezTo>
                  <a:cubicBezTo>
                    <a:pt x="56" y="58"/>
                    <a:pt x="50" y="61"/>
                    <a:pt x="44" y="63"/>
                  </a:cubicBezTo>
                  <a:cubicBezTo>
                    <a:pt x="32" y="66"/>
                    <a:pt x="17" y="64"/>
                    <a:pt x="8" y="55"/>
                  </a:cubicBezTo>
                  <a:cubicBezTo>
                    <a:pt x="3" y="51"/>
                    <a:pt x="1" y="44"/>
                    <a:pt x="0" y="39"/>
                  </a:cubicBezTo>
                  <a:cubicBezTo>
                    <a:pt x="0" y="33"/>
                    <a:pt x="0" y="28"/>
                    <a:pt x="1" y="23"/>
                  </a:cubicBezTo>
                  <a:cubicBezTo>
                    <a:pt x="3" y="19"/>
                    <a:pt x="5" y="15"/>
                    <a:pt x="8" y="12"/>
                  </a:cubicBezTo>
                  <a:cubicBezTo>
                    <a:pt x="10" y="9"/>
                    <a:pt x="13" y="7"/>
                    <a:pt x="15" y="5"/>
                  </a:cubicBezTo>
                  <a:cubicBezTo>
                    <a:pt x="20" y="3"/>
                    <a:pt x="23" y="2"/>
                    <a:pt x="23" y="2"/>
                  </a:cubicBezTo>
                  <a:close/>
                  <a:moveTo>
                    <a:pt x="23" y="3"/>
                  </a:moveTo>
                  <a:cubicBezTo>
                    <a:pt x="23" y="3"/>
                    <a:pt x="20" y="3"/>
                    <a:pt x="16" y="6"/>
                  </a:cubicBezTo>
                  <a:cubicBezTo>
                    <a:pt x="11" y="9"/>
                    <a:pt x="6" y="16"/>
                    <a:pt x="5" y="24"/>
                  </a:cubicBezTo>
                  <a:cubicBezTo>
                    <a:pt x="4" y="29"/>
                    <a:pt x="4" y="33"/>
                    <a:pt x="5" y="38"/>
                  </a:cubicBezTo>
                  <a:cubicBezTo>
                    <a:pt x="6" y="43"/>
                    <a:pt x="7" y="48"/>
                    <a:pt x="11" y="52"/>
                  </a:cubicBezTo>
                  <a:cubicBezTo>
                    <a:pt x="19" y="59"/>
                    <a:pt x="32" y="62"/>
                    <a:pt x="43" y="60"/>
                  </a:cubicBezTo>
                  <a:cubicBezTo>
                    <a:pt x="49" y="59"/>
                    <a:pt x="55" y="57"/>
                    <a:pt x="59" y="52"/>
                  </a:cubicBezTo>
                  <a:cubicBezTo>
                    <a:pt x="63" y="48"/>
                    <a:pt x="64" y="42"/>
                    <a:pt x="63" y="36"/>
                  </a:cubicBezTo>
                  <a:cubicBezTo>
                    <a:pt x="63" y="33"/>
                    <a:pt x="63" y="31"/>
                    <a:pt x="62" y="28"/>
                  </a:cubicBezTo>
                  <a:cubicBezTo>
                    <a:pt x="61" y="26"/>
                    <a:pt x="60" y="23"/>
                    <a:pt x="59" y="21"/>
                  </a:cubicBezTo>
                  <a:cubicBezTo>
                    <a:pt x="58" y="19"/>
                    <a:pt x="57" y="16"/>
                    <a:pt x="55" y="15"/>
                  </a:cubicBezTo>
                  <a:cubicBezTo>
                    <a:pt x="54" y="13"/>
                    <a:pt x="52" y="11"/>
                    <a:pt x="51" y="9"/>
                  </a:cubicBezTo>
                  <a:cubicBezTo>
                    <a:pt x="49" y="8"/>
                    <a:pt x="47" y="7"/>
                    <a:pt x="46" y="6"/>
                  </a:cubicBezTo>
                  <a:cubicBezTo>
                    <a:pt x="44" y="5"/>
                    <a:pt x="42" y="4"/>
                    <a:pt x="41" y="3"/>
                  </a:cubicBezTo>
                  <a:cubicBezTo>
                    <a:pt x="37" y="2"/>
                    <a:pt x="34" y="2"/>
                    <a:pt x="31" y="1"/>
                  </a:cubicBezTo>
                  <a:cubicBezTo>
                    <a:pt x="26" y="2"/>
                    <a:pt x="23" y="3"/>
                    <a:pt x="23" y="3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" name="Freeform 144">
              <a:extLst>
                <a:ext uri="{FF2B5EF4-FFF2-40B4-BE49-F238E27FC236}">
                  <a16:creationId xmlns:a16="http://schemas.microsoft.com/office/drawing/2014/main" id="{A2B0F590-82EA-5BD2-125A-B1AF211096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0" y="1493"/>
              <a:ext cx="219" cy="217"/>
            </a:xfrm>
            <a:custGeom>
              <a:avLst/>
              <a:gdLst>
                <a:gd name="T0" fmla="*/ 17 w 48"/>
                <a:gd name="T1" fmla="*/ 2 h 48"/>
                <a:gd name="T2" fmla="*/ 23 w 48"/>
                <a:gd name="T3" fmla="*/ 0 h 48"/>
                <a:gd name="T4" fmla="*/ 30 w 48"/>
                <a:gd name="T5" fmla="*/ 1 h 48"/>
                <a:gd name="T6" fmla="*/ 35 w 48"/>
                <a:gd name="T7" fmla="*/ 2 h 48"/>
                <a:gd name="T8" fmla="*/ 39 w 48"/>
                <a:gd name="T9" fmla="*/ 5 h 48"/>
                <a:gd name="T10" fmla="*/ 46 w 48"/>
                <a:gd name="T11" fmla="*/ 14 h 48"/>
                <a:gd name="T12" fmla="*/ 48 w 48"/>
                <a:gd name="T13" fmla="*/ 26 h 48"/>
                <a:gd name="T14" fmla="*/ 43 w 48"/>
                <a:gd name="T15" fmla="*/ 38 h 48"/>
                <a:gd name="T16" fmla="*/ 32 w 48"/>
                <a:gd name="T17" fmla="*/ 45 h 48"/>
                <a:gd name="T18" fmla="*/ 6 w 48"/>
                <a:gd name="T19" fmla="*/ 40 h 48"/>
                <a:gd name="T20" fmla="*/ 5 w 48"/>
                <a:gd name="T21" fmla="*/ 39 h 48"/>
                <a:gd name="T22" fmla="*/ 4 w 48"/>
                <a:gd name="T23" fmla="*/ 37 h 48"/>
                <a:gd name="T24" fmla="*/ 2 w 48"/>
                <a:gd name="T25" fmla="*/ 34 h 48"/>
                <a:gd name="T26" fmla="*/ 1 w 48"/>
                <a:gd name="T27" fmla="*/ 28 h 48"/>
                <a:gd name="T28" fmla="*/ 1 w 48"/>
                <a:gd name="T29" fmla="*/ 17 h 48"/>
                <a:gd name="T30" fmla="*/ 3 w 48"/>
                <a:gd name="T31" fmla="*/ 12 h 48"/>
                <a:gd name="T32" fmla="*/ 6 w 48"/>
                <a:gd name="T33" fmla="*/ 9 h 48"/>
                <a:gd name="T34" fmla="*/ 12 w 48"/>
                <a:gd name="T35" fmla="*/ 4 h 48"/>
                <a:gd name="T36" fmla="*/ 17 w 48"/>
                <a:gd name="T37" fmla="*/ 2 h 48"/>
                <a:gd name="T38" fmla="*/ 17 w 48"/>
                <a:gd name="T39" fmla="*/ 2 h 48"/>
                <a:gd name="T40" fmla="*/ 12 w 48"/>
                <a:gd name="T41" fmla="*/ 5 h 48"/>
                <a:gd name="T42" fmla="*/ 8 w 48"/>
                <a:gd name="T43" fmla="*/ 10 h 48"/>
                <a:gd name="T44" fmla="*/ 6 w 48"/>
                <a:gd name="T45" fmla="*/ 13 h 48"/>
                <a:gd name="T46" fmla="*/ 5 w 48"/>
                <a:gd name="T47" fmla="*/ 18 h 48"/>
                <a:gd name="T48" fmla="*/ 5 w 48"/>
                <a:gd name="T49" fmla="*/ 27 h 48"/>
                <a:gd name="T50" fmla="*/ 6 w 48"/>
                <a:gd name="T51" fmla="*/ 32 h 48"/>
                <a:gd name="T52" fmla="*/ 8 w 48"/>
                <a:gd name="T53" fmla="*/ 35 h 48"/>
                <a:gd name="T54" fmla="*/ 8 w 48"/>
                <a:gd name="T55" fmla="*/ 36 h 48"/>
                <a:gd name="T56" fmla="*/ 9 w 48"/>
                <a:gd name="T57" fmla="*/ 37 h 48"/>
                <a:gd name="T58" fmla="*/ 32 w 48"/>
                <a:gd name="T59" fmla="*/ 43 h 48"/>
                <a:gd name="T60" fmla="*/ 42 w 48"/>
                <a:gd name="T61" fmla="*/ 37 h 48"/>
                <a:gd name="T62" fmla="*/ 46 w 48"/>
                <a:gd name="T63" fmla="*/ 26 h 48"/>
                <a:gd name="T64" fmla="*/ 42 w 48"/>
                <a:gd name="T65" fmla="*/ 15 h 48"/>
                <a:gd name="T66" fmla="*/ 37 w 48"/>
                <a:gd name="T67" fmla="*/ 7 h 48"/>
                <a:gd name="T68" fmla="*/ 33 w 48"/>
                <a:gd name="T69" fmla="*/ 5 h 48"/>
                <a:gd name="T70" fmla="*/ 30 w 48"/>
                <a:gd name="T71" fmla="*/ 3 h 48"/>
                <a:gd name="T72" fmla="*/ 23 w 48"/>
                <a:gd name="T73" fmla="*/ 1 h 48"/>
                <a:gd name="T74" fmla="*/ 17 w 48"/>
                <a:gd name="T75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" h="48">
                  <a:moveTo>
                    <a:pt x="17" y="2"/>
                  </a:moveTo>
                  <a:cubicBezTo>
                    <a:pt x="17" y="2"/>
                    <a:pt x="19" y="1"/>
                    <a:pt x="23" y="0"/>
                  </a:cubicBezTo>
                  <a:cubicBezTo>
                    <a:pt x="25" y="1"/>
                    <a:pt x="28" y="0"/>
                    <a:pt x="30" y="1"/>
                  </a:cubicBezTo>
                  <a:cubicBezTo>
                    <a:pt x="32" y="1"/>
                    <a:pt x="33" y="2"/>
                    <a:pt x="35" y="2"/>
                  </a:cubicBezTo>
                  <a:cubicBezTo>
                    <a:pt x="36" y="3"/>
                    <a:pt x="37" y="4"/>
                    <a:pt x="39" y="5"/>
                  </a:cubicBezTo>
                  <a:cubicBezTo>
                    <a:pt x="42" y="7"/>
                    <a:pt x="44" y="10"/>
                    <a:pt x="46" y="14"/>
                  </a:cubicBezTo>
                  <a:cubicBezTo>
                    <a:pt x="47" y="17"/>
                    <a:pt x="48" y="22"/>
                    <a:pt x="48" y="26"/>
                  </a:cubicBezTo>
                  <a:cubicBezTo>
                    <a:pt x="48" y="30"/>
                    <a:pt x="46" y="35"/>
                    <a:pt x="43" y="38"/>
                  </a:cubicBezTo>
                  <a:cubicBezTo>
                    <a:pt x="41" y="41"/>
                    <a:pt x="36" y="44"/>
                    <a:pt x="32" y="45"/>
                  </a:cubicBezTo>
                  <a:cubicBezTo>
                    <a:pt x="23" y="48"/>
                    <a:pt x="13" y="46"/>
                    <a:pt x="6" y="40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4" y="38"/>
                    <a:pt x="4" y="38"/>
                    <a:pt x="4" y="37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2"/>
                    <a:pt x="1" y="30"/>
                    <a:pt x="1" y="28"/>
                  </a:cubicBezTo>
                  <a:cubicBezTo>
                    <a:pt x="0" y="24"/>
                    <a:pt x="0" y="20"/>
                    <a:pt x="1" y="17"/>
                  </a:cubicBezTo>
                  <a:cubicBezTo>
                    <a:pt x="2" y="15"/>
                    <a:pt x="3" y="14"/>
                    <a:pt x="3" y="12"/>
                  </a:cubicBezTo>
                  <a:cubicBezTo>
                    <a:pt x="4" y="11"/>
                    <a:pt x="5" y="10"/>
                    <a:pt x="6" y="9"/>
                  </a:cubicBezTo>
                  <a:cubicBezTo>
                    <a:pt x="8" y="7"/>
                    <a:pt x="10" y="5"/>
                    <a:pt x="12" y="4"/>
                  </a:cubicBezTo>
                  <a:cubicBezTo>
                    <a:pt x="15" y="3"/>
                    <a:pt x="17" y="2"/>
                    <a:pt x="17" y="2"/>
                  </a:cubicBezTo>
                  <a:close/>
                  <a:moveTo>
                    <a:pt x="17" y="2"/>
                  </a:moveTo>
                  <a:cubicBezTo>
                    <a:pt x="17" y="2"/>
                    <a:pt x="15" y="3"/>
                    <a:pt x="12" y="5"/>
                  </a:cubicBezTo>
                  <a:cubicBezTo>
                    <a:pt x="11" y="6"/>
                    <a:pt x="9" y="8"/>
                    <a:pt x="8" y="10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6" y="15"/>
                    <a:pt x="5" y="16"/>
                    <a:pt x="5" y="18"/>
                  </a:cubicBezTo>
                  <a:cubicBezTo>
                    <a:pt x="5" y="21"/>
                    <a:pt x="5" y="24"/>
                    <a:pt x="5" y="27"/>
                  </a:cubicBezTo>
                  <a:cubicBezTo>
                    <a:pt x="5" y="29"/>
                    <a:pt x="6" y="30"/>
                    <a:pt x="6" y="32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9" y="36"/>
                    <a:pt x="8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4" y="42"/>
                    <a:pt x="23" y="44"/>
                    <a:pt x="32" y="43"/>
                  </a:cubicBezTo>
                  <a:cubicBezTo>
                    <a:pt x="36" y="42"/>
                    <a:pt x="40" y="40"/>
                    <a:pt x="42" y="37"/>
                  </a:cubicBezTo>
                  <a:cubicBezTo>
                    <a:pt x="45" y="34"/>
                    <a:pt x="46" y="30"/>
                    <a:pt x="46" y="26"/>
                  </a:cubicBezTo>
                  <a:cubicBezTo>
                    <a:pt x="45" y="22"/>
                    <a:pt x="44" y="18"/>
                    <a:pt x="42" y="15"/>
                  </a:cubicBezTo>
                  <a:cubicBezTo>
                    <a:pt x="41" y="12"/>
                    <a:pt x="39" y="10"/>
                    <a:pt x="37" y="7"/>
                  </a:cubicBezTo>
                  <a:cubicBezTo>
                    <a:pt x="35" y="6"/>
                    <a:pt x="34" y="5"/>
                    <a:pt x="33" y="5"/>
                  </a:cubicBezTo>
                  <a:cubicBezTo>
                    <a:pt x="32" y="4"/>
                    <a:pt x="31" y="3"/>
                    <a:pt x="30" y="3"/>
                  </a:cubicBezTo>
                  <a:cubicBezTo>
                    <a:pt x="27" y="2"/>
                    <a:pt x="25" y="2"/>
                    <a:pt x="23" y="1"/>
                  </a:cubicBezTo>
                  <a:cubicBezTo>
                    <a:pt x="19" y="2"/>
                    <a:pt x="17" y="2"/>
                    <a:pt x="17" y="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7" name="Freeform 145">
              <a:extLst>
                <a:ext uri="{FF2B5EF4-FFF2-40B4-BE49-F238E27FC236}">
                  <a16:creationId xmlns:a16="http://schemas.microsoft.com/office/drawing/2014/main" id="{9A325641-E380-10CD-A757-C78B0A149E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4" y="1078"/>
              <a:ext cx="400" cy="1156"/>
            </a:xfrm>
            <a:custGeom>
              <a:avLst/>
              <a:gdLst>
                <a:gd name="T0" fmla="*/ 1 w 88"/>
                <a:gd name="T1" fmla="*/ 127 h 256"/>
                <a:gd name="T2" fmla="*/ 0 w 88"/>
                <a:gd name="T3" fmla="*/ 133 h 256"/>
                <a:gd name="T4" fmla="*/ 1 w 88"/>
                <a:gd name="T5" fmla="*/ 151 h 256"/>
                <a:gd name="T6" fmla="*/ 15 w 88"/>
                <a:gd name="T7" fmla="*/ 211 h 256"/>
                <a:gd name="T8" fmla="*/ 23 w 88"/>
                <a:gd name="T9" fmla="*/ 230 h 256"/>
                <a:gd name="T10" fmla="*/ 36 w 88"/>
                <a:gd name="T11" fmla="*/ 246 h 256"/>
                <a:gd name="T12" fmla="*/ 55 w 88"/>
                <a:gd name="T13" fmla="*/ 247 h 256"/>
                <a:gd name="T14" fmla="*/ 68 w 88"/>
                <a:gd name="T15" fmla="*/ 229 h 256"/>
                <a:gd name="T16" fmla="*/ 82 w 88"/>
                <a:gd name="T17" fmla="*/ 181 h 256"/>
                <a:gd name="T18" fmla="*/ 86 w 88"/>
                <a:gd name="T19" fmla="*/ 130 h 256"/>
                <a:gd name="T20" fmla="*/ 78 w 88"/>
                <a:gd name="T21" fmla="*/ 79 h 256"/>
                <a:gd name="T22" fmla="*/ 64 w 88"/>
                <a:gd name="T23" fmla="*/ 31 h 256"/>
                <a:gd name="T24" fmla="*/ 54 w 88"/>
                <a:gd name="T25" fmla="*/ 10 h 256"/>
                <a:gd name="T26" fmla="*/ 46 w 88"/>
                <a:gd name="T27" fmla="*/ 4 h 256"/>
                <a:gd name="T28" fmla="*/ 45 w 88"/>
                <a:gd name="T29" fmla="*/ 4 h 256"/>
                <a:gd name="T30" fmla="*/ 44 w 88"/>
                <a:gd name="T31" fmla="*/ 4 h 256"/>
                <a:gd name="T32" fmla="*/ 41 w 88"/>
                <a:gd name="T33" fmla="*/ 5 h 256"/>
                <a:gd name="T34" fmla="*/ 37 w 88"/>
                <a:gd name="T35" fmla="*/ 7 h 256"/>
                <a:gd name="T36" fmla="*/ 18 w 88"/>
                <a:gd name="T37" fmla="*/ 42 h 256"/>
                <a:gd name="T38" fmla="*/ 3 w 88"/>
                <a:gd name="T39" fmla="*/ 103 h 256"/>
                <a:gd name="T40" fmla="*/ 1 w 88"/>
                <a:gd name="T41" fmla="*/ 127 h 256"/>
                <a:gd name="T42" fmla="*/ 0 w 88"/>
                <a:gd name="T43" fmla="*/ 127 h 256"/>
                <a:gd name="T44" fmla="*/ 2 w 88"/>
                <a:gd name="T45" fmla="*/ 103 h 256"/>
                <a:gd name="T46" fmla="*/ 15 w 88"/>
                <a:gd name="T47" fmla="*/ 41 h 256"/>
                <a:gd name="T48" fmla="*/ 35 w 88"/>
                <a:gd name="T49" fmla="*/ 4 h 256"/>
                <a:gd name="T50" fmla="*/ 40 w 88"/>
                <a:gd name="T51" fmla="*/ 0 h 256"/>
                <a:gd name="T52" fmla="*/ 43 w 88"/>
                <a:gd name="T53" fmla="*/ 0 h 256"/>
                <a:gd name="T54" fmla="*/ 45 w 88"/>
                <a:gd name="T55" fmla="*/ 0 h 256"/>
                <a:gd name="T56" fmla="*/ 47 w 88"/>
                <a:gd name="T57" fmla="*/ 0 h 256"/>
                <a:gd name="T58" fmla="*/ 57 w 88"/>
                <a:gd name="T59" fmla="*/ 8 h 256"/>
                <a:gd name="T60" fmla="*/ 68 w 88"/>
                <a:gd name="T61" fmla="*/ 29 h 256"/>
                <a:gd name="T62" fmla="*/ 82 w 88"/>
                <a:gd name="T63" fmla="*/ 78 h 256"/>
                <a:gd name="T64" fmla="*/ 88 w 88"/>
                <a:gd name="T65" fmla="*/ 129 h 256"/>
                <a:gd name="T66" fmla="*/ 83 w 88"/>
                <a:gd name="T67" fmla="*/ 181 h 256"/>
                <a:gd name="T68" fmla="*/ 71 w 88"/>
                <a:gd name="T69" fmla="*/ 230 h 256"/>
                <a:gd name="T70" fmla="*/ 57 w 88"/>
                <a:gd name="T71" fmla="*/ 250 h 256"/>
                <a:gd name="T72" fmla="*/ 34 w 88"/>
                <a:gd name="T73" fmla="*/ 249 h 256"/>
                <a:gd name="T74" fmla="*/ 20 w 88"/>
                <a:gd name="T75" fmla="*/ 231 h 256"/>
                <a:gd name="T76" fmla="*/ 12 w 88"/>
                <a:gd name="T77" fmla="*/ 213 h 256"/>
                <a:gd name="T78" fmla="*/ 0 w 88"/>
                <a:gd name="T79" fmla="*/ 151 h 256"/>
                <a:gd name="T80" fmla="*/ 0 w 88"/>
                <a:gd name="T81" fmla="*/ 133 h 256"/>
                <a:gd name="T82" fmla="*/ 0 w 88"/>
                <a:gd name="T83" fmla="*/ 127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" h="256">
                  <a:moveTo>
                    <a:pt x="1" y="127"/>
                  </a:moveTo>
                  <a:cubicBezTo>
                    <a:pt x="1" y="127"/>
                    <a:pt x="0" y="129"/>
                    <a:pt x="0" y="133"/>
                  </a:cubicBezTo>
                  <a:cubicBezTo>
                    <a:pt x="0" y="137"/>
                    <a:pt x="0" y="143"/>
                    <a:pt x="1" y="151"/>
                  </a:cubicBezTo>
                  <a:cubicBezTo>
                    <a:pt x="2" y="166"/>
                    <a:pt x="6" y="187"/>
                    <a:pt x="15" y="211"/>
                  </a:cubicBezTo>
                  <a:cubicBezTo>
                    <a:pt x="17" y="217"/>
                    <a:pt x="20" y="224"/>
                    <a:pt x="23" y="230"/>
                  </a:cubicBezTo>
                  <a:cubicBezTo>
                    <a:pt x="26" y="235"/>
                    <a:pt x="30" y="242"/>
                    <a:pt x="36" y="246"/>
                  </a:cubicBezTo>
                  <a:cubicBezTo>
                    <a:pt x="42" y="250"/>
                    <a:pt x="49" y="252"/>
                    <a:pt x="55" y="247"/>
                  </a:cubicBezTo>
                  <a:cubicBezTo>
                    <a:pt x="61" y="243"/>
                    <a:pt x="65" y="236"/>
                    <a:pt x="68" y="229"/>
                  </a:cubicBezTo>
                  <a:cubicBezTo>
                    <a:pt x="75" y="214"/>
                    <a:pt x="79" y="198"/>
                    <a:pt x="82" y="181"/>
                  </a:cubicBezTo>
                  <a:cubicBezTo>
                    <a:pt x="85" y="164"/>
                    <a:pt x="86" y="147"/>
                    <a:pt x="86" y="130"/>
                  </a:cubicBezTo>
                  <a:cubicBezTo>
                    <a:pt x="84" y="112"/>
                    <a:pt x="82" y="95"/>
                    <a:pt x="78" y="79"/>
                  </a:cubicBezTo>
                  <a:cubicBezTo>
                    <a:pt x="74" y="62"/>
                    <a:pt x="70" y="46"/>
                    <a:pt x="64" y="31"/>
                  </a:cubicBezTo>
                  <a:cubicBezTo>
                    <a:pt x="61" y="24"/>
                    <a:pt x="58" y="16"/>
                    <a:pt x="54" y="10"/>
                  </a:cubicBezTo>
                  <a:cubicBezTo>
                    <a:pt x="51" y="7"/>
                    <a:pt x="49" y="5"/>
                    <a:pt x="46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4"/>
                    <a:pt x="44" y="4"/>
                    <a:pt x="44" y="4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0" y="5"/>
                    <a:pt x="39" y="6"/>
                    <a:pt x="37" y="7"/>
                  </a:cubicBezTo>
                  <a:cubicBezTo>
                    <a:pt x="27" y="17"/>
                    <a:pt x="22" y="31"/>
                    <a:pt x="18" y="42"/>
                  </a:cubicBezTo>
                  <a:cubicBezTo>
                    <a:pt x="10" y="67"/>
                    <a:pt x="6" y="88"/>
                    <a:pt x="3" y="103"/>
                  </a:cubicBezTo>
                  <a:cubicBezTo>
                    <a:pt x="1" y="118"/>
                    <a:pt x="1" y="127"/>
                    <a:pt x="1" y="127"/>
                  </a:cubicBezTo>
                  <a:close/>
                  <a:moveTo>
                    <a:pt x="0" y="127"/>
                  </a:moveTo>
                  <a:cubicBezTo>
                    <a:pt x="0" y="127"/>
                    <a:pt x="1" y="118"/>
                    <a:pt x="2" y="103"/>
                  </a:cubicBezTo>
                  <a:cubicBezTo>
                    <a:pt x="4" y="88"/>
                    <a:pt x="7" y="66"/>
                    <a:pt x="15" y="41"/>
                  </a:cubicBezTo>
                  <a:cubicBezTo>
                    <a:pt x="19" y="29"/>
                    <a:pt x="23" y="15"/>
                    <a:pt x="35" y="4"/>
                  </a:cubicBezTo>
                  <a:cubicBezTo>
                    <a:pt x="36" y="2"/>
                    <a:pt x="38" y="1"/>
                    <a:pt x="4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2" y="1"/>
                    <a:pt x="55" y="4"/>
                    <a:pt x="57" y="8"/>
                  </a:cubicBezTo>
                  <a:cubicBezTo>
                    <a:pt x="62" y="14"/>
                    <a:pt x="65" y="22"/>
                    <a:pt x="68" y="29"/>
                  </a:cubicBezTo>
                  <a:cubicBezTo>
                    <a:pt x="74" y="45"/>
                    <a:pt x="78" y="61"/>
                    <a:pt x="82" y="78"/>
                  </a:cubicBezTo>
                  <a:cubicBezTo>
                    <a:pt x="85" y="95"/>
                    <a:pt x="87" y="112"/>
                    <a:pt x="88" y="129"/>
                  </a:cubicBezTo>
                  <a:cubicBezTo>
                    <a:pt x="88" y="147"/>
                    <a:pt x="86" y="164"/>
                    <a:pt x="83" y="181"/>
                  </a:cubicBezTo>
                  <a:cubicBezTo>
                    <a:pt x="80" y="198"/>
                    <a:pt x="77" y="214"/>
                    <a:pt x="71" y="230"/>
                  </a:cubicBezTo>
                  <a:cubicBezTo>
                    <a:pt x="67" y="237"/>
                    <a:pt x="64" y="245"/>
                    <a:pt x="57" y="250"/>
                  </a:cubicBezTo>
                  <a:cubicBezTo>
                    <a:pt x="50" y="256"/>
                    <a:pt x="40" y="253"/>
                    <a:pt x="34" y="249"/>
                  </a:cubicBezTo>
                  <a:cubicBezTo>
                    <a:pt x="27" y="244"/>
                    <a:pt x="23" y="238"/>
                    <a:pt x="20" y="231"/>
                  </a:cubicBezTo>
                  <a:cubicBezTo>
                    <a:pt x="16" y="225"/>
                    <a:pt x="14" y="219"/>
                    <a:pt x="12" y="213"/>
                  </a:cubicBezTo>
                  <a:cubicBezTo>
                    <a:pt x="3" y="188"/>
                    <a:pt x="1" y="166"/>
                    <a:pt x="0" y="151"/>
                  </a:cubicBezTo>
                  <a:cubicBezTo>
                    <a:pt x="0" y="143"/>
                    <a:pt x="0" y="137"/>
                    <a:pt x="0" y="133"/>
                  </a:cubicBezTo>
                  <a:cubicBezTo>
                    <a:pt x="0" y="129"/>
                    <a:pt x="0" y="127"/>
                    <a:pt x="0" y="127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8" name="Freeform 146">
              <a:extLst>
                <a:ext uri="{FF2B5EF4-FFF2-40B4-BE49-F238E27FC236}">
                  <a16:creationId xmlns:a16="http://schemas.microsoft.com/office/drawing/2014/main" id="{AE904534-C195-AEBF-0264-996516AB31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8" y="1073"/>
              <a:ext cx="259" cy="230"/>
            </a:xfrm>
            <a:custGeom>
              <a:avLst/>
              <a:gdLst>
                <a:gd name="T0" fmla="*/ 57 w 57"/>
                <a:gd name="T1" fmla="*/ 46 h 51"/>
                <a:gd name="T2" fmla="*/ 43 w 57"/>
                <a:gd name="T3" fmla="*/ 50 h 51"/>
                <a:gd name="T4" fmla="*/ 29 w 57"/>
                <a:gd name="T5" fmla="*/ 51 h 51"/>
                <a:gd name="T6" fmla="*/ 15 w 57"/>
                <a:gd name="T7" fmla="*/ 50 h 51"/>
                <a:gd name="T8" fmla="*/ 8 w 57"/>
                <a:gd name="T9" fmla="*/ 48 h 51"/>
                <a:gd name="T10" fmla="*/ 1 w 57"/>
                <a:gd name="T11" fmla="*/ 46 h 51"/>
                <a:gd name="T12" fmla="*/ 0 w 57"/>
                <a:gd name="T13" fmla="*/ 46 h 51"/>
                <a:gd name="T14" fmla="*/ 1 w 57"/>
                <a:gd name="T15" fmla="*/ 45 h 51"/>
                <a:gd name="T16" fmla="*/ 11 w 57"/>
                <a:gd name="T17" fmla="*/ 20 h 51"/>
                <a:gd name="T18" fmla="*/ 18 w 57"/>
                <a:gd name="T19" fmla="*/ 9 h 51"/>
                <a:gd name="T20" fmla="*/ 23 w 57"/>
                <a:gd name="T21" fmla="*/ 3 h 51"/>
                <a:gd name="T22" fmla="*/ 30 w 57"/>
                <a:gd name="T23" fmla="*/ 1 h 51"/>
                <a:gd name="T24" fmla="*/ 34 w 57"/>
                <a:gd name="T25" fmla="*/ 1 h 51"/>
                <a:gd name="T26" fmla="*/ 38 w 57"/>
                <a:gd name="T27" fmla="*/ 3 h 51"/>
                <a:gd name="T28" fmla="*/ 43 w 57"/>
                <a:gd name="T29" fmla="*/ 8 h 51"/>
                <a:gd name="T30" fmla="*/ 50 w 57"/>
                <a:gd name="T31" fmla="*/ 20 h 51"/>
                <a:gd name="T32" fmla="*/ 57 w 57"/>
                <a:gd name="T33" fmla="*/ 46 h 51"/>
                <a:gd name="T34" fmla="*/ 57 w 57"/>
                <a:gd name="T35" fmla="*/ 46 h 51"/>
                <a:gd name="T36" fmla="*/ 56 w 57"/>
                <a:gd name="T37" fmla="*/ 46 h 51"/>
                <a:gd name="T38" fmla="*/ 46 w 57"/>
                <a:gd name="T39" fmla="*/ 22 h 51"/>
                <a:gd name="T40" fmla="*/ 39 w 57"/>
                <a:gd name="T41" fmla="*/ 11 h 51"/>
                <a:gd name="T42" fmla="*/ 35 w 57"/>
                <a:gd name="T43" fmla="*/ 7 h 51"/>
                <a:gd name="T44" fmla="*/ 33 w 57"/>
                <a:gd name="T45" fmla="*/ 6 h 51"/>
                <a:gd name="T46" fmla="*/ 30 w 57"/>
                <a:gd name="T47" fmla="*/ 5 h 51"/>
                <a:gd name="T48" fmla="*/ 25 w 57"/>
                <a:gd name="T49" fmla="*/ 7 h 51"/>
                <a:gd name="T50" fmla="*/ 21 w 57"/>
                <a:gd name="T51" fmla="*/ 11 h 51"/>
                <a:gd name="T52" fmla="*/ 13 w 57"/>
                <a:gd name="T53" fmla="*/ 21 h 51"/>
                <a:gd name="T54" fmla="*/ 2 w 57"/>
                <a:gd name="T55" fmla="*/ 46 h 51"/>
                <a:gd name="T56" fmla="*/ 2 w 57"/>
                <a:gd name="T57" fmla="*/ 44 h 51"/>
                <a:gd name="T58" fmla="*/ 8 w 57"/>
                <a:gd name="T59" fmla="*/ 45 h 51"/>
                <a:gd name="T60" fmla="*/ 15 w 57"/>
                <a:gd name="T61" fmla="*/ 46 h 51"/>
                <a:gd name="T62" fmla="*/ 22 w 57"/>
                <a:gd name="T63" fmla="*/ 47 h 51"/>
                <a:gd name="T64" fmla="*/ 29 w 57"/>
                <a:gd name="T65" fmla="*/ 47 h 51"/>
                <a:gd name="T66" fmla="*/ 36 w 57"/>
                <a:gd name="T67" fmla="*/ 47 h 51"/>
                <a:gd name="T68" fmla="*/ 43 w 57"/>
                <a:gd name="T69" fmla="*/ 47 h 51"/>
                <a:gd name="T70" fmla="*/ 56 w 57"/>
                <a:gd name="T71" fmla="*/ 4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7" h="51">
                  <a:moveTo>
                    <a:pt x="57" y="46"/>
                  </a:moveTo>
                  <a:cubicBezTo>
                    <a:pt x="52" y="47"/>
                    <a:pt x="48" y="49"/>
                    <a:pt x="43" y="50"/>
                  </a:cubicBezTo>
                  <a:cubicBezTo>
                    <a:pt x="39" y="50"/>
                    <a:pt x="34" y="50"/>
                    <a:pt x="29" y="51"/>
                  </a:cubicBezTo>
                  <a:cubicBezTo>
                    <a:pt x="24" y="51"/>
                    <a:pt x="20" y="50"/>
                    <a:pt x="15" y="50"/>
                  </a:cubicBezTo>
                  <a:cubicBezTo>
                    <a:pt x="12" y="50"/>
                    <a:pt x="10" y="49"/>
                    <a:pt x="8" y="48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4" y="37"/>
                    <a:pt x="7" y="28"/>
                    <a:pt x="11" y="20"/>
                  </a:cubicBezTo>
                  <a:cubicBezTo>
                    <a:pt x="13" y="16"/>
                    <a:pt x="15" y="12"/>
                    <a:pt x="18" y="9"/>
                  </a:cubicBezTo>
                  <a:cubicBezTo>
                    <a:pt x="19" y="7"/>
                    <a:pt x="21" y="5"/>
                    <a:pt x="23" y="3"/>
                  </a:cubicBezTo>
                  <a:cubicBezTo>
                    <a:pt x="25" y="2"/>
                    <a:pt x="27" y="1"/>
                    <a:pt x="30" y="1"/>
                  </a:cubicBezTo>
                  <a:cubicBezTo>
                    <a:pt x="32" y="0"/>
                    <a:pt x="32" y="1"/>
                    <a:pt x="34" y="1"/>
                  </a:cubicBezTo>
                  <a:cubicBezTo>
                    <a:pt x="35" y="1"/>
                    <a:pt x="36" y="2"/>
                    <a:pt x="38" y="3"/>
                  </a:cubicBezTo>
                  <a:cubicBezTo>
                    <a:pt x="40" y="4"/>
                    <a:pt x="41" y="6"/>
                    <a:pt x="43" y="8"/>
                  </a:cubicBezTo>
                  <a:cubicBezTo>
                    <a:pt x="46" y="12"/>
                    <a:pt x="48" y="16"/>
                    <a:pt x="50" y="20"/>
                  </a:cubicBezTo>
                  <a:cubicBezTo>
                    <a:pt x="53" y="28"/>
                    <a:pt x="56" y="37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lose/>
                  <a:moveTo>
                    <a:pt x="56" y="46"/>
                  </a:moveTo>
                  <a:cubicBezTo>
                    <a:pt x="53" y="38"/>
                    <a:pt x="50" y="29"/>
                    <a:pt x="46" y="22"/>
                  </a:cubicBezTo>
                  <a:cubicBezTo>
                    <a:pt x="44" y="18"/>
                    <a:pt x="42" y="14"/>
                    <a:pt x="39" y="11"/>
                  </a:cubicBezTo>
                  <a:cubicBezTo>
                    <a:pt x="38" y="9"/>
                    <a:pt x="37" y="8"/>
                    <a:pt x="35" y="7"/>
                  </a:cubicBezTo>
                  <a:cubicBezTo>
                    <a:pt x="34" y="6"/>
                    <a:pt x="34" y="6"/>
                    <a:pt x="33" y="6"/>
                  </a:cubicBezTo>
                  <a:cubicBezTo>
                    <a:pt x="32" y="5"/>
                    <a:pt x="30" y="5"/>
                    <a:pt x="30" y="5"/>
                  </a:cubicBezTo>
                  <a:cubicBezTo>
                    <a:pt x="29" y="5"/>
                    <a:pt x="27" y="6"/>
                    <a:pt x="25" y="7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8" y="14"/>
                    <a:pt x="15" y="18"/>
                    <a:pt x="13" y="21"/>
                  </a:cubicBezTo>
                  <a:cubicBezTo>
                    <a:pt x="8" y="29"/>
                    <a:pt x="5" y="37"/>
                    <a:pt x="2" y="46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1" y="46"/>
                    <a:pt x="13" y="46"/>
                    <a:pt x="15" y="46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4" y="47"/>
                    <a:pt x="27" y="47"/>
                    <a:pt x="29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8" y="47"/>
                    <a:pt x="40" y="47"/>
                    <a:pt x="43" y="47"/>
                  </a:cubicBezTo>
                  <a:cubicBezTo>
                    <a:pt x="47" y="46"/>
                    <a:pt x="52" y="46"/>
                    <a:pt x="56" y="46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9" name="Freeform 147">
              <a:extLst>
                <a:ext uri="{FF2B5EF4-FFF2-40B4-BE49-F238E27FC236}">
                  <a16:creationId xmlns:a16="http://schemas.microsoft.com/office/drawing/2014/main" id="{4A674849-CFB8-ED0C-6E42-C60780A31F08}"/>
                </a:ext>
              </a:extLst>
            </p:cNvPr>
            <p:cNvSpPr/>
            <p:nvPr/>
          </p:nvSpPr>
          <p:spPr bwMode="auto">
            <a:xfrm>
              <a:off x="3888" y="1317"/>
              <a:ext cx="264" cy="23"/>
            </a:xfrm>
            <a:custGeom>
              <a:avLst/>
              <a:gdLst>
                <a:gd name="T0" fmla="*/ 0 w 58"/>
                <a:gd name="T1" fmla="*/ 0 h 5"/>
                <a:gd name="T2" fmla="*/ 9 w 58"/>
                <a:gd name="T3" fmla="*/ 1 h 5"/>
                <a:gd name="T4" fmla="*/ 18 w 58"/>
                <a:gd name="T5" fmla="*/ 2 h 5"/>
                <a:gd name="T6" fmla="*/ 29 w 58"/>
                <a:gd name="T7" fmla="*/ 2 h 5"/>
                <a:gd name="T8" fmla="*/ 49 w 58"/>
                <a:gd name="T9" fmla="*/ 1 h 5"/>
                <a:gd name="T10" fmla="*/ 58 w 58"/>
                <a:gd name="T11" fmla="*/ 0 h 5"/>
                <a:gd name="T12" fmla="*/ 49 w 58"/>
                <a:gd name="T13" fmla="*/ 2 h 5"/>
                <a:gd name="T14" fmla="*/ 40 w 58"/>
                <a:gd name="T15" fmla="*/ 4 h 5"/>
                <a:gd name="T16" fmla="*/ 29 w 58"/>
                <a:gd name="T17" fmla="*/ 5 h 5"/>
                <a:gd name="T18" fmla="*/ 18 w 58"/>
                <a:gd name="T19" fmla="*/ 4 h 5"/>
                <a:gd name="T20" fmla="*/ 9 w 58"/>
                <a:gd name="T21" fmla="*/ 3 h 5"/>
                <a:gd name="T22" fmla="*/ 0 w 58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5">
                  <a:moveTo>
                    <a:pt x="0" y="0"/>
                  </a:moveTo>
                  <a:cubicBezTo>
                    <a:pt x="0" y="0"/>
                    <a:pt x="3" y="0"/>
                    <a:pt x="9" y="1"/>
                  </a:cubicBezTo>
                  <a:cubicBezTo>
                    <a:pt x="12" y="2"/>
                    <a:pt x="15" y="1"/>
                    <a:pt x="18" y="2"/>
                  </a:cubicBezTo>
                  <a:cubicBezTo>
                    <a:pt x="22" y="2"/>
                    <a:pt x="25" y="2"/>
                    <a:pt x="29" y="2"/>
                  </a:cubicBezTo>
                  <a:cubicBezTo>
                    <a:pt x="36" y="1"/>
                    <a:pt x="44" y="1"/>
                    <a:pt x="49" y="1"/>
                  </a:cubicBezTo>
                  <a:cubicBezTo>
                    <a:pt x="55" y="0"/>
                    <a:pt x="58" y="0"/>
                    <a:pt x="58" y="0"/>
                  </a:cubicBezTo>
                  <a:cubicBezTo>
                    <a:pt x="58" y="0"/>
                    <a:pt x="55" y="1"/>
                    <a:pt x="49" y="2"/>
                  </a:cubicBezTo>
                  <a:cubicBezTo>
                    <a:pt x="47" y="3"/>
                    <a:pt x="43" y="4"/>
                    <a:pt x="40" y="4"/>
                  </a:cubicBezTo>
                  <a:cubicBezTo>
                    <a:pt x="36" y="4"/>
                    <a:pt x="33" y="5"/>
                    <a:pt x="29" y="5"/>
                  </a:cubicBezTo>
                  <a:cubicBezTo>
                    <a:pt x="25" y="5"/>
                    <a:pt x="22" y="4"/>
                    <a:pt x="18" y="4"/>
                  </a:cubicBezTo>
                  <a:cubicBezTo>
                    <a:pt x="15" y="4"/>
                    <a:pt x="11" y="4"/>
                    <a:pt x="9" y="3"/>
                  </a:cubicBezTo>
                  <a:cubicBezTo>
                    <a:pt x="3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0" name="Freeform 148">
              <a:extLst>
                <a:ext uri="{FF2B5EF4-FFF2-40B4-BE49-F238E27FC236}">
                  <a16:creationId xmlns:a16="http://schemas.microsoft.com/office/drawing/2014/main" id="{EB8A63AE-4B24-EB3D-F8F1-FDC56DD52F7E}"/>
                </a:ext>
              </a:extLst>
            </p:cNvPr>
            <p:cNvSpPr/>
            <p:nvPr/>
          </p:nvSpPr>
          <p:spPr bwMode="auto">
            <a:xfrm>
              <a:off x="3838" y="1823"/>
              <a:ext cx="368" cy="31"/>
            </a:xfrm>
            <a:custGeom>
              <a:avLst/>
              <a:gdLst>
                <a:gd name="T0" fmla="*/ 0 w 81"/>
                <a:gd name="T1" fmla="*/ 1 h 7"/>
                <a:gd name="T2" fmla="*/ 13 w 81"/>
                <a:gd name="T3" fmla="*/ 1 h 7"/>
                <a:gd name="T4" fmla="*/ 41 w 81"/>
                <a:gd name="T5" fmla="*/ 4 h 7"/>
                <a:gd name="T6" fmla="*/ 56 w 81"/>
                <a:gd name="T7" fmla="*/ 3 h 7"/>
                <a:gd name="T8" fmla="*/ 62 w 81"/>
                <a:gd name="T9" fmla="*/ 2 h 7"/>
                <a:gd name="T10" fmla="*/ 68 w 81"/>
                <a:gd name="T11" fmla="*/ 2 h 7"/>
                <a:gd name="T12" fmla="*/ 81 w 81"/>
                <a:gd name="T13" fmla="*/ 1 h 7"/>
                <a:gd name="T14" fmla="*/ 81 w 81"/>
                <a:gd name="T15" fmla="*/ 1 h 7"/>
                <a:gd name="T16" fmla="*/ 81 w 81"/>
                <a:gd name="T17" fmla="*/ 2 h 7"/>
                <a:gd name="T18" fmla="*/ 69 w 81"/>
                <a:gd name="T19" fmla="*/ 5 h 7"/>
                <a:gd name="T20" fmla="*/ 56 w 81"/>
                <a:gd name="T21" fmla="*/ 7 h 7"/>
                <a:gd name="T22" fmla="*/ 41 w 81"/>
                <a:gd name="T23" fmla="*/ 7 h 7"/>
                <a:gd name="T24" fmla="*/ 26 w 81"/>
                <a:gd name="T25" fmla="*/ 6 h 7"/>
                <a:gd name="T26" fmla="*/ 19 w 81"/>
                <a:gd name="T27" fmla="*/ 6 h 7"/>
                <a:gd name="T28" fmla="*/ 13 w 81"/>
                <a:gd name="T29" fmla="*/ 5 h 7"/>
                <a:gd name="T30" fmla="*/ 0 w 81"/>
                <a:gd name="T31" fmla="*/ 1 h 7"/>
                <a:gd name="T32" fmla="*/ 0 w 81"/>
                <a:gd name="T33" fmla="*/ 1 h 7"/>
                <a:gd name="T34" fmla="*/ 0 w 81"/>
                <a:gd name="T3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1" h="7">
                  <a:moveTo>
                    <a:pt x="0" y="1"/>
                  </a:moveTo>
                  <a:cubicBezTo>
                    <a:pt x="0" y="1"/>
                    <a:pt x="6" y="0"/>
                    <a:pt x="13" y="1"/>
                  </a:cubicBezTo>
                  <a:cubicBezTo>
                    <a:pt x="21" y="2"/>
                    <a:pt x="30" y="5"/>
                    <a:pt x="41" y="4"/>
                  </a:cubicBezTo>
                  <a:cubicBezTo>
                    <a:pt x="46" y="4"/>
                    <a:pt x="51" y="3"/>
                    <a:pt x="56" y="3"/>
                  </a:cubicBezTo>
                  <a:cubicBezTo>
                    <a:pt x="58" y="3"/>
                    <a:pt x="60" y="3"/>
                    <a:pt x="62" y="2"/>
                  </a:cubicBezTo>
                  <a:cubicBezTo>
                    <a:pt x="64" y="2"/>
                    <a:pt x="66" y="2"/>
                    <a:pt x="68" y="2"/>
                  </a:cubicBezTo>
                  <a:cubicBezTo>
                    <a:pt x="76" y="1"/>
                    <a:pt x="81" y="1"/>
                    <a:pt x="81" y="1"/>
                  </a:cubicBezTo>
                  <a:cubicBezTo>
                    <a:pt x="81" y="1"/>
                    <a:pt x="81" y="1"/>
                    <a:pt x="81" y="1"/>
                  </a:cubicBezTo>
                  <a:cubicBezTo>
                    <a:pt x="81" y="1"/>
                    <a:pt x="81" y="1"/>
                    <a:pt x="81" y="2"/>
                  </a:cubicBezTo>
                  <a:cubicBezTo>
                    <a:pt x="81" y="2"/>
                    <a:pt x="77" y="4"/>
                    <a:pt x="69" y="5"/>
                  </a:cubicBezTo>
                  <a:cubicBezTo>
                    <a:pt x="65" y="6"/>
                    <a:pt x="61" y="7"/>
                    <a:pt x="56" y="7"/>
                  </a:cubicBezTo>
                  <a:cubicBezTo>
                    <a:pt x="51" y="7"/>
                    <a:pt x="46" y="7"/>
                    <a:pt x="41" y="7"/>
                  </a:cubicBezTo>
                  <a:cubicBezTo>
                    <a:pt x="36" y="6"/>
                    <a:pt x="31" y="5"/>
                    <a:pt x="26" y="6"/>
                  </a:cubicBezTo>
                  <a:cubicBezTo>
                    <a:pt x="23" y="6"/>
                    <a:pt x="21" y="6"/>
                    <a:pt x="19" y="6"/>
                  </a:cubicBezTo>
                  <a:cubicBezTo>
                    <a:pt x="16" y="6"/>
                    <a:pt x="14" y="5"/>
                    <a:pt x="13" y="5"/>
                  </a:cubicBezTo>
                  <a:cubicBezTo>
                    <a:pt x="5" y="3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1" name="Freeform 149">
              <a:extLst>
                <a:ext uri="{FF2B5EF4-FFF2-40B4-BE49-F238E27FC236}">
                  <a16:creationId xmlns:a16="http://schemas.microsoft.com/office/drawing/2014/main" id="{3C6E3D85-F5C1-9E23-5A48-438A4BA5AFE7}"/>
                </a:ext>
              </a:extLst>
            </p:cNvPr>
            <p:cNvSpPr/>
            <p:nvPr/>
          </p:nvSpPr>
          <p:spPr bwMode="auto">
            <a:xfrm>
              <a:off x="3847" y="1873"/>
              <a:ext cx="350" cy="31"/>
            </a:xfrm>
            <a:custGeom>
              <a:avLst/>
              <a:gdLst>
                <a:gd name="T0" fmla="*/ 0 w 77"/>
                <a:gd name="T1" fmla="*/ 2 h 7"/>
                <a:gd name="T2" fmla="*/ 12 w 77"/>
                <a:gd name="T3" fmla="*/ 2 h 7"/>
                <a:gd name="T4" fmla="*/ 38 w 77"/>
                <a:gd name="T5" fmla="*/ 5 h 7"/>
                <a:gd name="T6" fmla="*/ 52 w 77"/>
                <a:gd name="T7" fmla="*/ 2 h 7"/>
                <a:gd name="T8" fmla="*/ 59 w 77"/>
                <a:gd name="T9" fmla="*/ 2 h 7"/>
                <a:gd name="T10" fmla="*/ 65 w 77"/>
                <a:gd name="T11" fmla="*/ 1 h 7"/>
                <a:gd name="T12" fmla="*/ 77 w 77"/>
                <a:gd name="T13" fmla="*/ 0 h 7"/>
                <a:gd name="T14" fmla="*/ 77 w 77"/>
                <a:gd name="T15" fmla="*/ 0 h 7"/>
                <a:gd name="T16" fmla="*/ 77 w 77"/>
                <a:gd name="T17" fmla="*/ 1 h 7"/>
                <a:gd name="T18" fmla="*/ 65 w 77"/>
                <a:gd name="T19" fmla="*/ 5 h 7"/>
                <a:gd name="T20" fmla="*/ 53 w 77"/>
                <a:gd name="T21" fmla="*/ 7 h 7"/>
                <a:gd name="T22" fmla="*/ 38 w 77"/>
                <a:gd name="T23" fmla="*/ 7 h 7"/>
                <a:gd name="T24" fmla="*/ 24 w 77"/>
                <a:gd name="T25" fmla="*/ 6 h 7"/>
                <a:gd name="T26" fmla="*/ 17 w 77"/>
                <a:gd name="T27" fmla="*/ 7 h 7"/>
                <a:gd name="T28" fmla="*/ 12 w 77"/>
                <a:gd name="T29" fmla="*/ 5 h 7"/>
                <a:gd name="T30" fmla="*/ 0 w 77"/>
                <a:gd name="T31" fmla="*/ 2 h 7"/>
                <a:gd name="T32" fmla="*/ 0 w 77"/>
                <a:gd name="T33" fmla="*/ 2 h 7"/>
                <a:gd name="T34" fmla="*/ 0 w 77"/>
                <a:gd name="T3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7" h="7">
                  <a:moveTo>
                    <a:pt x="0" y="2"/>
                  </a:moveTo>
                  <a:cubicBezTo>
                    <a:pt x="0" y="2"/>
                    <a:pt x="5" y="1"/>
                    <a:pt x="12" y="2"/>
                  </a:cubicBezTo>
                  <a:cubicBezTo>
                    <a:pt x="19" y="3"/>
                    <a:pt x="29" y="6"/>
                    <a:pt x="38" y="5"/>
                  </a:cubicBezTo>
                  <a:cubicBezTo>
                    <a:pt x="43" y="3"/>
                    <a:pt x="48" y="3"/>
                    <a:pt x="52" y="2"/>
                  </a:cubicBezTo>
                  <a:cubicBezTo>
                    <a:pt x="55" y="2"/>
                    <a:pt x="57" y="2"/>
                    <a:pt x="59" y="2"/>
                  </a:cubicBezTo>
                  <a:cubicBezTo>
                    <a:pt x="61" y="1"/>
                    <a:pt x="63" y="1"/>
                    <a:pt x="65" y="1"/>
                  </a:cubicBezTo>
                  <a:cubicBezTo>
                    <a:pt x="72" y="0"/>
                    <a:pt x="77" y="0"/>
                    <a:pt x="77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1"/>
                    <a:pt x="72" y="3"/>
                    <a:pt x="65" y="5"/>
                  </a:cubicBezTo>
                  <a:cubicBezTo>
                    <a:pt x="62" y="6"/>
                    <a:pt x="57" y="7"/>
                    <a:pt x="53" y="7"/>
                  </a:cubicBezTo>
                  <a:cubicBezTo>
                    <a:pt x="48" y="7"/>
                    <a:pt x="43" y="7"/>
                    <a:pt x="38" y="7"/>
                  </a:cubicBezTo>
                  <a:cubicBezTo>
                    <a:pt x="34" y="6"/>
                    <a:pt x="29" y="6"/>
                    <a:pt x="24" y="6"/>
                  </a:cubicBezTo>
                  <a:cubicBezTo>
                    <a:pt x="22" y="6"/>
                    <a:pt x="19" y="7"/>
                    <a:pt x="17" y="7"/>
                  </a:cubicBezTo>
                  <a:cubicBezTo>
                    <a:pt x="15" y="6"/>
                    <a:pt x="13" y="6"/>
                    <a:pt x="12" y="5"/>
                  </a:cubicBezTo>
                  <a:cubicBezTo>
                    <a:pt x="4" y="4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2" name="Freeform 150">
              <a:extLst>
                <a:ext uri="{FF2B5EF4-FFF2-40B4-BE49-F238E27FC236}">
                  <a16:creationId xmlns:a16="http://schemas.microsoft.com/office/drawing/2014/main" id="{7FE51EA1-D0A5-557C-795A-FD0C2607DF28}"/>
                </a:ext>
              </a:extLst>
            </p:cNvPr>
            <p:cNvSpPr/>
            <p:nvPr/>
          </p:nvSpPr>
          <p:spPr bwMode="auto">
            <a:xfrm>
              <a:off x="3797" y="2193"/>
              <a:ext cx="191" cy="14"/>
            </a:xfrm>
            <a:custGeom>
              <a:avLst/>
              <a:gdLst>
                <a:gd name="T0" fmla="*/ 0 w 42"/>
                <a:gd name="T1" fmla="*/ 2 h 3"/>
                <a:gd name="T2" fmla="*/ 7 w 42"/>
                <a:gd name="T3" fmla="*/ 1 h 3"/>
                <a:gd name="T4" fmla="*/ 21 w 42"/>
                <a:gd name="T5" fmla="*/ 0 h 3"/>
                <a:gd name="T6" fmla="*/ 35 w 42"/>
                <a:gd name="T7" fmla="*/ 0 h 3"/>
                <a:gd name="T8" fmla="*/ 42 w 42"/>
                <a:gd name="T9" fmla="*/ 1 h 3"/>
                <a:gd name="T10" fmla="*/ 35 w 42"/>
                <a:gd name="T11" fmla="*/ 2 h 3"/>
                <a:gd name="T12" fmla="*/ 21 w 42"/>
                <a:gd name="T13" fmla="*/ 3 h 3"/>
                <a:gd name="T14" fmla="*/ 7 w 42"/>
                <a:gd name="T15" fmla="*/ 3 h 3"/>
                <a:gd name="T16" fmla="*/ 0 w 42"/>
                <a:gd name="T1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3">
                  <a:moveTo>
                    <a:pt x="0" y="2"/>
                  </a:moveTo>
                  <a:cubicBezTo>
                    <a:pt x="0" y="2"/>
                    <a:pt x="3" y="1"/>
                    <a:pt x="7" y="1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6" y="0"/>
                    <a:pt x="31" y="0"/>
                    <a:pt x="35" y="0"/>
                  </a:cubicBezTo>
                  <a:cubicBezTo>
                    <a:pt x="39" y="0"/>
                    <a:pt x="42" y="1"/>
                    <a:pt x="42" y="1"/>
                  </a:cubicBezTo>
                  <a:cubicBezTo>
                    <a:pt x="42" y="1"/>
                    <a:pt x="39" y="1"/>
                    <a:pt x="35" y="2"/>
                  </a:cubicBezTo>
                  <a:cubicBezTo>
                    <a:pt x="31" y="3"/>
                    <a:pt x="26" y="3"/>
                    <a:pt x="21" y="3"/>
                  </a:cubicBezTo>
                  <a:cubicBezTo>
                    <a:pt x="16" y="3"/>
                    <a:pt x="11" y="3"/>
                    <a:pt x="7" y="3"/>
                  </a:cubicBezTo>
                  <a:cubicBezTo>
                    <a:pt x="3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3" name="Freeform 151">
              <a:extLst>
                <a:ext uri="{FF2B5EF4-FFF2-40B4-BE49-F238E27FC236}">
                  <a16:creationId xmlns:a16="http://schemas.microsoft.com/office/drawing/2014/main" id="{86FEFBF6-1F6A-A045-0492-31EA99EE3E97}"/>
                </a:ext>
              </a:extLst>
            </p:cNvPr>
            <p:cNvSpPr/>
            <p:nvPr/>
          </p:nvSpPr>
          <p:spPr bwMode="auto">
            <a:xfrm>
              <a:off x="3783" y="2022"/>
              <a:ext cx="91" cy="85"/>
            </a:xfrm>
            <a:custGeom>
              <a:avLst/>
              <a:gdLst>
                <a:gd name="T0" fmla="*/ 20 w 20"/>
                <a:gd name="T1" fmla="*/ 0 h 19"/>
                <a:gd name="T2" fmla="*/ 17 w 20"/>
                <a:gd name="T3" fmla="*/ 4 h 19"/>
                <a:gd name="T4" fmla="*/ 11 w 20"/>
                <a:gd name="T5" fmla="*/ 11 h 19"/>
                <a:gd name="T6" fmla="*/ 4 w 20"/>
                <a:gd name="T7" fmla="*/ 17 h 19"/>
                <a:gd name="T8" fmla="*/ 0 w 20"/>
                <a:gd name="T9" fmla="*/ 19 h 19"/>
                <a:gd name="T10" fmla="*/ 3 w 20"/>
                <a:gd name="T11" fmla="*/ 15 h 19"/>
                <a:gd name="T12" fmla="*/ 9 w 20"/>
                <a:gd name="T13" fmla="*/ 9 h 19"/>
                <a:gd name="T14" fmla="*/ 16 w 20"/>
                <a:gd name="T15" fmla="*/ 3 h 19"/>
                <a:gd name="T16" fmla="*/ 20 w 20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19">
                  <a:moveTo>
                    <a:pt x="20" y="0"/>
                  </a:moveTo>
                  <a:cubicBezTo>
                    <a:pt x="20" y="0"/>
                    <a:pt x="19" y="2"/>
                    <a:pt x="17" y="4"/>
                  </a:cubicBezTo>
                  <a:cubicBezTo>
                    <a:pt x="16" y="6"/>
                    <a:pt x="14" y="8"/>
                    <a:pt x="11" y="11"/>
                  </a:cubicBezTo>
                  <a:cubicBezTo>
                    <a:pt x="9" y="13"/>
                    <a:pt x="6" y="15"/>
                    <a:pt x="4" y="17"/>
                  </a:cubicBezTo>
                  <a:cubicBezTo>
                    <a:pt x="2" y="18"/>
                    <a:pt x="0" y="19"/>
                    <a:pt x="0" y="19"/>
                  </a:cubicBezTo>
                  <a:cubicBezTo>
                    <a:pt x="0" y="19"/>
                    <a:pt x="1" y="17"/>
                    <a:pt x="3" y="15"/>
                  </a:cubicBezTo>
                  <a:cubicBezTo>
                    <a:pt x="4" y="13"/>
                    <a:pt x="7" y="11"/>
                    <a:pt x="9" y="9"/>
                  </a:cubicBezTo>
                  <a:cubicBezTo>
                    <a:pt x="12" y="6"/>
                    <a:pt x="14" y="4"/>
                    <a:pt x="16" y="3"/>
                  </a:cubicBezTo>
                  <a:cubicBezTo>
                    <a:pt x="18" y="1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4" name="Freeform 152">
              <a:extLst>
                <a:ext uri="{FF2B5EF4-FFF2-40B4-BE49-F238E27FC236}">
                  <a16:creationId xmlns:a16="http://schemas.microsoft.com/office/drawing/2014/main" id="{9D951E2E-AE9A-A5A1-52FA-3C00A2C7DE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918"/>
              <a:ext cx="178" cy="456"/>
            </a:xfrm>
            <a:custGeom>
              <a:avLst/>
              <a:gdLst>
                <a:gd name="T0" fmla="*/ 2 w 39"/>
                <a:gd name="T1" fmla="*/ 51 h 101"/>
                <a:gd name="T2" fmla="*/ 11 w 39"/>
                <a:gd name="T3" fmla="*/ 76 h 101"/>
                <a:gd name="T4" fmla="*/ 18 w 39"/>
                <a:gd name="T5" fmla="*/ 88 h 101"/>
                <a:gd name="T6" fmla="*/ 22 w 39"/>
                <a:gd name="T7" fmla="*/ 93 h 101"/>
                <a:gd name="T8" fmla="*/ 27 w 39"/>
                <a:gd name="T9" fmla="*/ 97 h 101"/>
                <a:gd name="T10" fmla="*/ 25 w 39"/>
                <a:gd name="T11" fmla="*/ 97 h 101"/>
                <a:gd name="T12" fmla="*/ 29 w 39"/>
                <a:gd name="T13" fmla="*/ 96 h 101"/>
                <a:gd name="T14" fmla="*/ 34 w 39"/>
                <a:gd name="T15" fmla="*/ 95 h 101"/>
                <a:gd name="T16" fmla="*/ 33 w 39"/>
                <a:gd name="T17" fmla="*/ 96 h 101"/>
                <a:gd name="T18" fmla="*/ 36 w 39"/>
                <a:gd name="T19" fmla="*/ 88 h 101"/>
                <a:gd name="T20" fmla="*/ 37 w 39"/>
                <a:gd name="T21" fmla="*/ 78 h 101"/>
                <a:gd name="T22" fmla="*/ 35 w 39"/>
                <a:gd name="T23" fmla="*/ 59 h 101"/>
                <a:gd name="T24" fmla="*/ 31 w 39"/>
                <a:gd name="T25" fmla="*/ 40 h 101"/>
                <a:gd name="T26" fmla="*/ 23 w 39"/>
                <a:gd name="T27" fmla="*/ 23 h 101"/>
                <a:gd name="T28" fmla="*/ 13 w 39"/>
                <a:gd name="T29" fmla="*/ 7 h 101"/>
                <a:gd name="T30" fmla="*/ 10 w 39"/>
                <a:gd name="T31" fmla="*/ 4 h 101"/>
                <a:gd name="T32" fmla="*/ 10 w 39"/>
                <a:gd name="T33" fmla="*/ 4 h 101"/>
                <a:gd name="T34" fmla="*/ 8 w 39"/>
                <a:gd name="T35" fmla="*/ 5 h 101"/>
                <a:gd name="T36" fmla="*/ 5 w 39"/>
                <a:gd name="T37" fmla="*/ 13 h 101"/>
                <a:gd name="T38" fmla="*/ 2 w 39"/>
                <a:gd name="T39" fmla="*/ 51 h 101"/>
                <a:gd name="T40" fmla="*/ 2 w 39"/>
                <a:gd name="T41" fmla="*/ 51 h 101"/>
                <a:gd name="T42" fmla="*/ 0 w 39"/>
                <a:gd name="T43" fmla="*/ 31 h 101"/>
                <a:gd name="T44" fmla="*/ 1 w 39"/>
                <a:gd name="T45" fmla="*/ 12 h 101"/>
                <a:gd name="T46" fmla="*/ 5 w 39"/>
                <a:gd name="T47" fmla="*/ 2 h 101"/>
                <a:gd name="T48" fmla="*/ 8 w 39"/>
                <a:gd name="T49" fmla="*/ 0 h 101"/>
                <a:gd name="T50" fmla="*/ 12 w 39"/>
                <a:gd name="T51" fmla="*/ 0 h 101"/>
                <a:gd name="T52" fmla="*/ 17 w 39"/>
                <a:gd name="T53" fmla="*/ 4 h 101"/>
                <a:gd name="T54" fmla="*/ 27 w 39"/>
                <a:gd name="T55" fmla="*/ 21 h 101"/>
                <a:gd name="T56" fmla="*/ 37 w 39"/>
                <a:gd name="T57" fmla="*/ 59 h 101"/>
                <a:gd name="T58" fmla="*/ 39 w 39"/>
                <a:gd name="T59" fmla="*/ 78 h 101"/>
                <a:gd name="T60" fmla="*/ 38 w 39"/>
                <a:gd name="T61" fmla="*/ 88 h 101"/>
                <a:gd name="T62" fmla="*/ 35 w 39"/>
                <a:gd name="T63" fmla="*/ 98 h 101"/>
                <a:gd name="T64" fmla="*/ 35 w 39"/>
                <a:gd name="T65" fmla="*/ 98 h 101"/>
                <a:gd name="T66" fmla="*/ 34 w 39"/>
                <a:gd name="T67" fmla="*/ 98 h 101"/>
                <a:gd name="T68" fmla="*/ 30 w 39"/>
                <a:gd name="T69" fmla="*/ 99 h 101"/>
                <a:gd name="T70" fmla="*/ 26 w 39"/>
                <a:gd name="T71" fmla="*/ 100 h 101"/>
                <a:gd name="T72" fmla="*/ 26 w 39"/>
                <a:gd name="T73" fmla="*/ 101 h 101"/>
                <a:gd name="T74" fmla="*/ 25 w 39"/>
                <a:gd name="T75" fmla="*/ 100 h 101"/>
                <a:gd name="T76" fmla="*/ 19 w 39"/>
                <a:gd name="T77" fmla="*/ 96 h 101"/>
                <a:gd name="T78" fmla="*/ 15 w 39"/>
                <a:gd name="T79" fmla="*/ 90 h 101"/>
                <a:gd name="T80" fmla="*/ 9 w 39"/>
                <a:gd name="T81" fmla="*/ 77 h 101"/>
                <a:gd name="T82" fmla="*/ 5 w 39"/>
                <a:gd name="T83" fmla="*/ 64 h 101"/>
                <a:gd name="T84" fmla="*/ 2 w 39"/>
                <a:gd name="T85" fmla="*/ 5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" h="101">
                  <a:moveTo>
                    <a:pt x="2" y="51"/>
                  </a:moveTo>
                  <a:cubicBezTo>
                    <a:pt x="4" y="60"/>
                    <a:pt x="7" y="68"/>
                    <a:pt x="11" y="76"/>
                  </a:cubicBezTo>
                  <a:cubicBezTo>
                    <a:pt x="14" y="80"/>
                    <a:pt x="16" y="84"/>
                    <a:pt x="18" y="88"/>
                  </a:cubicBezTo>
                  <a:cubicBezTo>
                    <a:pt x="19" y="90"/>
                    <a:pt x="21" y="91"/>
                    <a:pt x="22" y="93"/>
                  </a:cubicBezTo>
                  <a:cubicBezTo>
                    <a:pt x="23" y="95"/>
                    <a:pt x="25" y="96"/>
                    <a:pt x="27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27" y="97"/>
                    <a:pt x="28" y="96"/>
                    <a:pt x="29" y="96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5" y="94"/>
                    <a:pt x="36" y="91"/>
                    <a:pt x="36" y="88"/>
                  </a:cubicBezTo>
                  <a:cubicBezTo>
                    <a:pt x="37" y="85"/>
                    <a:pt x="37" y="81"/>
                    <a:pt x="37" y="78"/>
                  </a:cubicBezTo>
                  <a:cubicBezTo>
                    <a:pt x="37" y="72"/>
                    <a:pt x="36" y="65"/>
                    <a:pt x="35" y="59"/>
                  </a:cubicBezTo>
                  <a:cubicBezTo>
                    <a:pt x="34" y="53"/>
                    <a:pt x="33" y="46"/>
                    <a:pt x="31" y="40"/>
                  </a:cubicBezTo>
                  <a:cubicBezTo>
                    <a:pt x="28" y="34"/>
                    <a:pt x="26" y="28"/>
                    <a:pt x="23" y="23"/>
                  </a:cubicBezTo>
                  <a:cubicBezTo>
                    <a:pt x="20" y="17"/>
                    <a:pt x="17" y="11"/>
                    <a:pt x="13" y="7"/>
                  </a:cubicBezTo>
                  <a:cubicBezTo>
                    <a:pt x="12" y="6"/>
                    <a:pt x="11" y="5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4"/>
                    <a:pt x="8" y="5"/>
                    <a:pt x="8" y="5"/>
                  </a:cubicBezTo>
                  <a:cubicBezTo>
                    <a:pt x="7" y="6"/>
                    <a:pt x="5" y="10"/>
                    <a:pt x="5" y="13"/>
                  </a:cubicBezTo>
                  <a:cubicBezTo>
                    <a:pt x="2" y="25"/>
                    <a:pt x="1" y="38"/>
                    <a:pt x="2" y="51"/>
                  </a:cubicBezTo>
                  <a:close/>
                  <a:moveTo>
                    <a:pt x="2" y="51"/>
                  </a:moveTo>
                  <a:cubicBezTo>
                    <a:pt x="1" y="44"/>
                    <a:pt x="1" y="38"/>
                    <a:pt x="0" y="31"/>
                  </a:cubicBezTo>
                  <a:cubicBezTo>
                    <a:pt x="0" y="25"/>
                    <a:pt x="0" y="18"/>
                    <a:pt x="1" y="12"/>
                  </a:cubicBezTo>
                  <a:cubicBezTo>
                    <a:pt x="2" y="8"/>
                    <a:pt x="2" y="5"/>
                    <a:pt x="5" y="2"/>
                  </a:cubicBezTo>
                  <a:cubicBezTo>
                    <a:pt x="6" y="1"/>
                    <a:pt x="7" y="0"/>
                    <a:pt x="8" y="0"/>
                  </a:cubicBezTo>
                  <a:cubicBezTo>
                    <a:pt x="9" y="0"/>
                    <a:pt x="11" y="0"/>
                    <a:pt x="12" y="0"/>
                  </a:cubicBezTo>
                  <a:cubicBezTo>
                    <a:pt x="14" y="1"/>
                    <a:pt x="15" y="3"/>
                    <a:pt x="17" y="4"/>
                  </a:cubicBezTo>
                  <a:cubicBezTo>
                    <a:pt x="21" y="9"/>
                    <a:pt x="24" y="15"/>
                    <a:pt x="27" y="21"/>
                  </a:cubicBezTo>
                  <a:cubicBezTo>
                    <a:pt x="32" y="33"/>
                    <a:pt x="36" y="46"/>
                    <a:pt x="37" y="59"/>
                  </a:cubicBezTo>
                  <a:cubicBezTo>
                    <a:pt x="38" y="65"/>
                    <a:pt x="38" y="72"/>
                    <a:pt x="39" y="78"/>
                  </a:cubicBezTo>
                  <a:cubicBezTo>
                    <a:pt x="39" y="81"/>
                    <a:pt x="39" y="85"/>
                    <a:pt x="38" y="88"/>
                  </a:cubicBezTo>
                  <a:cubicBezTo>
                    <a:pt x="38" y="91"/>
                    <a:pt x="38" y="95"/>
                    <a:pt x="35" y="98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0" y="99"/>
                    <a:pt x="30" y="99"/>
                    <a:pt x="30" y="99"/>
                  </a:cubicBezTo>
                  <a:cubicBezTo>
                    <a:pt x="29" y="99"/>
                    <a:pt x="28" y="100"/>
                    <a:pt x="26" y="100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6" y="101"/>
                    <a:pt x="25" y="101"/>
                    <a:pt x="25" y="100"/>
                  </a:cubicBezTo>
                  <a:cubicBezTo>
                    <a:pt x="23" y="99"/>
                    <a:pt x="21" y="98"/>
                    <a:pt x="19" y="96"/>
                  </a:cubicBezTo>
                  <a:cubicBezTo>
                    <a:pt x="18" y="94"/>
                    <a:pt x="16" y="92"/>
                    <a:pt x="15" y="90"/>
                  </a:cubicBezTo>
                  <a:cubicBezTo>
                    <a:pt x="13" y="86"/>
                    <a:pt x="11" y="82"/>
                    <a:pt x="9" y="77"/>
                  </a:cubicBezTo>
                  <a:cubicBezTo>
                    <a:pt x="7" y="73"/>
                    <a:pt x="6" y="69"/>
                    <a:pt x="5" y="64"/>
                  </a:cubicBezTo>
                  <a:cubicBezTo>
                    <a:pt x="4" y="60"/>
                    <a:pt x="3" y="55"/>
                    <a:pt x="2" y="5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5" name="Freeform 153">
              <a:extLst>
                <a:ext uri="{FF2B5EF4-FFF2-40B4-BE49-F238E27FC236}">
                  <a16:creationId xmlns:a16="http://schemas.microsoft.com/office/drawing/2014/main" id="{4F051E4D-79B4-D0CA-FB70-214450467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918"/>
              <a:ext cx="100" cy="99"/>
            </a:xfrm>
            <a:custGeom>
              <a:avLst/>
              <a:gdLst>
                <a:gd name="T0" fmla="*/ 22 w 22"/>
                <a:gd name="T1" fmla="*/ 16 h 22"/>
                <a:gd name="T2" fmla="*/ 12 w 22"/>
                <a:gd name="T3" fmla="*/ 21 h 22"/>
                <a:gd name="T4" fmla="*/ 1 w 22"/>
                <a:gd name="T5" fmla="*/ 21 h 22"/>
                <a:gd name="T6" fmla="*/ 0 w 22"/>
                <a:gd name="T7" fmla="*/ 20 h 22"/>
                <a:gd name="T8" fmla="*/ 1 w 22"/>
                <a:gd name="T9" fmla="*/ 20 h 22"/>
                <a:gd name="T10" fmla="*/ 3 w 22"/>
                <a:gd name="T11" fmla="*/ 10 h 22"/>
                <a:gd name="T12" fmla="*/ 4 w 22"/>
                <a:gd name="T13" fmla="*/ 5 h 22"/>
                <a:gd name="T14" fmla="*/ 5 w 22"/>
                <a:gd name="T15" fmla="*/ 2 h 22"/>
                <a:gd name="T16" fmla="*/ 8 w 22"/>
                <a:gd name="T17" fmla="*/ 0 h 22"/>
                <a:gd name="T18" fmla="*/ 10 w 22"/>
                <a:gd name="T19" fmla="*/ 0 h 22"/>
                <a:gd name="T20" fmla="*/ 12 w 22"/>
                <a:gd name="T21" fmla="*/ 1 h 22"/>
                <a:gd name="T22" fmla="*/ 15 w 22"/>
                <a:gd name="T23" fmla="*/ 2 h 22"/>
                <a:gd name="T24" fmla="*/ 18 w 22"/>
                <a:gd name="T25" fmla="*/ 6 h 22"/>
                <a:gd name="T26" fmla="*/ 22 w 22"/>
                <a:gd name="T27" fmla="*/ 16 h 22"/>
                <a:gd name="T28" fmla="*/ 22 w 22"/>
                <a:gd name="T29" fmla="*/ 16 h 22"/>
                <a:gd name="T30" fmla="*/ 21 w 22"/>
                <a:gd name="T31" fmla="*/ 16 h 22"/>
                <a:gd name="T32" fmla="*/ 15 w 22"/>
                <a:gd name="T33" fmla="*/ 9 h 22"/>
                <a:gd name="T34" fmla="*/ 12 w 22"/>
                <a:gd name="T35" fmla="*/ 6 h 22"/>
                <a:gd name="T36" fmla="*/ 10 w 22"/>
                <a:gd name="T37" fmla="*/ 5 h 22"/>
                <a:gd name="T38" fmla="*/ 10 w 22"/>
                <a:gd name="T39" fmla="*/ 4 h 22"/>
                <a:gd name="T40" fmla="*/ 10 w 22"/>
                <a:gd name="T41" fmla="*/ 4 h 22"/>
                <a:gd name="T42" fmla="*/ 9 w 22"/>
                <a:gd name="T43" fmla="*/ 5 h 22"/>
                <a:gd name="T44" fmla="*/ 8 w 22"/>
                <a:gd name="T45" fmla="*/ 7 h 22"/>
                <a:gd name="T46" fmla="*/ 5 w 22"/>
                <a:gd name="T47" fmla="*/ 11 h 22"/>
                <a:gd name="T48" fmla="*/ 2 w 22"/>
                <a:gd name="T49" fmla="*/ 20 h 22"/>
                <a:gd name="T50" fmla="*/ 2 w 22"/>
                <a:gd name="T51" fmla="*/ 19 h 22"/>
                <a:gd name="T52" fmla="*/ 11 w 22"/>
                <a:gd name="T53" fmla="*/ 17 h 22"/>
                <a:gd name="T54" fmla="*/ 16 w 22"/>
                <a:gd name="T55" fmla="*/ 16 h 22"/>
                <a:gd name="T56" fmla="*/ 21 w 22"/>
                <a:gd name="T57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" h="22">
                  <a:moveTo>
                    <a:pt x="22" y="16"/>
                  </a:moveTo>
                  <a:cubicBezTo>
                    <a:pt x="19" y="18"/>
                    <a:pt x="16" y="20"/>
                    <a:pt x="12" y="21"/>
                  </a:cubicBezTo>
                  <a:cubicBezTo>
                    <a:pt x="9" y="22"/>
                    <a:pt x="5" y="21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2" y="16"/>
                    <a:pt x="2" y="13"/>
                    <a:pt x="3" y="10"/>
                  </a:cubicBezTo>
                  <a:cubicBezTo>
                    <a:pt x="3" y="8"/>
                    <a:pt x="3" y="7"/>
                    <a:pt x="4" y="5"/>
                  </a:cubicBezTo>
                  <a:cubicBezTo>
                    <a:pt x="4" y="4"/>
                    <a:pt x="5" y="3"/>
                    <a:pt x="5" y="2"/>
                  </a:cubicBezTo>
                  <a:cubicBezTo>
                    <a:pt x="6" y="2"/>
                    <a:pt x="7" y="1"/>
                    <a:pt x="8" y="0"/>
                  </a:cubicBezTo>
                  <a:cubicBezTo>
                    <a:pt x="10" y="0"/>
                    <a:pt x="9" y="0"/>
                    <a:pt x="10" y="0"/>
                  </a:cubicBezTo>
                  <a:cubicBezTo>
                    <a:pt x="11" y="0"/>
                    <a:pt x="12" y="0"/>
                    <a:pt x="12" y="1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6" y="4"/>
                    <a:pt x="17" y="5"/>
                    <a:pt x="18" y="6"/>
                  </a:cubicBezTo>
                  <a:cubicBezTo>
                    <a:pt x="20" y="9"/>
                    <a:pt x="21" y="12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lose/>
                  <a:moveTo>
                    <a:pt x="21" y="16"/>
                  </a:moveTo>
                  <a:cubicBezTo>
                    <a:pt x="19" y="13"/>
                    <a:pt x="17" y="11"/>
                    <a:pt x="15" y="9"/>
                  </a:cubicBezTo>
                  <a:cubicBezTo>
                    <a:pt x="14" y="8"/>
                    <a:pt x="13" y="7"/>
                    <a:pt x="12" y="6"/>
                  </a:cubicBezTo>
                  <a:cubicBezTo>
                    <a:pt x="11" y="5"/>
                    <a:pt x="11" y="5"/>
                    <a:pt x="10" y="5"/>
                  </a:cubicBezTo>
                  <a:cubicBezTo>
                    <a:pt x="10" y="4"/>
                    <a:pt x="10" y="5"/>
                    <a:pt x="10" y="4"/>
                  </a:cubicBezTo>
                  <a:cubicBezTo>
                    <a:pt x="10" y="4"/>
                    <a:pt x="9" y="4"/>
                    <a:pt x="10" y="4"/>
                  </a:cubicBezTo>
                  <a:cubicBezTo>
                    <a:pt x="9" y="5"/>
                    <a:pt x="9" y="4"/>
                    <a:pt x="9" y="5"/>
                  </a:cubicBezTo>
                  <a:cubicBezTo>
                    <a:pt x="8" y="6"/>
                    <a:pt x="8" y="6"/>
                    <a:pt x="8" y="7"/>
                  </a:cubicBezTo>
                  <a:cubicBezTo>
                    <a:pt x="7" y="8"/>
                    <a:pt x="6" y="9"/>
                    <a:pt x="5" y="11"/>
                  </a:cubicBezTo>
                  <a:cubicBezTo>
                    <a:pt x="4" y="14"/>
                    <a:pt x="3" y="17"/>
                    <a:pt x="2" y="20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5" y="18"/>
                    <a:pt x="8" y="17"/>
                    <a:pt x="11" y="17"/>
                  </a:cubicBezTo>
                  <a:cubicBezTo>
                    <a:pt x="13" y="17"/>
                    <a:pt x="15" y="17"/>
                    <a:pt x="16" y="16"/>
                  </a:cubicBezTo>
                  <a:cubicBezTo>
                    <a:pt x="18" y="16"/>
                    <a:pt x="20" y="16"/>
                    <a:pt x="21" y="16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6" name="Freeform 154">
              <a:extLst>
                <a:ext uri="{FF2B5EF4-FFF2-40B4-BE49-F238E27FC236}">
                  <a16:creationId xmlns:a16="http://schemas.microsoft.com/office/drawing/2014/main" id="{A467D753-C28E-F92B-6A92-61FF06BA85FA}"/>
                </a:ext>
              </a:extLst>
            </p:cNvPr>
            <p:cNvSpPr/>
            <p:nvPr/>
          </p:nvSpPr>
          <p:spPr bwMode="auto">
            <a:xfrm>
              <a:off x="3637" y="2022"/>
              <a:ext cx="96" cy="22"/>
            </a:xfrm>
            <a:custGeom>
              <a:avLst/>
              <a:gdLst>
                <a:gd name="T0" fmla="*/ 0 w 21"/>
                <a:gd name="T1" fmla="*/ 4 h 5"/>
                <a:gd name="T2" fmla="*/ 4 w 21"/>
                <a:gd name="T3" fmla="*/ 3 h 5"/>
                <a:gd name="T4" fmla="*/ 7 w 21"/>
                <a:gd name="T5" fmla="*/ 2 h 5"/>
                <a:gd name="T6" fmla="*/ 11 w 21"/>
                <a:gd name="T7" fmla="*/ 1 h 5"/>
                <a:gd name="T8" fmla="*/ 18 w 21"/>
                <a:gd name="T9" fmla="*/ 0 h 5"/>
                <a:gd name="T10" fmla="*/ 21 w 21"/>
                <a:gd name="T11" fmla="*/ 0 h 5"/>
                <a:gd name="T12" fmla="*/ 19 w 21"/>
                <a:gd name="T13" fmla="*/ 1 h 5"/>
                <a:gd name="T14" fmla="*/ 11 w 21"/>
                <a:gd name="T15" fmla="*/ 4 h 5"/>
                <a:gd name="T16" fmla="*/ 7 w 21"/>
                <a:gd name="T17" fmla="*/ 5 h 5"/>
                <a:gd name="T18" fmla="*/ 4 w 21"/>
                <a:gd name="T19" fmla="*/ 5 h 5"/>
                <a:gd name="T20" fmla="*/ 0 w 21"/>
                <a:gd name="T2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5">
                  <a:moveTo>
                    <a:pt x="0" y="4"/>
                  </a:moveTo>
                  <a:cubicBezTo>
                    <a:pt x="0" y="4"/>
                    <a:pt x="2" y="3"/>
                    <a:pt x="4" y="3"/>
                  </a:cubicBezTo>
                  <a:cubicBezTo>
                    <a:pt x="5" y="3"/>
                    <a:pt x="6" y="2"/>
                    <a:pt x="7" y="2"/>
                  </a:cubicBezTo>
                  <a:cubicBezTo>
                    <a:pt x="8" y="2"/>
                    <a:pt x="10" y="2"/>
                    <a:pt x="11" y="1"/>
                  </a:cubicBezTo>
                  <a:cubicBezTo>
                    <a:pt x="13" y="1"/>
                    <a:pt x="16" y="0"/>
                    <a:pt x="18" y="0"/>
                  </a:cubicBezTo>
                  <a:cubicBezTo>
                    <a:pt x="20" y="0"/>
                    <a:pt x="21" y="0"/>
                    <a:pt x="21" y="0"/>
                  </a:cubicBezTo>
                  <a:cubicBezTo>
                    <a:pt x="21" y="0"/>
                    <a:pt x="20" y="0"/>
                    <a:pt x="19" y="1"/>
                  </a:cubicBezTo>
                  <a:cubicBezTo>
                    <a:pt x="17" y="3"/>
                    <a:pt x="14" y="4"/>
                    <a:pt x="11" y="4"/>
                  </a:cubicBezTo>
                  <a:cubicBezTo>
                    <a:pt x="10" y="5"/>
                    <a:pt x="8" y="5"/>
                    <a:pt x="7" y="5"/>
                  </a:cubicBezTo>
                  <a:cubicBezTo>
                    <a:pt x="6" y="5"/>
                    <a:pt x="5" y="5"/>
                    <a:pt x="4" y="5"/>
                  </a:cubicBezTo>
                  <a:cubicBezTo>
                    <a:pt x="2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7" name="Freeform 155">
              <a:extLst>
                <a:ext uri="{FF2B5EF4-FFF2-40B4-BE49-F238E27FC236}">
                  <a16:creationId xmlns:a16="http://schemas.microsoft.com/office/drawing/2014/main" id="{831B71E3-55A6-ADF4-A9C0-E96635DBE098}"/>
                </a:ext>
              </a:extLst>
            </p:cNvPr>
            <p:cNvSpPr/>
            <p:nvPr/>
          </p:nvSpPr>
          <p:spPr bwMode="auto">
            <a:xfrm>
              <a:off x="3665" y="2189"/>
              <a:ext cx="127" cy="36"/>
            </a:xfrm>
            <a:custGeom>
              <a:avLst/>
              <a:gdLst>
                <a:gd name="T0" fmla="*/ 0 w 28"/>
                <a:gd name="T1" fmla="*/ 6 h 8"/>
                <a:gd name="T2" fmla="*/ 4 w 28"/>
                <a:gd name="T3" fmla="*/ 4 h 8"/>
                <a:gd name="T4" fmla="*/ 9 w 28"/>
                <a:gd name="T5" fmla="*/ 4 h 8"/>
                <a:gd name="T6" fmla="*/ 14 w 28"/>
                <a:gd name="T7" fmla="*/ 3 h 8"/>
                <a:gd name="T8" fmla="*/ 19 w 28"/>
                <a:gd name="T9" fmla="*/ 1 h 8"/>
                <a:gd name="T10" fmla="*/ 23 w 28"/>
                <a:gd name="T11" fmla="*/ 0 h 8"/>
                <a:gd name="T12" fmla="*/ 28 w 28"/>
                <a:gd name="T13" fmla="*/ 0 h 8"/>
                <a:gd name="T14" fmla="*/ 28 w 28"/>
                <a:gd name="T15" fmla="*/ 0 h 8"/>
                <a:gd name="T16" fmla="*/ 28 w 28"/>
                <a:gd name="T17" fmla="*/ 0 h 8"/>
                <a:gd name="T18" fmla="*/ 24 w 28"/>
                <a:gd name="T19" fmla="*/ 4 h 8"/>
                <a:gd name="T20" fmla="*/ 14 w 28"/>
                <a:gd name="T21" fmla="*/ 6 h 8"/>
                <a:gd name="T22" fmla="*/ 9 w 28"/>
                <a:gd name="T23" fmla="*/ 6 h 8"/>
                <a:gd name="T24" fmla="*/ 4 w 28"/>
                <a:gd name="T25" fmla="*/ 7 h 8"/>
                <a:gd name="T26" fmla="*/ 0 w 28"/>
                <a:gd name="T27" fmla="*/ 6 h 8"/>
                <a:gd name="T28" fmla="*/ 0 w 28"/>
                <a:gd name="T29" fmla="*/ 6 h 8"/>
                <a:gd name="T30" fmla="*/ 0 w 28"/>
                <a:gd name="T31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8">
                  <a:moveTo>
                    <a:pt x="0" y="6"/>
                  </a:moveTo>
                  <a:cubicBezTo>
                    <a:pt x="0" y="6"/>
                    <a:pt x="1" y="4"/>
                    <a:pt x="4" y="4"/>
                  </a:cubicBezTo>
                  <a:cubicBezTo>
                    <a:pt x="6" y="3"/>
                    <a:pt x="7" y="4"/>
                    <a:pt x="9" y="4"/>
                  </a:cubicBezTo>
                  <a:cubicBezTo>
                    <a:pt x="10" y="5"/>
                    <a:pt x="12" y="4"/>
                    <a:pt x="14" y="3"/>
                  </a:cubicBezTo>
                  <a:cubicBezTo>
                    <a:pt x="16" y="2"/>
                    <a:pt x="17" y="2"/>
                    <a:pt x="19" y="1"/>
                  </a:cubicBezTo>
                  <a:cubicBezTo>
                    <a:pt x="20" y="1"/>
                    <a:pt x="22" y="0"/>
                    <a:pt x="23" y="0"/>
                  </a:cubicBezTo>
                  <a:cubicBezTo>
                    <a:pt x="26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7" y="2"/>
                    <a:pt x="24" y="4"/>
                  </a:cubicBezTo>
                  <a:cubicBezTo>
                    <a:pt x="22" y="5"/>
                    <a:pt x="18" y="6"/>
                    <a:pt x="14" y="6"/>
                  </a:cubicBezTo>
                  <a:cubicBezTo>
                    <a:pt x="12" y="5"/>
                    <a:pt x="11" y="6"/>
                    <a:pt x="9" y="6"/>
                  </a:cubicBezTo>
                  <a:cubicBezTo>
                    <a:pt x="7" y="7"/>
                    <a:pt x="6" y="8"/>
                    <a:pt x="4" y="7"/>
                  </a:cubicBezTo>
                  <a:cubicBezTo>
                    <a:pt x="2" y="7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8" name="Freeform 156">
              <a:extLst>
                <a:ext uri="{FF2B5EF4-FFF2-40B4-BE49-F238E27FC236}">
                  <a16:creationId xmlns:a16="http://schemas.microsoft.com/office/drawing/2014/main" id="{15F91854-033F-7F92-E7F4-CB2A2D86CF75}"/>
                </a:ext>
              </a:extLst>
            </p:cNvPr>
            <p:cNvSpPr/>
            <p:nvPr/>
          </p:nvSpPr>
          <p:spPr bwMode="auto">
            <a:xfrm>
              <a:off x="3669" y="2216"/>
              <a:ext cx="123" cy="41"/>
            </a:xfrm>
            <a:custGeom>
              <a:avLst/>
              <a:gdLst>
                <a:gd name="T0" fmla="*/ 0 w 27"/>
                <a:gd name="T1" fmla="*/ 7 h 9"/>
                <a:gd name="T2" fmla="*/ 4 w 27"/>
                <a:gd name="T3" fmla="*/ 5 h 9"/>
                <a:gd name="T4" fmla="*/ 9 w 27"/>
                <a:gd name="T5" fmla="*/ 5 h 9"/>
                <a:gd name="T6" fmla="*/ 14 w 27"/>
                <a:gd name="T7" fmla="*/ 5 h 9"/>
                <a:gd name="T8" fmla="*/ 22 w 27"/>
                <a:gd name="T9" fmla="*/ 1 h 9"/>
                <a:gd name="T10" fmla="*/ 27 w 27"/>
                <a:gd name="T11" fmla="*/ 1 h 9"/>
                <a:gd name="T12" fmla="*/ 27 w 27"/>
                <a:gd name="T13" fmla="*/ 1 h 9"/>
                <a:gd name="T14" fmla="*/ 27 w 27"/>
                <a:gd name="T15" fmla="*/ 1 h 9"/>
                <a:gd name="T16" fmla="*/ 24 w 27"/>
                <a:gd name="T17" fmla="*/ 4 h 9"/>
                <a:gd name="T18" fmla="*/ 14 w 27"/>
                <a:gd name="T19" fmla="*/ 7 h 9"/>
                <a:gd name="T20" fmla="*/ 9 w 27"/>
                <a:gd name="T21" fmla="*/ 8 h 9"/>
                <a:gd name="T22" fmla="*/ 7 w 27"/>
                <a:gd name="T23" fmla="*/ 9 h 9"/>
                <a:gd name="T24" fmla="*/ 5 w 27"/>
                <a:gd name="T25" fmla="*/ 9 h 9"/>
                <a:gd name="T26" fmla="*/ 0 w 27"/>
                <a:gd name="T27" fmla="*/ 7 h 9"/>
                <a:gd name="T28" fmla="*/ 0 w 27"/>
                <a:gd name="T29" fmla="*/ 7 h 9"/>
                <a:gd name="T30" fmla="*/ 0 w 27"/>
                <a:gd name="T3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" h="9">
                  <a:moveTo>
                    <a:pt x="0" y="7"/>
                  </a:moveTo>
                  <a:cubicBezTo>
                    <a:pt x="0" y="7"/>
                    <a:pt x="2" y="6"/>
                    <a:pt x="4" y="5"/>
                  </a:cubicBezTo>
                  <a:cubicBezTo>
                    <a:pt x="6" y="5"/>
                    <a:pt x="7" y="5"/>
                    <a:pt x="9" y="5"/>
                  </a:cubicBezTo>
                  <a:cubicBezTo>
                    <a:pt x="10" y="6"/>
                    <a:pt x="12" y="6"/>
                    <a:pt x="14" y="5"/>
                  </a:cubicBezTo>
                  <a:cubicBezTo>
                    <a:pt x="17" y="2"/>
                    <a:pt x="20" y="2"/>
                    <a:pt x="22" y="1"/>
                  </a:cubicBezTo>
                  <a:cubicBezTo>
                    <a:pt x="25" y="0"/>
                    <a:pt x="27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1"/>
                    <a:pt x="26" y="3"/>
                    <a:pt x="24" y="4"/>
                  </a:cubicBezTo>
                  <a:cubicBezTo>
                    <a:pt x="22" y="6"/>
                    <a:pt x="18" y="7"/>
                    <a:pt x="14" y="7"/>
                  </a:cubicBezTo>
                  <a:cubicBezTo>
                    <a:pt x="12" y="7"/>
                    <a:pt x="11" y="7"/>
                    <a:pt x="9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5" y="9"/>
                    <a:pt x="5" y="9"/>
                  </a:cubicBezTo>
                  <a:cubicBezTo>
                    <a:pt x="2" y="9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9" name="Freeform 157">
              <a:extLst>
                <a:ext uri="{FF2B5EF4-FFF2-40B4-BE49-F238E27FC236}">
                  <a16:creationId xmlns:a16="http://schemas.microsoft.com/office/drawing/2014/main" id="{31F38AD7-321E-4A80-A879-EFCA59FFE423}"/>
                </a:ext>
              </a:extLst>
            </p:cNvPr>
            <p:cNvSpPr/>
            <p:nvPr/>
          </p:nvSpPr>
          <p:spPr bwMode="auto">
            <a:xfrm>
              <a:off x="3706" y="2297"/>
              <a:ext cx="91" cy="18"/>
            </a:xfrm>
            <a:custGeom>
              <a:avLst/>
              <a:gdLst>
                <a:gd name="T0" fmla="*/ 0 w 20"/>
                <a:gd name="T1" fmla="*/ 4 h 4"/>
                <a:gd name="T2" fmla="*/ 3 w 20"/>
                <a:gd name="T3" fmla="*/ 2 h 4"/>
                <a:gd name="T4" fmla="*/ 10 w 20"/>
                <a:gd name="T5" fmla="*/ 0 h 4"/>
                <a:gd name="T6" fmla="*/ 17 w 20"/>
                <a:gd name="T7" fmla="*/ 0 h 4"/>
                <a:gd name="T8" fmla="*/ 20 w 20"/>
                <a:gd name="T9" fmla="*/ 0 h 4"/>
                <a:gd name="T10" fmla="*/ 17 w 20"/>
                <a:gd name="T11" fmla="*/ 1 h 4"/>
                <a:gd name="T12" fmla="*/ 11 w 20"/>
                <a:gd name="T13" fmla="*/ 3 h 4"/>
                <a:gd name="T14" fmla="*/ 4 w 20"/>
                <a:gd name="T15" fmla="*/ 4 h 4"/>
                <a:gd name="T16" fmla="*/ 0 w 20"/>
                <a:gd name="T1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4">
                  <a:moveTo>
                    <a:pt x="0" y="4"/>
                  </a:moveTo>
                  <a:cubicBezTo>
                    <a:pt x="0" y="4"/>
                    <a:pt x="2" y="3"/>
                    <a:pt x="3" y="2"/>
                  </a:cubicBezTo>
                  <a:cubicBezTo>
                    <a:pt x="5" y="2"/>
                    <a:pt x="8" y="1"/>
                    <a:pt x="10" y="0"/>
                  </a:cubicBezTo>
                  <a:cubicBezTo>
                    <a:pt x="13" y="0"/>
                    <a:pt x="15" y="0"/>
                    <a:pt x="17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20" y="0"/>
                    <a:pt x="19" y="1"/>
                    <a:pt x="17" y="1"/>
                  </a:cubicBezTo>
                  <a:cubicBezTo>
                    <a:pt x="16" y="2"/>
                    <a:pt x="13" y="3"/>
                    <a:pt x="11" y="3"/>
                  </a:cubicBezTo>
                  <a:cubicBezTo>
                    <a:pt x="8" y="4"/>
                    <a:pt x="6" y="4"/>
                    <a:pt x="4" y="4"/>
                  </a:cubicBezTo>
                  <a:cubicBezTo>
                    <a:pt x="2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0" name="Freeform 158">
              <a:extLst>
                <a:ext uri="{FF2B5EF4-FFF2-40B4-BE49-F238E27FC236}">
                  <a16:creationId xmlns:a16="http://schemas.microsoft.com/office/drawing/2014/main" id="{4CF2149F-77DF-5DE7-3A89-3C43EE304BB0}"/>
                </a:ext>
              </a:extLst>
            </p:cNvPr>
            <p:cNvSpPr/>
            <p:nvPr/>
          </p:nvSpPr>
          <p:spPr bwMode="auto">
            <a:xfrm>
              <a:off x="3687" y="2216"/>
              <a:ext cx="23" cy="27"/>
            </a:xfrm>
            <a:custGeom>
              <a:avLst/>
              <a:gdLst>
                <a:gd name="T0" fmla="*/ 2 w 5"/>
                <a:gd name="T1" fmla="*/ 0 h 6"/>
                <a:gd name="T2" fmla="*/ 3 w 5"/>
                <a:gd name="T3" fmla="*/ 0 h 6"/>
                <a:gd name="T4" fmla="*/ 3 w 5"/>
                <a:gd name="T5" fmla="*/ 1 h 6"/>
                <a:gd name="T6" fmla="*/ 4 w 5"/>
                <a:gd name="T7" fmla="*/ 2 h 6"/>
                <a:gd name="T8" fmla="*/ 5 w 5"/>
                <a:gd name="T9" fmla="*/ 4 h 6"/>
                <a:gd name="T10" fmla="*/ 4 w 5"/>
                <a:gd name="T11" fmla="*/ 5 h 6"/>
                <a:gd name="T12" fmla="*/ 3 w 5"/>
                <a:gd name="T13" fmla="*/ 6 h 6"/>
                <a:gd name="T14" fmla="*/ 1 w 5"/>
                <a:gd name="T15" fmla="*/ 5 h 6"/>
                <a:gd name="T16" fmla="*/ 1 w 5"/>
                <a:gd name="T17" fmla="*/ 3 h 6"/>
                <a:gd name="T18" fmla="*/ 1 w 5"/>
                <a:gd name="T19" fmla="*/ 2 h 6"/>
                <a:gd name="T20" fmla="*/ 0 w 5"/>
                <a:gd name="T21" fmla="*/ 2 h 6"/>
                <a:gd name="T22" fmla="*/ 1 w 5"/>
                <a:gd name="T23" fmla="*/ 0 h 6"/>
                <a:gd name="T24" fmla="*/ 2 w 5"/>
                <a:gd name="T2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5" y="3"/>
                    <a:pt x="5" y="3"/>
                    <a:pt x="5" y="4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2" y="3"/>
                    <a:pt x="2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1" name="Freeform 159">
              <a:extLst>
                <a:ext uri="{FF2B5EF4-FFF2-40B4-BE49-F238E27FC236}">
                  <a16:creationId xmlns:a16="http://schemas.microsoft.com/office/drawing/2014/main" id="{12D4595C-8B04-BC23-223A-A10CBC9A59BA}"/>
                </a:ext>
              </a:extLst>
            </p:cNvPr>
            <p:cNvSpPr/>
            <p:nvPr/>
          </p:nvSpPr>
          <p:spPr bwMode="auto">
            <a:xfrm>
              <a:off x="3724" y="2211"/>
              <a:ext cx="23" cy="23"/>
            </a:xfrm>
            <a:custGeom>
              <a:avLst/>
              <a:gdLst>
                <a:gd name="T0" fmla="*/ 2 w 5"/>
                <a:gd name="T1" fmla="*/ 0 h 5"/>
                <a:gd name="T2" fmla="*/ 3 w 5"/>
                <a:gd name="T3" fmla="*/ 1 h 5"/>
                <a:gd name="T4" fmla="*/ 3 w 5"/>
                <a:gd name="T5" fmla="*/ 2 h 5"/>
                <a:gd name="T6" fmla="*/ 3 w 5"/>
                <a:gd name="T7" fmla="*/ 2 h 5"/>
                <a:gd name="T8" fmla="*/ 4 w 5"/>
                <a:gd name="T9" fmla="*/ 4 h 5"/>
                <a:gd name="T10" fmla="*/ 3 w 5"/>
                <a:gd name="T11" fmla="*/ 5 h 5"/>
                <a:gd name="T12" fmla="*/ 2 w 5"/>
                <a:gd name="T13" fmla="*/ 5 h 5"/>
                <a:gd name="T14" fmla="*/ 1 w 5"/>
                <a:gd name="T15" fmla="*/ 5 h 5"/>
                <a:gd name="T16" fmla="*/ 1 w 5"/>
                <a:gd name="T17" fmla="*/ 3 h 5"/>
                <a:gd name="T18" fmla="*/ 1 w 5"/>
                <a:gd name="T19" fmla="*/ 2 h 5"/>
                <a:gd name="T20" fmla="*/ 0 w 5"/>
                <a:gd name="T21" fmla="*/ 1 h 5"/>
                <a:gd name="T22" fmla="*/ 1 w 5"/>
                <a:gd name="T23" fmla="*/ 0 h 5"/>
                <a:gd name="T24" fmla="*/ 2 w 5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cubicBezTo>
                    <a:pt x="2" y="0"/>
                    <a:pt x="3" y="0"/>
                    <a:pt x="3" y="1"/>
                  </a:cubicBezTo>
                  <a:cubicBezTo>
                    <a:pt x="4" y="1"/>
                    <a:pt x="4" y="1"/>
                    <a:pt x="3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4" y="5"/>
                    <a:pt x="3" y="5"/>
                    <a:pt x="3" y="5"/>
                  </a:cubicBezTo>
                  <a:cubicBezTo>
                    <a:pt x="3" y="5"/>
                    <a:pt x="3" y="5"/>
                    <a:pt x="2" y="5"/>
                  </a:cubicBezTo>
                  <a:cubicBezTo>
                    <a:pt x="2" y="5"/>
                    <a:pt x="1" y="5"/>
                    <a:pt x="1" y="5"/>
                  </a:cubicBezTo>
                  <a:cubicBezTo>
                    <a:pt x="0" y="5"/>
                    <a:pt x="0" y="4"/>
                    <a:pt x="1" y="3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2" name="Freeform 160">
              <a:extLst>
                <a:ext uri="{FF2B5EF4-FFF2-40B4-BE49-F238E27FC236}">
                  <a16:creationId xmlns:a16="http://schemas.microsoft.com/office/drawing/2014/main" id="{3CD2E029-1491-3DCD-DE49-C14C3A6872FB}"/>
                </a:ext>
              </a:extLst>
            </p:cNvPr>
            <p:cNvSpPr/>
            <p:nvPr/>
          </p:nvSpPr>
          <p:spPr bwMode="auto">
            <a:xfrm>
              <a:off x="3756" y="2202"/>
              <a:ext cx="22" cy="23"/>
            </a:xfrm>
            <a:custGeom>
              <a:avLst/>
              <a:gdLst>
                <a:gd name="T0" fmla="*/ 1 w 5"/>
                <a:gd name="T1" fmla="*/ 0 h 5"/>
                <a:gd name="T2" fmla="*/ 3 w 5"/>
                <a:gd name="T3" fmla="*/ 0 h 5"/>
                <a:gd name="T4" fmla="*/ 3 w 5"/>
                <a:gd name="T5" fmla="*/ 1 h 5"/>
                <a:gd name="T6" fmla="*/ 3 w 5"/>
                <a:gd name="T7" fmla="*/ 2 h 5"/>
                <a:gd name="T8" fmla="*/ 5 w 5"/>
                <a:gd name="T9" fmla="*/ 4 h 5"/>
                <a:gd name="T10" fmla="*/ 3 w 5"/>
                <a:gd name="T11" fmla="*/ 5 h 5"/>
                <a:gd name="T12" fmla="*/ 3 w 5"/>
                <a:gd name="T13" fmla="*/ 5 h 5"/>
                <a:gd name="T14" fmla="*/ 1 w 5"/>
                <a:gd name="T15" fmla="*/ 5 h 5"/>
                <a:gd name="T16" fmla="*/ 1 w 5"/>
                <a:gd name="T17" fmla="*/ 3 h 5"/>
                <a:gd name="T18" fmla="*/ 1 w 5"/>
                <a:gd name="T19" fmla="*/ 2 h 5"/>
                <a:gd name="T20" fmla="*/ 0 w 5"/>
                <a:gd name="T21" fmla="*/ 2 h 5"/>
                <a:gd name="T22" fmla="*/ 1 w 5"/>
                <a:gd name="T23" fmla="*/ 0 h 5"/>
                <a:gd name="T24" fmla="*/ 1 w 5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cubicBezTo>
                    <a:pt x="2" y="0"/>
                    <a:pt x="3" y="0"/>
                    <a:pt x="3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5" y="2"/>
                    <a:pt x="5" y="3"/>
                    <a:pt x="5" y="4"/>
                  </a:cubicBezTo>
                  <a:cubicBezTo>
                    <a:pt x="4" y="4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2" y="5"/>
                    <a:pt x="1" y="5"/>
                  </a:cubicBezTo>
                  <a:cubicBezTo>
                    <a:pt x="0" y="5"/>
                    <a:pt x="0" y="4"/>
                    <a:pt x="1" y="3"/>
                  </a:cubicBezTo>
                  <a:cubicBezTo>
                    <a:pt x="2" y="3"/>
                    <a:pt x="2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3" name="Freeform 161">
              <a:extLst>
                <a:ext uri="{FF2B5EF4-FFF2-40B4-BE49-F238E27FC236}">
                  <a16:creationId xmlns:a16="http://schemas.microsoft.com/office/drawing/2014/main" id="{5291938D-9193-A1A1-AC99-6A32CFF2096F}"/>
                </a:ext>
              </a:extLst>
            </p:cNvPr>
            <p:cNvSpPr/>
            <p:nvPr/>
          </p:nvSpPr>
          <p:spPr bwMode="auto">
            <a:xfrm>
              <a:off x="4083" y="2193"/>
              <a:ext cx="187" cy="18"/>
            </a:xfrm>
            <a:custGeom>
              <a:avLst/>
              <a:gdLst>
                <a:gd name="T0" fmla="*/ 41 w 41"/>
                <a:gd name="T1" fmla="*/ 1 h 4"/>
                <a:gd name="T2" fmla="*/ 35 w 41"/>
                <a:gd name="T3" fmla="*/ 2 h 4"/>
                <a:gd name="T4" fmla="*/ 21 w 41"/>
                <a:gd name="T5" fmla="*/ 4 h 4"/>
                <a:gd name="T6" fmla="*/ 6 w 41"/>
                <a:gd name="T7" fmla="*/ 3 h 4"/>
                <a:gd name="T8" fmla="*/ 0 w 41"/>
                <a:gd name="T9" fmla="*/ 2 h 4"/>
                <a:gd name="T10" fmla="*/ 6 w 41"/>
                <a:gd name="T11" fmla="*/ 1 h 4"/>
                <a:gd name="T12" fmla="*/ 20 w 41"/>
                <a:gd name="T13" fmla="*/ 0 h 4"/>
                <a:gd name="T14" fmla="*/ 35 w 41"/>
                <a:gd name="T15" fmla="*/ 1 h 4"/>
                <a:gd name="T16" fmla="*/ 41 w 41"/>
                <a:gd name="T1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4">
                  <a:moveTo>
                    <a:pt x="41" y="1"/>
                  </a:moveTo>
                  <a:cubicBezTo>
                    <a:pt x="41" y="1"/>
                    <a:pt x="39" y="2"/>
                    <a:pt x="35" y="2"/>
                  </a:cubicBezTo>
                  <a:cubicBezTo>
                    <a:pt x="31" y="3"/>
                    <a:pt x="26" y="3"/>
                    <a:pt x="21" y="4"/>
                  </a:cubicBezTo>
                  <a:cubicBezTo>
                    <a:pt x="15" y="3"/>
                    <a:pt x="10" y="3"/>
                    <a:pt x="6" y="3"/>
                  </a:cubicBezTo>
                  <a:cubicBezTo>
                    <a:pt x="2" y="2"/>
                    <a:pt x="0" y="2"/>
                    <a:pt x="0" y="2"/>
                  </a:cubicBezTo>
                  <a:cubicBezTo>
                    <a:pt x="0" y="2"/>
                    <a:pt x="2" y="1"/>
                    <a:pt x="6" y="1"/>
                  </a:cubicBezTo>
                  <a:cubicBezTo>
                    <a:pt x="10" y="0"/>
                    <a:pt x="15" y="0"/>
                    <a:pt x="20" y="0"/>
                  </a:cubicBezTo>
                  <a:cubicBezTo>
                    <a:pt x="26" y="0"/>
                    <a:pt x="31" y="0"/>
                    <a:pt x="35" y="1"/>
                  </a:cubicBezTo>
                  <a:cubicBezTo>
                    <a:pt x="39" y="1"/>
                    <a:pt x="41" y="1"/>
                    <a:pt x="41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4" name="Freeform 162">
              <a:extLst>
                <a:ext uri="{FF2B5EF4-FFF2-40B4-BE49-F238E27FC236}">
                  <a16:creationId xmlns:a16="http://schemas.microsoft.com/office/drawing/2014/main" id="{7CC2F18E-BE1F-1666-EA6E-6BCA7FB9E682}"/>
                </a:ext>
              </a:extLst>
            </p:cNvPr>
            <p:cNvSpPr/>
            <p:nvPr/>
          </p:nvSpPr>
          <p:spPr bwMode="auto">
            <a:xfrm>
              <a:off x="4174" y="2008"/>
              <a:ext cx="110" cy="99"/>
            </a:xfrm>
            <a:custGeom>
              <a:avLst/>
              <a:gdLst>
                <a:gd name="T0" fmla="*/ 0 w 24"/>
                <a:gd name="T1" fmla="*/ 0 h 22"/>
                <a:gd name="T2" fmla="*/ 5 w 24"/>
                <a:gd name="T3" fmla="*/ 2 h 22"/>
                <a:gd name="T4" fmla="*/ 13 w 24"/>
                <a:gd name="T5" fmla="*/ 9 h 22"/>
                <a:gd name="T6" fmla="*/ 21 w 24"/>
                <a:gd name="T7" fmla="*/ 17 h 22"/>
                <a:gd name="T8" fmla="*/ 24 w 24"/>
                <a:gd name="T9" fmla="*/ 22 h 22"/>
                <a:gd name="T10" fmla="*/ 20 w 24"/>
                <a:gd name="T11" fmla="*/ 19 h 22"/>
                <a:gd name="T12" fmla="*/ 11 w 24"/>
                <a:gd name="T13" fmla="*/ 12 h 22"/>
                <a:gd name="T14" fmla="*/ 4 w 24"/>
                <a:gd name="T15" fmla="*/ 4 h 22"/>
                <a:gd name="T16" fmla="*/ 0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0" y="0"/>
                  </a:moveTo>
                  <a:cubicBezTo>
                    <a:pt x="0" y="0"/>
                    <a:pt x="2" y="1"/>
                    <a:pt x="5" y="2"/>
                  </a:cubicBezTo>
                  <a:cubicBezTo>
                    <a:pt x="7" y="4"/>
                    <a:pt x="10" y="7"/>
                    <a:pt x="13" y="9"/>
                  </a:cubicBezTo>
                  <a:cubicBezTo>
                    <a:pt x="16" y="12"/>
                    <a:pt x="19" y="15"/>
                    <a:pt x="21" y="17"/>
                  </a:cubicBezTo>
                  <a:cubicBezTo>
                    <a:pt x="23" y="20"/>
                    <a:pt x="24" y="22"/>
                    <a:pt x="24" y="22"/>
                  </a:cubicBezTo>
                  <a:cubicBezTo>
                    <a:pt x="24" y="22"/>
                    <a:pt x="23" y="21"/>
                    <a:pt x="20" y="19"/>
                  </a:cubicBezTo>
                  <a:cubicBezTo>
                    <a:pt x="18" y="17"/>
                    <a:pt x="14" y="14"/>
                    <a:pt x="11" y="12"/>
                  </a:cubicBezTo>
                  <a:cubicBezTo>
                    <a:pt x="9" y="9"/>
                    <a:pt x="6" y="6"/>
                    <a:pt x="4" y="4"/>
                  </a:cubicBezTo>
                  <a:cubicBezTo>
                    <a:pt x="2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5" name="Freeform 163">
              <a:extLst>
                <a:ext uri="{FF2B5EF4-FFF2-40B4-BE49-F238E27FC236}">
                  <a16:creationId xmlns:a16="http://schemas.microsoft.com/office/drawing/2014/main" id="{DEDB71C3-362E-8BE9-A99F-6BC0FABCBD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5" y="1913"/>
              <a:ext cx="178" cy="456"/>
            </a:xfrm>
            <a:custGeom>
              <a:avLst/>
              <a:gdLst>
                <a:gd name="T0" fmla="*/ 36 w 39"/>
                <a:gd name="T1" fmla="*/ 51 h 101"/>
                <a:gd name="T2" fmla="*/ 34 w 39"/>
                <a:gd name="T3" fmla="*/ 65 h 101"/>
                <a:gd name="T4" fmla="*/ 30 w 39"/>
                <a:gd name="T5" fmla="*/ 78 h 101"/>
                <a:gd name="T6" fmla="*/ 24 w 39"/>
                <a:gd name="T7" fmla="*/ 90 h 101"/>
                <a:gd name="T8" fmla="*/ 19 w 39"/>
                <a:gd name="T9" fmla="*/ 96 h 101"/>
                <a:gd name="T10" fmla="*/ 14 w 39"/>
                <a:gd name="T11" fmla="*/ 101 h 101"/>
                <a:gd name="T12" fmla="*/ 13 w 39"/>
                <a:gd name="T13" fmla="*/ 101 h 101"/>
                <a:gd name="T14" fmla="*/ 12 w 39"/>
                <a:gd name="T15" fmla="*/ 101 h 101"/>
                <a:gd name="T16" fmla="*/ 8 w 39"/>
                <a:gd name="T17" fmla="*/ 100 h 101"/>
                <a:gd name="T18" fmla="*/ 4 w 39"/>
                <a:gd name="T19" fmla="*/ 99 h 101"/>
                <a:gd name="T20" fmla="*/ 4 w 39"/>
                <a:gd name="T21" fmla="*/ 99 h 101"/>
                <a:gd name="T22" fmla="*/ 4 w 39"/>
                <a:gd name="T23" fmla="*/ 99 h 101"/>
                <a:gd name="T24" fmla="*/ 0 w 39"/>
                <a:gd name="T25" fmla="*/ 89 h 101"/>
                <a:gd name="T26" fmla="*/ 0 w 39"/>
                <a:gd name="T27" fmla="*/ 79 h 101"/>
                <a:gd name="T28" fmla="*/ 1 w 39"/>
                <a:gd name="T29" fmla="*/ 59 h 101"/>
                <a:gd name="T30" fmla="*/ 11 w 39"/>
                <a:gd name="T31" fmla="*/ 22 h 101"/>
                <a:gd name="T32" fmla="*/ 22 w 39"/>
                <a:gd name="T33" fmla="*/ 4 h 101"/>
                <a:gd name="T34" fmla="*/ 26 w 39"/>
                <a:gd name="T35" fmla="*/ 1 h 101"/>
                <a:gd name="T36" fmla="*/ 30 w 39"/>
                <a:gd name="T37" fmla="*/ 1 h 101"/>
                <a:gd name="T38" fmla="*/ 33 w 39"/>
                <a:gd name="T39" fmla="*/ 2 h 101"/>
                <a:gd name="T40" fmla="*/ 37 w 39"/>
                <a:gd name="T41" fmla="*/ 12 h 101"/>
                <a:gd name="T42" fmla="*/ 38 w 39"/>
                <a:gd name="T43" fmla="*/ 32 h 101"/>
                <a:gd name="T44" fmla="*/ 36 w 39"/>
                <a:gd name="T45" fmla="*/ 51 h 101"/>
                <a:gd name="T46" fmla="*/ 36 w 39"/>
                <a:gd name="T47" fmla="*/ 51 h 101"/>
                <a:gd name="T48" fmla="*/ 34 w 39"/>
                <a:gd name="T49" fmla="*/ 13 h 101"/>
                <a:gd name="T50" fmla="*/ 30 w 39"/>
                <a:gd name="T51" fmla="*/ 6 h 101"/>
                <a:gd name="T52" fmla="*/ 29 w 39"/>
                <a:gd name="T53" fmla="*/ 5 h 101"/>
                <a:gd name="T54" fmla="*/ 28 w 39"/>
                <a:gd name="T55" fmla="*/ 5 h 101"/>
                <a:gd name="T56" fmla="*/ 25 w 39"/>
                <a:gd name="T57" fmla="*/ 8 h 101"/>
                <a:gd name="T58" fmla="*/ 15 w 39"/>
                <a:gd name="T59" fmla="*/ 23 h 101"/>
                <a:gd name="T60" fmla="*/ 8 w 39"/>
                <a:gd name="T61" fmla="*/ 41 h 101"/>
                <a:gd name="T62" fmla="*/ 3 w 39"/>
                <a:gd name="T63" fmla="*/ 60 h 101"/>
                <a:gd name="T64" fmla="*/ 1 w 39"/>
                <a:gd name="T65" fmla="*/ 79 h 101"/>
                <a:gd name="T66" fmla="*/ 2 w 39"/>
                <a:gd name="T67" fmla="*/ 88 h 101"/>
                <a:gd name="T68" fmla="*/ 5 w 39"/>
                <a:gd name="T69" fmla="*/ 96 h 101"/>
                <a:gd name="T70" fmla="*/ 4 w 39"/>
                <a:gd name="T71" fmla="*/ 96 h 101"/>
                <a:gd name="T72" fmla="*/ 9 w 39"/>
                <a:gd name="T73" fmla="*/ 97 h 101"/>
                <a:gd name="T74" fmla="*/ 13 w 39"/>
                <a:gd name="T75" fmla="*/ 98 h 101"/>
                <a:gd name="T76" fmla="*/ 12 w 39"/>
                <a:gd name="T77" fmla="*/ 98 h 101"/>
                <a:gd name="T78" fmla="*/ 17 w 39"/>
                <a:gd name="T79" fmla="*/ 94 h 101"/>
                <a:gd name="T80" fmla="*/ 20 w 39"/>
                <a:gd name="T81" fmla="*/ 88 h 101"/>
                <a:gd name="T82" fmla="*/ 27 w 39"/>
                <a:gd name="T83" fmla="*/ 77 h 101"/>
                <a:gd name="T84" fmla="*/ 36 w 39"/>
                <a:gd name="T85" fmla="*/ 5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" h="101">
                  <a:moveTo>
                    <a:pt x="36" y="51"/>
                  </a:moveTo>
                  <a:cubicBezTo>
                    <a:pt x="36" y="56"/>
                    <a:pt x="35" y="60"/>
                    <a:pt x="34" y="65"/>
                  </a:cubicBezTo>
                  <a:cubicBezTo>
                    <a:pt x="32" y="69"/>
                    <a:pt x="31" y="74"/>
                    <a:pt x="30" y="78"/>
                  </a:cubicBezTo>
                  <a:cubicBezTo>
                    <a:pt x="28" y="82"/>
                    <a:pt x="26" y="86"/>
                    <a:pt x="24" y="90"/>
                  </a:cubicBezTo>
                  <a:cubicBezTo>
                    <a:pt x="23" y="93"/>
                    <a:pt x="21" y="94"/>
                    <a:pt x="19" y="96"/>
                  </a:cubicBezTo>
                  <a:cubicBezTo>
                    <a:pt x="18" y="98"/>
                    <a:pt x="16" y="99"/>
                    <a:pt x="14" y="101"/>
                  </a:cubicBezTo>
                  <a:cubicBezTo>
                    <a:pt x="13" y="101"/>
                    <a:pt x="13" y="101"/>
                    <a:pt x="13" y="101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1" y="101"/>
                    <a:pt x="10" y="100"/>
                    <a:pt x="8" y="100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0" y="95"/>
                    <a:pt x="1" y="92"/>
                    <a:pt x="0" y="89"/>
                  </a:cubicBezTo>
                  <a:cubicBezTo>
                    <a:pt x="0" y="85"/>
                    <a:pt x="0" y="82"/>
                    <a:pt x="0" y="79"/>
                  </a:cubicBezTo>
                  <a:cubicBezTo>
                    <a:pt x="0" y="72"/>
                    <a:pt x="1" y="66"/>
                    <a:pt x="1" y="59"/>
                  </a:cubicBezTo>
                  <a:cubicBezTo>
                    <a:pt x="2" y="46"/>
                    <a:pt x="6" y="33"/>
                    <a:pt x="11" y="22"/>
                  </a:cubicBezTo>
                  <a:cubicBezTo>
                    <a:pt x="14" y="16"/>
                    <a:pt x="17" y="10"/>
                    <a:pt x="22" y="4"/>
                  </a:cubicBezTo>
                  <a:cubicBezTo>
                    <a:pt x="23" y="3"/>
                    <a:pt x="24" y="2"/>
                    <a:pt x="26" y="1"/>
                  </a:cubicBezTo>
                  <a:cubicBezTo>
                    <a:pt x="27" y="0"/>
                    <a:pt x="29" y="0"/>
                    <a:pt x="30" y="1"/>
                  </a:cubicBezTo>
                  <a:cubicBezTo>
                    <a:pt x="31" y="1"/>
                    <a:pt x="32" y="1"/>
                    <a:pt x="33" y="2"/>
                  </a:cubicBezTo>
                  <a:cubicBezTo>
                    <a:pt x="36" y="6"/>
                    <a:pt x="37" y="9"/>
                    <a:pt x="37" y="12"/>
                  </a:cubicBezTo>
                  <a:cubicBezTo>
                    <a:pt x="39" y="19"/>
                    <a:pt x="39" y="25"/>
                    <a:pt x="38" y="32"/>
                  </a:cubicBezTo>
                  <a:cubicBezTo>
                    <a:pt x="38" y="38"/>
                    <a:pt x="37" y="45"/>
                    <a:pt x="36" y="51"/>
                  </a:cubicBezTo>
                  <a:close/>
                  <a:moveTo>
                    <a:pt x="36" y="51"/>
                  </a:moveTo>
                  <a:cubicBezTo>
                    <a:pt x="37" y="38"/>
                    <a:pt x="36" y="25"/>
                    <a:pt x="34" y="13"/>
                  </a:cubicBezTo>
                  <a:cubicBezTo>
                    <a:pt x="33" y="10"/>
                    <a:pt x="31" y="7"/>
                    <a:pt x="30" y="6"/>
                  </a:cubicBezTo>
                  <a:cubicBezTo>
                    <a:pt x="30" y="5"/>
                    <a:pt x="29" y="5"/>
                    <a:pt x="29" y="5"/>
                  </a:cubicBezTo>
                  <a:cubicBezTo>
                    <a:pt x="29" y="5"/>
                    <a:pt x="28" y="5"/>
                    <a:pt x="28" y="5"/>
                  </a:cubicBezTo>
                  <a:cubicBezTo>
                    <a:pt x="27" y="5"/>
                    <a:pt x="26" y="6"/>
                    <a:pt x="25" y="8"/>
                  </a:cubicBezTo>
                  <a:cubicBezTo>
                    <a:pt x="21" y="12"/>
                    <a:pt x="18" y="18"/>
                    <a:pt x="15" y="23"/>
                  </a:cubicBezTo>
                  <a:cubicBezTo>
                    <a:pt x="12" y="29"/>
                    <a:pt x="10" y="35"/>
                    <a:pt x="8" y="41"/>
                  </a:cubicBezTo>
                  <a:cubicBezTo>
                    <a:pt x="6" y="47"/>
                    <a:pt x="4" y="53"/>
                    <a:pt x="3" y="60"/>
                  </a:cubicBezTo>
                  <a:cubicBezTo>
                    <a:pt x="2" y="66"/>
                    <a:pt x="1" y="72"/>
                    <a:pt x="1" y="79"/>
                  </a:cubicBezTo>
                  <a:cubicBezTo>
                    <a:pt x="2" y="82"/>
                    <a:pt x="2" y="85"/>
                    <a:pt x="2" y="88"/>
                  </a:cubicBezTo>
                  <a:cubicBezTo>
                    <a:pt x="3" y="91"/>
                    <a:pt x="4" y="95"/>
                    <a:pt x="5" y="96"/>
                  </a:cubicBezTo>
                  <a:cubicBezTo>
                    <a:pt x="4" y="96"/>
                    <a:pt x="4" y="96"/>
                    <a:pt x="4" y="96"/>
                  </a:cubicBezTo>
                  <a:cubicBezTo>
                    <a:pt x="9" y="97"/>
                    <a:pt x="9" y="97"/>
                    <a:pt x="9" y="97"/>
                  </a:cubicBezTo>
                  <a:cubicBezTo>
                    <a:pt x="11" y="97"/>
                    <a:pt x="12" y="97"/>
                    <a:pt x="13" y="98"/>
                  </a:cubicBezTo>
                  <a:cubicBezTo>
                    <a:pt x="12" y="98"/>
                    <a:pt x="12" y="98"/>
                    <a:pt x="12" y="98"/>
                  </a:cubicBezTo>
                  <a:cubicBezTo>
                    <a:pt x="14" y="96"/>
                    <a:pt x="15" y="96"/>
                    <a:pt x="17" y="94"/>
                  </a:cubicBezTo>
                  <a:cubicBezTo>
                    <a:pt x="18" y="92"/>
                    <a:pt x="19" y="90"/>
                    <a:pt x="20" y="88"/>
                  </a:cubicBezTo>
                  <a:cubicBezTo>
                    <a:pt x="23" y="85"/>
                    <a:pt x="25" y="81"/>
                    <a:pt x="27" y="77"/>
                  </a:cubicBezTo>
                  <a:cubicBezTo>
                    <a:pt x="31" y="69"/>
                    <a:pt x="35" y="60"/>
                    <a:pt x="36" y="5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6" name="Freeform 164">
              <a:extLst>
                <a:ext uri="{FF2B5EF4-FFF2-40B4-BE49-F238E27FC236}">
                  <a16:creationId xmlns:a16="http://schemas.microsoft.com/office/drawing/2014/main" id="{66D1B5CB-D7C1-683D-5E57-277E0BF0A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8" y="1913"/>
              <a:ext cx="100" cy="100"/>
            </a:xfrm>
            <a:custGeom>
              <a:avLst/>
              <a:gdLst>
                <a:gd name="T0" fmla="*/ 1 w 22"/>
                <a:gd name="T1" fmla="*/ 16 h 22"/>
                <a:gd name="T2" fmla="*/ 6 w 22"/>
                <a:gd name="T3" fmla="*/ 17 h 22"/>
                <a:gd name="T4" fmla="*/ 11 w 22"/>
                <a:gd name="T5" fmla="*/ 18 h 22"/>
                <a:gd name="T6" fmla="*/ 21 w 22"/>
                <a:gd name="T7" fmla="*/ 19 h 22"/>
                <a:gd name="T8" fmla="*/ 20 w 22"/>
                <a:gd name="T9" fmla="*/ 20 h 22"/>
                <a:gd name="T10" fmla="*/ 17 w 22"/>
                <a:gd name="T11" fmla="*/ 11 h 22"/>
                <a:gd name="T12" fmla="*/ 15 w 22"/>
                <a:gd name="T13" fmla="*/ 7 h 22"/>
                <a:gd name="T14" fmla="*/ 13 w 22"/>
                <a:gd name="T15" fmla="*/ 6 h 22"/>
                <a:gd name="T16" fmla="*/ 13 w 22"/>
                <a:gd name="T17" fmla="*/ 5 h 22"/>
                <a:gd name="T18" fmla="*/ 12 w 22"/>
                <a:gd name="T19" fmla="*/ 5 h 22"/>
                <a:gd name="T20" fmla="*/ 12 w 22"/>
                <a:gd name="T21" fmla="*/ 5 h 22"/>
                <a:gd name="T22" fmla="*/ 11 w 22"/>
                <a:gd name="T23" fmla="*/ 6 h 22"/>
                <a:gd name="T24" fmla="*/ 7 w 22"/>
                <a:gd name="T25" fmla="*/ 9 h 22"/>
                <a:gd name="T26" fmla="*/ 1 w 22"/>
                <a:gd name="T27" fmla="*/ 16 h 22"/>
                <a:gd name="T28" fmla="*/ 0 w 22"/>
                <a:gd name="T29" fmla="*/ 16 h 22"/>
                <a:gd name="T30" fmla="*/ 4 w 22"/>
                <a:gd name="T31" fmla="*/ 7 h 22"/>
                <a:gd name="T32" fmla="*/ 7 w 22"/>
                <a:gd name="T33" fmla="*/ 3 h 22"/>
                <a:gd name="T34" fmla="*/ 10 w 22"/>
                <a:gd name="T35" fmla="*/ 1 h 22"/>
                <a:gd name="T36" fmla="*/ 12 w 22"/>
                <a:gd name="T37" fmla="*/ 0 h 22"/>
                <a:gd name="T38" fmla="*/ 14 w 22"/>
                <a:gd name="T39" fmla="*/ 1 h 22"/>
                <a:gd name="T40" fmla="*/ 17 w 22"/>
                <a:gd name="T41" fmla="*/ 3 h 22"/>
                <a:gd name="T42" fmla="*/ 18 w 22"/>
                <a:gd name="T43" fmla="*/ 5 h 22"/>
                <a:gd name="T44" fmla="*/ 19 w 22"/>
                <a:gd name="T45" fmla="*/ 10 h 22"/>
                <a:gd name="T46" fmla="*/ 22 w 22"/>
                <a:gd name="T47" fmla="*/ 20 h 22"/>
                <a:gd name="T48" fmla="*/ 22 w 22"/>
                <a:gd name="T49" fmla="*/ 21 h 22"/>
                <a:gd name="T50" fmla="*/ 21 w 22"/>
                <a:gd name="T51" fmla="*/ 21 h 22"/>
                <a:gd name="T52" fmla="*/ 10 w 22"/>
                <a:gd name="T53" fmla="*/ 21 h 22"/>
                <a:gd name="T54" fmla="*/ 5 w 22"/>
                <a:gd name="T55" fmla="*/ 20 h 22"/>
                <a:gd name="T56" fmla="*/ 1 w 22"/>
                <a:gd name="T57" fmla="*/ 17 h 22"/>
                <a:gd name="T58" fmla="*/ 0 w 22"/>
                <a:gd name="T59" fmla="*/ 17 h 22"/>
                <a:gd name="T60" fmla="*/ 0 w 22"/>
                <a:gd name="T61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2">
                  <a:moveTo>
                    <a:pt x="1" y="16"/>
                  </a:moveTo>
                  <a:cubicBezTo>
                    <a:pt x="3" y="16"/>
                    <a:pt x="4" y="17"/>
                    <a:pt x="6" y="17"/>
                  </a:cubicBezTo>
                  <a:cubicBezTo>
                    <a:pt x="8" y="17"/>
                    <a:pt x="9" y="17"/>
                    <a:pt x="11" y="18"/>
                  </a:cubicBezTo>
                  <a:cubicBezTo>
                    <a:pt x="14" y="18"/>
                    <a:pt x="17" y="19"/>
                    <a:pt x="21" y="19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7"/>
                    <a:pt x="18" y="14"/>
                    <a:pt x="17" y="11"/>
                  </a:cubicBezTo>
                  <a:cubicBezTo>
                    <a:pt x="16" y="10"/>
                    <a:pt x="15" y="8"/>
                    <a:pt x="15" y="7"/>
                  </a:cubicBezTo>
                  <a:cubicBezTo>
                    <a:pt x="14" y="6"/>
                    <a:pt x="14" y="6"/>
                    <a:pt x="13" y="6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1" y="6"/>
                    <a:pt x="11" y="6"/>
                  </a:cubicBezTo>
                  <a:cubicBezTo>
                    <a:pt x="10" y="7"/>
                    <a:pt x="8" y="8"/>
                    <a:pt x="7" y="9"/>
                  </a:cubicBezTo>
                  <a:cubicBezTo>
                    <a:pt x="5" y="12"/>
                    <a:pt x="3" y="14"/>
                    <a:pt x="1" y="16"/>
                  </a:cubicBezTo>
                  <a:close/>
                  <a:moveTo>
                    <a:pt x="0" y="16"/>
                  </a:moveTo>
                  <a:cubicBezTo>
                    <a:pt x="1" y="13"/>
                    <a:pt x="3" y="10"/>
                    <a:pt x="4" y="7"/>
                  </a:cubicBezTo>
                  <a:cubicBezTo>
                    <a:pt x="5" y="6"/>
                    <a:pt x="6" y="4"/>
                    <a:pt x="7" y="3"/>
                  </a:cubicBezTo>
                  <a:cubicBezTo>
                    <a:pt x="8" y="2"/>
                    <a:pt x="9" y="2"/>
                    <a:pt x="10" y="1"/>
                  </a:cubicBezTo>
                  <a:cubicBezTo>
                    <a:pt x="10" y="1"/>
                    <a:pt x="11" y="0"/>
                    <a:pt x="12" y="0"/>
                  </a:cubicBezTo>
                  <a:cubicBezTo>
                    <a:pt x="13" y="0"/>
                    <a:pt x="12" y="0"/>
                    <a:pt x="14" y="1"/>
                  </a:cubicBezTo>
                  <a:cubicBezTo>
                    <a:pt x="15" y="1"/>
                    <a:pt x="16" y="2"/>
                    <a:pt x="17" y="3"/>
                  </a:cubicBezTo>
                  <a:cubicBezTo>
                    <a:pt x="17" y="4"/>
                    <a:pt x="18" y="5"/>
                    <a:pt x="18" y="5"/>
                  </a:cubicBezTo>
                  <a:cubicBezTo>
                    <a:pt x="19" y="7"/>
                    <a:pt x="19" y="9"/>
                    <a:pt x="19" y="10"/>
                  </a:cubicBezTo>
                  <a:cubicBezTo>
                    <a:pt x="20" y="14"/>
                    <a:pt x="21" y="17"/>
                    <a:pt x="22" y="20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17" y="22"/>
                    <a:pt x="14" y="22"/>
                    <a:pt x="10" y="21"/>
                  </a:cubicBezTo>
                  <a:cubicBezTo>
                    <a:pt x="8" y="21"/>
                    <a:pt x="6" y="20"/>
                    <a:pt x="5" y="20"/>
                  </a:cubicBezTo>
                  <a:cubicBezTo>
                    <a:pt x="3" y="19"/>
                    <a:pt x="2" y="18"/>
                    <a:pt x="1" y="17"/>
                  </a:cubicBezTo>
                  <a:cubicBezTo>
                    <a:pt x="0" y="17"/>
                    <a:pt x="0" y="17"/>
                    <a:pt x="0" y="17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7" name="Freeform 165">
              <a:extLst>
                <a:ext uri="{FF2B5EF4-FFF2-40B4-BE49-F238E27FC236}">
                  <a16:creationId xmlns:a16="http://schemas.microsoft.com/office/drawing/2014/main" id="{CF727CBC-D0F6-9BCD-7DF0-D9E317D09580}"/>
                </a:ext>
              </a:extLst>
            </p:cNvPr>
            <p:cNvSpPr/>
            <p:nvPr/>
          </p:nvSpPr>
          <p:spPr bwMode="auto">
            <a:xfrm>
              <a:off x="4334" y="2017"/>
              <a:ext cx="95" cy="27"/>
            </a:xfrm>
            <a:custGeom>
              <a:avLst/>
              <a:gdLst>
                <a:gd name="T0" fmla="*/ 21 w 21"/>
                <a:gd name="T1" fmla="*/ 5 h 6"/>
                <a:gd name="T2" fmla="*/ 18 w 21"/>
                <a:gd name="T3" fmla="*/ 5 h 6"/>
                <a:gd name="T4" fmla="*/ 10 w 21"/>
                <a:gd name="T5" fmla="*/ 5 h 6"/>
                <a:gd name="T6" fmla="*/ 3 w 21"/>
                <a:gd name="T7" fmla="*/ 2 h 6"/>
                <a:gd name="T8" fmla="*/ 0 w 21"/>
                <a:gd name="T9" fmla="*/ 0 h 6"/>
                <a:gd name="T10" fmla="*/ 3 w 21"/>
                <a:gd name="T11" fmla="*/ 1 h 6"/>
                <a:gd name="T12" fmla="*/ 10 w 21"/>
                <a:gd name="T13" fmla="*/ 2 h 6"/>
                <a:gd name="T14" fmla="*/ 18 w 21"/>
                <a:gd name="T15" fmla="*/ 4 h 6"/>
                <a:gd name="T16" fmla="*/ 21 w 21"/>
                <a:gd name="T1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6">
                  <a:moveTo>
                    <a:pt x="21" y="5"/>
                  </a:moveTo>
                  <a:cubicBezTo>
                    <a:pt x="21" y="5"/>
                    <a:pt x="20" y="5"/>
                    <a:pt x="18" y="5"/>
                  </a:cubicBezTo>
                  <a:cubicBezTo>
                    <a:pt x="16" y="6"/>
                    <a:pt x="13" y="6"/>
                    <a:pt x="10" y="5"/>
                  </a:cubicBezTo>
                  <a:cubicBezTo>
                    <a:pt x="7" y="4"/>
                    <a:pt x="4" y="4"/>
                    <a:pt x="3" y="2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0"/>
                    <a:pt x="3" y="1"/>
                  </a:cubicBezTo>
                  <a:cubicBezTo>
                    <a:pt x="5" y="1"/>
                    <a:pt x="8" y="2"/>
                    <a:pt x="10" y="2"/>
                  </a:cubicBezTo>
                  <a:cubicBezTo>
                    <a:pt x="13" y="3"/>
                    <a:pt x="15" y="3"/>
                    <a:pt x="18" y="4"/>
                  </a:cubicBezTo>
                  <a:cubicBezTo>
                    <a:pt x="20" y="4"/>
                    <a:pt x="21" y="5"/>
                    <a:pt x="21" y="5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8" name="Freeform 166">
              <a:extLst>
                <a:ext uri="{FF2B5EF4-FFF2-40B4-BE49-F238E27FC236}">
                  <a16:creationId xmlns:a16="http://schemas.microsoft.com/office/drawing/2014/main" id="{04F10BA4-5927-57A2-8F43-D00B3AA4AB5F}"/>
                </a:ext>
              </a:extLst>
            </p:cNvPr>
            <p:cNvSpPr/>
            <p:nvPr/>
          </p:nvSpPr>
          <p:spPr bwMode="auto">
            <a:xfrm>
              <a:off x="4274" y="2184"/>
              <a:ext cx="132" cy="36"/>
            </a:xfrm>
            <a:custGeom>
              <a:avLst/>
              <a:gdLst>
                <a:gd name="T0" fmla="*/ 29 w 29"/>
                <a:gd name="T1" fmla="*/ 6 h 8"/>
                <a:gd name="T2" fmla="*/ 24 w 29"/>
                <a:gd name="T3" fmla="*/ 8 h 8"/>
                <a:gd name="T4" fmla="*/ 20 w 29"/>
                <a:gd name="T5" fmla="*/ 7 h 8"/>
                <a:gd name="T6" fmla="*/ 14 w 29"/>
                <a:gd name="T7" fmla="*/ 6 h 8"/>
                <a:gd name="T8" fmla="*/ 4 w 29"/>
                <a:gd name="T9" fmla="*/ 4 h 8"/>
                <a:gd name="T10" fmla="*/ 0 w 29"/>
                <a:gd name="T11" fmla="*/ 1 h 8"/>
                <a:gd name="T12" fmla="*/ 0 w 29"/>
                <a:gd name="T13" fmla="*/ 1 h 8"/>
                <a:gd name="T14" fmla="*/ 1 w 29"/>
                <a:gd name="T15" fmla="*/ 1 h 8"/>
                <a:gd name="T16" fmla="*/ 5 w 29"/>
                <a:gd name="T17" fmla="*/ 1 h 8"/>
                <a:gd name="T18" fmla="*/ 10 w 29"/>
                <a:gd name="T19" fmla="*/ 2 h 8"/>
                <a:gd name="T20" fmla="*/ 15 w 29"/>
                <a:gd name="T21" fmla="*/ 4 h 8"/>
                <a:gd name="T22" fmla="*/ 20 w 29"/>
                <a:gd name="T23" fmla="*/ 5 h 8"/>
                <a:gd name="T24" fmla="*/ 24 w 29"/>
                <a:gd name="T25" fmla="*/ 4 h 8"/>
                <a:gd name="T26" fmla="*/ 29 w 29"/>
                <a:gd name="T27" fmla="*/ 6 h 8"/>
                <a:gd name="T28" fmla="*/ 29 w 29"/>
                <a:gd name="T29" fmla="*/ 6 h 8"/>
                <a:gd name="T30" fmla="*/ 29 w 29"/>
                <a:gd name="T31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8">
                  <a:moveTo>
                    <a:pt x="29" y="6"/>
                  </a:moveTo>
                  <a:cubicBezTo>
                    <a:pt x="29" y="6"/>
                    <a:pt x="27" y="8"/>
                    <a:pt x="24" y="8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6"/>
                    <a:pt x="16" y="6"/>
                    <a:pt x="14" y="6"/>
                  </a:cubicBezTo>
                  <a:cubicBezTo>
                    <a:pt x="10" y="7"/>
                    <a:pt x="6" y="6"/>
                    <a:pt x="4" y="4"/>
                  </a:cubicBezTo>
                  <a:cubicBezTo>
                    <a:pt x="2" y="3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3" y="0"/>
                    <a:pt x="5" y="1"/>
                  </a:cubicBezTo>
                  <a:cubicBezTo>
                    <a:pt x="7" y="1"/>
                    <a:pt x="8" y="2"/>
                    <a:pt x="10" y="2"/>
                  </a:cubicBezTo>
                  <a:cubicBezTo>
                    <a:pt x="11" y="2"/>
                    <a:pt x="13" y="3"/>
                    <a:pt x="15" y="4"/>
                  </a:cubicBezTo>
                  <a:cubicBezTo>
                    <a:pt x="16" y="5"/>
                    <a:pt x="18" y="5"/>
                    <a:pt x="20" y="5"/>
                  </a:cubicBezTo>
                  <a:cubicBezTo>
                    <a:pt x="21" y="4"/>
                    <a:pt x="23" y="4"/>
                    <a:pt x="24" y="4"/>
                  </a:cubicBezTo>
                  <a:cubicBezTo>
                    <a:pt x="27" y="5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9" name="Freeform 167">
              <a:extLst>
                <a:ext uri="{FF2B5EF4-FFF2-40B4-BE49-F238E27FC236}">
                  <a16:creationId xmlns:a16="http://schemas.microsoft.com/office/drawing/2014/main" id="{2E057BFC-ADD8-AD7B-D996-0774579B5B27}"/>
                </a:ext>
              </a:extLst>
            </p:cNvPr>
            <p:cNvSpPr/>
            <p:nvPr/>
          </p:nvSpPr>
          <p:spPr bwMode="auto">
            <a:xfrm>
              <a:off x="4274" y="2216"/>
              <a:ext cx="128" cy="41"/>
            </a:xfrm>
            <a:custGeom>
              <a:avLst/>
              <a:gdLst>
                <a:gd name="T0" fmla="*/ 27 w 28"/>
                <a:gd name="T1" fmla="*/ 7 h 9"/>
                <a:gd name="T2" fmla="*/ 23 w 28"/>
                <a:gd name="T3" fmla="*/ 8 h 9"/>
                <a:gd name="T4" fmla="*/ 21 w 28"/>
                <a:gd name="T5" fmla="*/ 8 h 9"/>
                <a:gd name="T6" fmla="*/ 18 w 28"/>
                <a:gd name="T7" fmla="*/ 7 h 9"/>
                <a:gd name="T8" fmla="*/ 13 w 28"/>
                <a:gd name="T9" fmla="*/ 7 h 9"/>
                <a:gd name="T10" fmla="*/ 4 w 28"/>
                <a:gd name="T11" fmla="*/ 4 h 9"/>
                <a:gd name="T12" fmla="*/ 0 w 28"/>
                <a:gd name="T13" fmla="*/ 1 h 9"/>
                <a:gd name="T14" fmla="*/ 0 w 28"/>
                <a:gd name="T15" fmla="*/ 0 h 9"/>
                <a:gd name="T16" fmla="*/ 0 w 28"/>
                <a:gd name="T17" fmla="*/ 0 h 9"/>
                <a:gd name="T18" fmla="*/ 5 w 28"/>
                <a:gd name="T19" fmla="*/ 1 h 9"/>
                <a:gd name="T20" fmla="*/ 14 w 28"/>
                <a:gd name="T21" fmla="*/ 4 h 9"/>
                <a:gd name="T22" fmla="*/ 19 w 28"/>
                <a:gd name="T23" fmla="*/ 5 h 9"/>
                <a:gd name="T24" fmla="*/ 23 w 28"/>
                <a:gd name="T25" fmla="*/ 5 h 9"/>
                <a:gd name="T26" fmla="*/ 27 w 28"/>
                <a:gd name="T27" fmla="*/ 7 h 9"/>
                <a:gd name="T28" fmla="*/ 28 w 28"/>
                <a:gd name="T29" fmla="*/ 7 h 9"/>
                <a:gd name="T30" fmla="*/ 27 w 28"/>
                <a:gd name="T3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9">
                  <a:moveTo>
                    <a:pt x="27" y="7"/>
                  </a:moveTo>
                  <a:cubicBezTo>
                    <a:pt x="27" y="7"/>
                    <a:pt x="26" y="8"/>
                    <a:pt x="23" y="8"/>
                  </a:cubicBezTo>
                  <a:cubicBezTo>
                    <a:pt x="22" y="8"/>
                    <a:pt x="22" y="9"/>
                    <a:pt x="21" y="8"/>
                  </a:cubicBezTo>
                  <a:cubicBezTo>
                    <a:pt x="20" y="8"/>
                    <a:pt x="19" y="8"/>
                    <a:pt x="18" y="7"/>
                  </a:cubicBezTo>
                  <a:cubicBezTo>
                    <a:pt x="17" y="6"/>
                    <a:pt x="15" y="6"/>
                    <a:pt x="13" y="7"/>
                  </a:cubicBezTo>
                  <a:cubicBezTo>
                    <a:pt x="9" y="7"/>
                    <a:pt x="6" y="6"/>
                    <a:pt x="4" y="4"/>
                  </a:cubicBezTo>
                  <a:cubicBezTo>
                    <a:pt x="1" y="3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0"/>
                    <a:pt x="5" y="1"/>
                  </a:cubicBezTo>
                  <a:cubicBezTo>
                    <a:pt x="8" y="1"/>
                    <a:pt x="11" y="2"/>
                    <a:pt x="14" y="4"/>
                  </a:cubicBezTo>
                  <a:cubicBezTo>
                    <a:pt x="15" y="5"/>
                    <a:pt x="17" y="5"/>
                    <a:pt x="19" y="5"/>
                  </a:cubicBezTo>
                  <a:cubicBezTo>
                    <a:pt x="20" y="5"/>
                    <a:pt x="22" y="4"/>
                    <a:pt x="23" y="5"/>
                  </a:cubicBezTo>
                  <a:cubicBezTo>
                    <a:pt x="26" y="5"/>
                    <a:pt x="27" y="7"/>
                    <a:pt x="27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7"/>
                    <a:pt x="27" y="7"/>
                    <a:pt x="27" y="7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0" name="Freeform 168">
              <a:extLst>
                <a:ext uri="{FF2B5EF4-FFF2-40B4-BE49-F238E27FC236}">
                  <a16:creationId xmlns:a16="http://schemas.microsoft.com/office/drawing/2014/main" id="{EBCCB873-9171-97EB-9EBC-963D6BF8D3D5}"/>
                </a:ext>
              </a:extLst>
            </p:cNvPr>
            <p:cNvSpPr/>
            <p:nvPr/>
          </p:nvSpPr>
          <p:spPr bwMode="auto">
            <a:xfrm>
              <a:off x="4270" y="2293"/>
              <a:ext cx="91" cy="22"/>
            </a:xfrm>
            <a:custGeom>
              <a:avLst/>
              <a:gdLst>
                <a:gd name="T0" fmla="*/ 20 w 20"/>
                <a:gd name="T1" fmla="*/ 5 h 5"/>
                <a:gd name="T2" fmla="*/ 17 w 20"/>
                <a:gd name="T3" fmla="*/ 5 h 5"/>
                <a:gd name="T4" fmla="*/ 10 w 20"/>
                <a:gd name="T5" fmla="*/ 4 h 5"/>
                <a:gd name="T6" fmla="*/ 3 w 20"/>
                <a:gd name="T7" fmla="*/ 2 h 5"/>
                <a:gd name="T8" fmla="*/ 0 w 20"/>
                <a:gd name="T9" fmla="*/ 1 h 5"/>
                <a:gd name="T10" fmla="*/ 3 w 20"/>
                <a:gd name="T11" fmla="*/ 0 h 5"/>
                <a:gd name="T12" fmla="*/ 10 w 20"/>
                <a:gd name="T13" fmla="*/ 1 h 5"/>
                <a:gd name="T14" fmla="*/ 17 w 20"/>
                <a:gd name="T15" fmla="*/ 3 h 5"/>
                <a:gd name="T16" fmla="*/ 20 w 20"/>
                <a:gd name="T1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5">
                  <a:moveTo>
                    <a:pt x="20" y="5"/>
                  </a:moveTo>
                  <a:cubicBezTo>
                    <a:pt x="20" y="5"/>
                    <a:pt x="19" y="5"/>
                    <a:pt x="17" y="5"/>
                  </a:cubicBezTo>
                  <a:cubicBezTo>
                    <a:pt x="15" y="5"/>
                    <a:pt x="13" y="5"/>
                    <a:pt x="10" y="4"/>
                  </a:cubicBezTo>
                  <a:cubicBezTo>
                    <a:pt x="8" y="4"/>
                    <a:pt x="5" y="3"/>
                    <a:pt x="3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8" y="1"/>
                    <a:pt x="10" y="1"/>
                  </a:cubicBezTo>
                  <a:cubicBezTo>
                    <a:pt x="13" y="2"/>
                    <a:pt x="15" y="2"/>
                    <a:pt x="17" y="3"/>
                  </a:cubicBezTo>
                  <a:cubicBezTo>
                    <a:pt x="19" y="4"/>
                    <a:pt x="20" y="5"/>
                    <a:pt x="20" y="5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1" name="Freeform 169">
              <a:extLst>
                <a:ext uri="{FF2B5EF4-FFF2-40B4-BE49-F238E27FC236}">
                  <a16:creationId xmlns:a16="http://schemas.microsoft.com/office/drawing/2014/main" id="{0C1AD6C8-FFB8-9B6C-D2B8-66B7BAC334C7}"/>
                </a:ext>
              </a:extLst>
            </p:cNvPr>
            <p:cNvSpPr/>
            <p:nvPr/>
          </p:nvSpPr>
          <p:spPr bwMode="auto">
            <a:xfrm>
              <a:off x="4356" y="2216"/>
              <a:ext cx="23" cy="22"/>
            </a:xfrm>
            <a:custGeom>
              <a:avLst/>
              <a:gdLst>
                <a:gd name="T0" fmla="*/ 4 w 5"/>
                <a:gd name="T1" fmla="*/ 0 h 5"/>
                <a:gd name="T2" fmla="*/ 5 w 5"/>
                <a:gd name="T3" fmla="*/ 1 h 5"/>
                <a:gd name="T4" fmla="*/ 4 w 5"/>
                <a:gd name="T5" fmla="*/ 2 h 5"/>
                <a:gd name="T6" fmla="*/ 4 w 5"/>
                <a:gd name="T7" fmla="*/ 3 h 5"/>
                <a:gd name="T8" fmla="*/ 4 w 5"/>
                <a:gd name="T9" fmla="*/ 5 h 5"/>
                <a:gd name="T10" fmla="*/ 2 w 5"/>
                <a:gd name="T11" fmla="*/ 5 h 5"/>
                <a:gd name="T12" fmla="*/ 2 w 5"/>
                <a:gd name="T13" fmla="*/ 5 h 5"/>
                <a:gd name="T14" fmla="*/ 1 w 5"/>
                <a:gd name="T15" fmla="*/ 4 h 5"/>
                <a:gd name="T16" fmla="*/ 2 w 5"/>
                <a:gd name="T17" fmla="*/ 2 h 5"/>
                <a:gd name="T18" fmla="*/ 2 w 5"/>
                <a:gd name="T19" fmla="*/ 1 h 5"/>
                <a:gd name="T20" fmla="*/ 2 w 5"/>
                <a:gd name="T21" fmla="*/ 0 h 5"/>
                <a:gd name="T22" fmla="*/ 4 w 5"/>
                <a:gd name="T23" fmla="*/ 0 h 5"/>
                <a:gd name="T24" fmla="*/ 4 w 5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cubicBezTo>
                    <a:pt x="4" y="0"/>
                    <a:pt x="5" y="1"/>
                    <a:pt x="5" y="1"/>
                  </a:cubicBezTo>
                  <a:cubicBezTo>
                    <a:pt x="5" y="2"/>
                    <a:pt x="5" y="2"/>
                    <a:pt x="4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5" y="4"/>
                    <a:pt x="5" y="5"/>
                    <a:pt x="4" y="5"/>
                  </a:cubicBezTo>
                  <a:cubicBezTo>
                    <a:pt x="3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1" y="4"/>
                    <a:pt x="1" y="4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3" y="2"/>
                    <a:pt x="3" y="2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2" name="Freeform 170">
              <a:extLst>
                <a:ext uri="{FF2B5EF4-FFF2-40B4-BE49-F238E27FC236}">
                  <a16:creationId xmlns:a16="http://schemas.microsoft.com/office/drawing/2014/main" id="{C3F30980-769E-469F-C744-E929005ABC2B}"/>
                </a:ext>
              </a:extLst>
            </p:cNvPr>
            <p:cNvSpPr/>
            <p:nvPr/>
          </p:nvSpPr>
          <p:spPr bwMode="auto">
            <a:xfrm>
              <a:off x="4324" y="2211"/>
              <a:ext cx="23" cy="23"/>
            </a:xfrm>
            <a:custGeom>
              <a:avLst/>
              <a:gdLst>
                <a:gd name="T0" fmla="*/ 3 w 5"/>
                <a:gd name="T1" fmla="*/ 0 h 5"/>
                <a:gd name="T2" fmla="*/ 4 w 5"/>
                <a:gd name="T3" fmla="*/ 1 h 5"/>
                <a:gd name="T4" fmla="*/ 4 w 5"/>
                <a:gd name="T5" fmla="*/ 2 h 5"/>
                <a:gd name="T6" fmla="*/ 4 w 5"/>
                <a:gd name="T7" fmla="*/ 3 h 5"/>
                <a:gd name="T8" fmla="*/ 4 w 5"/>
                <a:gd name="T9" fmla="*/ 5 h 5"/>
                <a:gd name="T10" fmla="*/ 2 w 5"/>
                <a:gd name="T11" fmla="*/ 5 h 5"/>
                <a:gd name="T12" fmla="*/ 2 w 5"/>
                <a:gd name="T13" fmla="*/ 5 h 5"/>
                <a:gd name="T14" fmla="*/ 0 w 5"/>
                <a:gd name="T15" fmla="*/ 4 h 5"/>
                <a:gd name="T16" fmla="*/ 1 w 5"/>
                <a:gd name="T17" fmla="*/ 2 h 5"/>
                <a:gd name="T18" fmla="*/ 1 w 5"/>
                <a:gd name="T19" fmla="*/ 1 h 5"/>
                <a:gd name="T20" fmla="*/ 1 w 5"/>
                <a:gd name="T21" fmla="*/ 0 h 5"/>
                <a:gd name="T22" fmla="*/ 3 w 5"/>
                <a:gd name="T23" fmla="*/ 0 h 5"/>
                <a:gd name="T24" fmla="*/ 3 w 5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cubicBezTo>
                    <a:pt x="3" y="0"/>
                    <a:pt x="4" y="0"/>
                    <a:pt x="4" y="1"/>
                  </a:cubicBezTo>
                  <a:cubicBezTo>
                    <a:pt x="5" y="1"/>
                    <a:pt x="4" y="1"/>
                    <a:pt x="4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1" y="4"/>
                    <a:pt x="0" y="4"/>
                  </a:cubicBezTo>
                  <a:cubicBezTo>
                    <a:pt x="0" y="3"/>
                    <a:pt x="0" y="3"/>
                    <a:pt x="1" y="2"/>
                  </a:cubicBezTo>
                  <a:cubicBezTo>
                    <a:pt x="2" y="2"/>
                    <a:pt x="2" y="2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3" name="Freeform 171">
              <a:extLst>
                <a:ext uri="{FF2B5EF4-FFF2-40B4-BE49-F238E27FC236}">
                  <a16:creationId xmlns:a16="http://schemas.microsoft.com/office/drawing/2014/main" id="{01D3E0A1-F5EA-00D4-2DC9-FFE737FDD285}"/>
                </a:ext>
              </a:extLst>
            </p:cNvPr>
            <p:cNvSpPr/>
            <p:nvPr/>
          </p:nvSpPr>
          <p:spPr bwMode="auto">
            <a:xfrm>
              <a:off x="4288" y="2202"/>
              <a:ext cx="27" cy="23"/>
            </a:xfrm>
            <a:custGeom>
              <a:avLst/>
              <a:gdLst>
                <a:gd name="T0" fmla="*/ 4 w 6"/>
                <a:gd name="T1" fmla="*/ 0 h 5"/>
                <a:gd name="T2" fmla="*/ 6 w 6"/>
                <a:gd name="T3" fmla="*/ 1 h 5"/>
                <a:gd name="T4" fmla="*/ 5 w 6"/>
                <a:gd name="T5" fmla="*/ 2 h 5"/>
                <a:gd name="T6" fmla="*/ 4 w 6"/>
                <a:gd name="T7" fmla="*/ 3 h 5"/>
                <a:gd name="T8" fmla="*/ 4 w 6"/>
                <a:gd name="T9" fmla="*/ 5 h 5"/>
                <a:gd name="T10" fmla="*/ 2 w 6"/>
                <a:gd name="T11" fmla="*/ 5 h 5"/>
                <a:gd name="T12" fmla="*/ 2 w 6"/>
                <a:gd name="T13" fmla="*/ 5 h 5"/>
                <a:gd name="T14" fmla="*/ 1 w 6"/>
                <a:gd name="T15" fmla="*/ 3 h 5"/>
                <a:gd name="T16" fmla="*/ 2 w 6"/>
                <a:gd name="T17" fmla="*/ 2 h 5"/>
                <a:gd name="T18" fmla="*/ 2 w 6"/>
                <a:gd name="T19" fmla="*/ 1 h 5"/>
                <a:gd name="T20" fmla="*/ 2 w 6"/>
                <a:gd name="T21" fmla="*/ 0 h 5"/>
                <a:gd name="T22" fmla="*/ 4 w 6"/>
                <a:gd name="T23" fmla="*/ 0 h 5"/>
                <a:gd name="T24" fmla="*/ 4 w 6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4" y="0"/>
                    <a:pt x="5" y="1"/>
                    <a:pt x="6" y="1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5" y="4"/>
                    <a:pt x="5" y="5"/>
                    <a:pt x="4" y="5"/>
                  </a:cubicBezTo>
                  <a:cubicBezTo>
                    <a:pt x="4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1" y="4"/>
                    <a:pt x="1" y="3"/>
                  </a:cubicBezTo>
                  <a:cubicBezTo>
                    <a:pt x="0" y="3"/>
                    <a:pt x="1" y="2"/>
                    <a:pt x="2" y="2"/>
                  </a:cubicBezTo>
                  <a:cubicBezTo>
                    <a:pt x="3" y="2"/>
                    <a:pt x="3" y="2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4" name="Freeform 172">
              <a:extLst>
                <a:ext uri="{FF2B5EF4-FFF2-40B4-BE49-F238E27FC236}">
                  <a16:creationId xmlns:a16="http://schemas.microsoft.com/office/drawing/2014/main" id="{697E2EE4-F48A-DE6A-E483-29D06B279179}"/>
                </a:ext>
              </a:extLst>
            </p:cNvPr>
            <p:cNvSpPr/>
            <p:nvPr/>
          </p:nvSpPr>
          <p:spPr bwMode="auto">
            <a:xfrm>
              <a:off x="4011" y="1854"/>
              <a:ext cx="22" cy="41"/>
            </a:xfrm>
            <a:custGeom>
              <a:avLst/>
              <a:gdLst>
                <a:gd name="T0" fmla="*/ 3 w 5"/>
                <a:gd name="T1" fmla="*/ 0 h 9"/>
                <a:gd name="T2" fmla="*/ 4 w 5"/>
                <a:gd name="T3" fmla="*/ 1 h 9"/>
                <a:gd name="T4" fmla="*/ 4 w 5"/>
                <a:gd name="T5" fmla="*/ 2 h 9"/>
                <a:gd name="T6" fmla="*/ 4 w 5"/>
                <a:gd name="T7" fmla="*/ 4 h 9"/>
                <a:gd name="T8" fmla="*/ 5 w 5"/>
                <a:gd name="T9" fmla="*/ 7 h 9"/>
                <a:gd name="T10" fmla="*/ 3 w 5"/>
                <a:gd name="T11" fmla="*/ 9 h 9"/>
                <a:gd name="T12" fmla="*/ 3 w 5"/>
                <a:gd name="T13" fmla="*/ 9 h 9"/>
                <a:gd name="T14" fmla="*/ 1 w 5"/>
                <a:gd name="T15" fmla="*/ 8 h 9"/>
                <a:gd name="T16" fmla="*/ 2 w 5"/>
                <a:gd name="T17" fmla="*/ 4 h 9"/>
                <a:gd name="T18" fmla="*/ 2 w 5"/>
                <a:gd name="T19" fmla="*/ 3 h 9"/>
                <a:gd name="T20" fmla="*/ 1 w 5"/>
                <a:gd name="T21" fmla="*/ 1 h 9"/>
                <a:gd name="T22" fmla="*/ 2 w 5"/>
                <a:gd name="T23" fmla="*/ 0 h 9"/>
                <a:gd name="T24" fmla="*/ 3 w 5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9">
                  <a:moveTo>
                    <a:pt x="3" y="0"/>
                  </a:moveTo>
                  <a:cubicBezTo>
                    <a:pt x="3" y="0"/>
                    <a:pt x="4" y="0"/>
                    <a:pt x="4" y="1"/>
                  </a:cubicBezTo>
                  <a:cubicBezTo>
                    <a:pt x="5" y="1"/>
                    <a:pt x="4" y="2"/>
                    <a:pt x="4" y="2"/>
                  </a:cubicBezTo>
                  <a:cubicBezTo>
                    <a:pt x="3" y="3"/>
                    <a:pt x="3" y="4"/>
                    <a:pt x="4" y="4"/>
                  </a:cubicBezTo>
                  <a:cubicBezTo>
                    <a:pt x="5" y="5"/>
                    <a:pt x="5" y="6"/>
                    <a:pt x="5" y="7"/>
                  </a:cubicBezTo>
                  <a:cubicBezTo>
                    <a:pt x="4" y="8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2" y="8"/>
                    <a:pt x="1" y="8"/>
                  </a:cubicBezTo>
                  <a:cubicBezTo>
                    <a:pt x="0" y="7"/>
                    <a:pt x="0" y="6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1" y="2"/>
                    <a:pt x="0" y="2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5" name="Freeform 173">
              <a:extLst>
                <a:ext uri="{FF2B5EF4-FFF2-40B4-BE49-F238E27FC236}">
                  <a16:creationId xmlns:a16="http://schemas.microsoft.com/office/drawing/2014/main" id="{88991749-DD45-C58E-DB9D-D9A60C4A398A}"/>
                </a:ext>
              </a:extLst>
            </p:cNvPr>
            <p:cNvSpPr/>
            <p:nvPr/>
          </p:nvSpPr>
          <p:spPr bwMode="auto">
            <a:xfrm>
              <a:off x="4070" y="1850"/>
              <a:ext cx="27" cy="41"/>
            </a:xfrm>
            <a:custGeom>
              <a:avLst/>
              <a:gdLst>
                <a:gd name="T0" fmla="*/ 3 w 6"/>
                <a:gd name="T1" fmla="*/ 0 h 9"/>
                <a:gd name="T2" fmla="*/ 4 w 6"/>
                <a:gd name="T3" fmla="*/ 2 h 9"/>
                <a:gd name="T4" fmla="*/ 4 w 6"/>
                <a:gd name="T5" fmla="*/ 3 h 9"/>
                <a:gd name="T6" fmla="*/ 4 w 6"/>
                <a:gd name="T7" fmla="*/ 5 h 9"/>
                <a:gd name="T8" fmla="*/ 5 w 6"/>
                <a:gd name="T9" fmla="*/ 8 h 9"/>
                <a:gd name="T10" fmla="*/ 4 w 6"/>
                <a:gd name="T11" fmla="*/ 9 h 9"/>
                <a:gd name="T12" fmla="*/ 3 w 6"/>
                <a:gd name="T13" fmla="*/ 9 h 9"/>
                <a:gd name="T14" fmla="*/ 1 w 6"/>
                <a:gd name="T15" fmla="*/ 8 h 9"/>
                <a:gd name="T16" fmla="*/ 2 w 6"/>
                <a:gd name="T17" fmla="*/ 5 h 9"/>
                <a:gd name="T18" fmla="*/ 2 w 6"/>
                <a:gd name="T19" fmla="*/ 3 h 9"/>
                <a:gd name="T20" fmla="*/ 1 w 6"/>
                <a:gd name="T21" fmla="*/ 2 h 9"/>
                <a:gd name="T22" fmla="*/ 2 w 6"/>
                <a:gd name="T23" fmla="*/ 0 h 9"/>
                <a:gd name="T24" fmla="*/ 3 w 6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cubicBezTo>
                    <a:pt x="3" y="0"/>
                    <a:pt x="4" y="1"/>
                    <a:pt x="4" y="2"/>
                  </a:cubicBezTo>
                  <a:cubicBezTo>
                    <a:pt x="5" y="2"/>
                    <a:pt x="5" y="3"/>
                    <a:pt x="4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5" y="6"/>
                    <a:pt x="6" y="7"/>
                    <a:pt x="5" y="8"/>
                  </a:cubicBezTo>
                  <a:cubicBezTo>
                    <a:pt x="5" y="9"/>
                    <a:pt x="4" y="9"/>
                    <a:pt x="4" y="9"/>
                  </a:cubicBezTo>
                  <a:cubicBezTo>
                    <a:pt x="4" y="9"/>
                    <a:pt x="3" y="9"/>
                    <a:pt x="3" y="9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1" y="7"/>
                    <a:pt x="0" y="6"/>
                    <a:pt x="2" y="5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6" name="Freeform 174">
              <a:extLst>
                <a:ext uri="{FF2B5EF4-FFF2-40B4-BE49-F238E27FC236}">
                  <a16:creationId xmlns:a16="http://schemas.microsoft.com/office/drawing/2014/main" id="{0740D859-8DE6-9AF1-1E9F-2D1D1AC51E4A}"/>
                </a:ext>
              </a:extLst>
            </p:cNvPr>
            <p:cNvSpPr/>
            <p:nvPr/>
          </p:nvSpPr>
          <p:spPr bwMode="auto">
            <a:xfrm>
              <a:off x="4133" y="1845"/>
              <a:ext cx="23" cy="37"/>
            </a:xfrm>
            <a:custGeom>
              <a:avLst/>
              <a:gdLst>
                <a:gd name="T0" fmla="*/ 3 w 5"/>
                <a:gd name="T1" fmla="*/ 0 h 8"/>
                <a:gd name="T2" fmla="*/ 4 w 5"/>
                <a:gd name="T3" fmla="*/ 1 h 8"/>
                <a:gd name="T4" fmla="*/ 3 w 5"/>
                <a:gd name="T5" fmla="*/ 3 h 8"/>
                <a:gd name="T6" fmla="*/ 3 w 5"/>
                <a:gd name="T7" fmla="*/ 4 h 8"/>
                <a:gd name="T8" fmla="*/ 4 w 5"/>
                <a:gd name="T9" fmla="*/ 6 h 8"/>
                <a:gd name="T10" fmla="*/ 3 w 5"/>
                <a:gd name="T11" fmla="*/ 8 h 8"/>
                <a:gd name="T12" fmla="*/ 3 w 5"/>
                <a:gd name="T13" fmla="*/ 8 h 8"/>
                <a:gd name="T14" fmla="*/ 1 w 5"/>
                <a:gd name="T15" fmla="*/ 7 h 8"/>
                <a:gd name="T16" fmla="*/ 1 w 5"/>
                <a:gd name="T17" fmla="*/ 4 h 8"/>
                <a:gd name="T18" fmla="*/ 1 w 5"/>
                <a:gd name="T19" fmla="*/ 2 h 8"/>
                <a:gd name="T20" fmla="*/ 1 w 5"/>
                <a:gd name="T21" fmla="*/ 1 h 8"/>
                <a:gd name="T22" fmla="*/ 2 w 5"/>
                <a:gd name="T23" fmla="*/ 0 h 8"/>
                <a:gd name="T24" fmla="*/ 3 w 5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8">
                  <a:moveTo>
                    <a:pt x="3" y="0"/>
                  </a:moveTo>
                  <a:cubicBezTo>
                    <a:pt x="3" y="0"/>
                    <a:pt x="4" y="1"/>
                    <a:pt x="4" y="1"/>
                  </a:cubicBezTo>
                  <a:cubicBezTo>
                    <a:pt x="4" y="2"/>
                    <a:pt x="4" y="2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5" y="5"/>
                    <a:pt x="5" y="6"/>
                    <a:pt x="4" y="6"/>
                  </a:cubicBezTo>
                  <a:cubicBezTo>
                    <a:pt x="4" y="7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1" y="8"/>
                    <a:pt x="1" y="7"/>
                  </a:cubicBezTo>
                  <a:cubicBezTo>
                    <a:pt x="0" y="6"/>
                    <a:pt x="0" y="5"/>
                    <a:pt x="1" y="4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7" name="Freeform 175">
              <a:extLst>
                <a:ext uri="{FF2B5EF4-FFF2-40B4-BE49-F238E27FC236}">
                  <a16:creationId xmlns:a16="http://schemas.microsoft.com/office/drawing/2014/main" id="{1E42E3F0-ACB0-D270-EE40-6CD2D0E6650B}"/>
                </a:ext>
              </a:extLst>
            </p:cNvPr>
            <p:cNvSpPr/>
            <p:nvPr/>
          </p:nvSpPr>
          <p:spPr bwMode="auto">
            <a:xfrm>
              <a:off x="3947" y="1845"/>
              <a:ext cx="23" cy="50"/>
            </a:xfrm>
            <a:custGeom>
              <a:avLst/>
              <a:gdLst>
                <a:gd name="T0" fmla="*/ 2 w 5"/>
                <a:gd name="T1" fmla="*/ 0 h 11"/>
                <a:gd name="T2" fmla="*/ 4 w 5"/>
                <a:gd name="T3" fmla="*/ 2 h 11"/>
                <a:gd name="T4" fmla="*/ 3 w 5"/>
                <a:gd name="T5" fmla="*/ 3 h 11"/>
                <a:gd name="T6" fmla="*/ 3 w 5"/>
                <a:gd name="T7" fmla="*/ 5 h 11"/>
                <a:gd name="T8" fmla="*/ 4 w 5"/>
                <a:gd name="T9" fmla="*/ 9 h 11"/>
                <a:gd name="T10" fmla="*/ 2 w 5"/>
                <a:gd name="T11" fmla="*/ 10 h 11"/>
                <a:gd name="T12" fmla="*/ 2 w 5"/>
                <a:gd name="T13" fmla="*/ 10 h 11"/>
                <a:gd name="T14" fmla="*/ 0 w 5"/>
                <a:gd name="T15" fmla="*/ 9 h 11"/>
                <a:gd name="T16" fmla="*/ 1 w 5"/>
                <a:gd name="T17" fmla="*/ 5 h 11"/>
                <a:gd name="T18" fmla="*/ 1 w 5"/>
                <a:gd name="T19" fmla="*/ 3 h 11"/>
                <a:gd name="T20" fmla="*/ 0 w 5"/>
                <a:gd name="T21" fmla="*/ 2 h 11"/>
                <a:gd name="T22" fmla="*/ 1 w 5"/>
                <a:gd name="T23" fmla="*/ 0 h 11"/>
                <a:gd name="T24" fmla="*/ 2 w 5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1">
                  <a:moveTo>
                    <a:pt x="2" y="0"/>
                  </a:moveTo>
                  <a:cubicBezTo>
                    <a:pt x="2" y="0"/>
                    <a:pt x="3" y="1"/>
                    <a:pt x="4" y="2"/>
                  </a:cubicBezTo>
                  <a:cubicBezTo>
                    <a:pt x="4" y="2"/>
                    <a:pt x="4" y="3"/>
                    <a:pt x="3" y="3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4" y="6"/>
                    <a:pt x="5" y="8"/>
                    <a:pt x="4" y="9"/>
                  </a:cubicBezTo>
                  <a:cubicBezTo>
                    <a:pt x="4" y="10"/>
                    <a:pt x="2" y="10"/>
                    <a:pt x="2" y="10"/>
                  </a:cubicBezTo>
                  <a:cubicBezTo>
                    <a:pt x="2" y="11"/>
                    <a:pt x="2" y="11"/>
                    <a:pt x="2" y="10"/>
                  </a:cubicBezTo>
                  <a:cubicBezTo>
                    <a:pt x="2" y="10"/>
                    <a:pt x="1" y="10"/>
                    <a:pt x="0" y="9"/>
                  </a:cubicBezTo>
                  <a:cubicBezTo>
                    <a:pt x="0" y="8"/>
                    <a:pt x="0" y="7"/>
                    <a:pt x="1" y="5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8" name="Freeform 176">
              <a:extLst>
                <a:ext uri="{FF2B5EF4-FFF2-40B4-BE49-F238E27FC236}">
                  <a16:creationId xmlns:a16="http://schemas.microsoft.com/office/drawing/2014/main" id="{3F636648-F36C-E654-0530-B3CB51C038A7}"/>
                </a:ext>
              </a:extLst>
            </p:cNvPr>
            <p:cNvSpPr/>
            <p:nvPr/>
          </p:nvSpPr>
          <p:spPr bwMode="auto">
            <a:xfrm>
              <a:off x="3874" y="1836"/>
              <a:ext cx="23" cy="50"/>
            </a:xfrm>
            <a:custGeom>
              <a:avLst/>
              <a:gdLst>
                <a:gd name="T0" fmla="*/ 2 w 5"/>
                <a:gd name="T1" fmla="*/ 0 h 11"/>
                <a:gd name="T2" fmla="*/ 4 w 5"/>
                <a:gd name="T3" fmla="*/ 2 h 11"/>
                <a:gd name="T4" fmla="*/ 3 w 5"/>
                <a:gd name="T5" fmla="*/ 3 h 11"/>
                <a:gd name="T6" fmla="*/ 3 w 5"/>
                <a:gd name="T7" fmla="*/ 5 h 11"/>
                <a:gd name="T8" fmla="*/ 4 w 5"/>
                <a:gd name="T9" fmla="*/ 9 h 11"/>
                <a:gd name="T10" fmla="*/ 3 w 5"/>
                <a:gd name="T11" fmla="*/ 11 h 11"/>
                <a:gd name="T12" fmla="*/ 3 w 5"/>
                <a:gd name="T13" fmla="*/ 11 h 11"/>
                <a:gd name="T14" fmla="*/ 1 w 5"/>
                <a:gd name="T15" fmla="*/ 9 h 11"/>
                <a:gd name="T16" fmla="*/ 1 w 5"/>
                <a:gd name="T17" fmla="*/ 6 h 11"/>
                <a:gd name="T18" fmla="*/ 1 w 5"/>
                <a:gd name="T19" fmla="*/ 4 h 11"/>
                <a:gd name="T20" fmla="*/ 0 w 5"/>
                <a:gd name="T21" fmla="*/ 2 h 11"/>
                <a:gd name="T22" fmla="*/ 2 w 5"/>
                <a:gd name="T23" fmla="*/ 0 h 11"/>
                <a:gd name="T24" fmla="*/ 2 w 5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1">
                  <a:moveTo>
                    <a:pt x="2" y="0"/>
                  </a:moveTo>
                  <a:cubicBezTo>
                    <a:pt x="2" y="0"/>
                    <a:pt x="3" y="1"/>
                    <a:pt x="4" y="2"/>
                  </a:cubicBezTo>
                  <a:cubicBezTo>
                    <a:pt x="4" y="2"/>
                    <a:pt x="4" y="3"/>
                    <a:pt x="3" y="3"/>
                  </a:cubicBezTo>
                  <a:cubicBezTo>
                    <a:pt x="3" y="4"/>
                    <a:pt x="3" y="5"/>
                    <a:pt x="3" y="5"/>
                  </a:cubicBezTo>
                  <a:cubicBezTo>
                    <a:pt x="5" y="7"/>
                    <a:pt x="5" y="8"/>
                    <a:pt x="4" y="9"/>
                  </a:cubicBezTo>
                  <a:cubicBezTo>
                    <a:pt x="4" y="10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1" y="10"/>
                    <a:pt x="1" y="9"/>
                  </a:cubicBezTo>
                  <a:cubicBezTo>
                    <a:pt x="0" y="8"/>
                    <a:pt x="0" y="7"/>
                    <a:pt x="1" y="6"/>
                  </a:cubicBezTo>
                  <a:cubicBezTo>
                    <a:pt x="2" y="5"/>
                    <a:pt x="2" y="4"/>
                    <a:pt x="1" y="4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0" y="1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9" name="Freeform 177">
              <a:extLst>
                <a:ext uri="{FF2B5EF4-FFF2-40B4-BE49-F238E27FC236}">
                  <a16:creationId xmlns:a16="http://schemas.microsoft.com/office/drawing/2014/main" id="{DFE0E6C6-6DE5-DF65-85D4-35CC94017F6D}"/>
                </a:ext>
              </a:extLst>
            </p:cNvPr>
            <p:cNvSpPr/>
            <p:nvPr/>
          </p:nvSpPr>
          <p:spPr bwMode="auto">
            <a:xfrm>
              <a:off x="3897" y="2058"/>
              <a:ext cx="264" cy="40"/>
            </a:xfrm>
            <a:custGeom>
              <a:avLst/>
              <a:gdLst>
                <a:gd name="T0" fmla="*/ 0 w 58"/>
                <a:gd name="T1" fmla="*/ 3 h 9"/>
                <a:gd name="T2" fmla="*/ 3 w 58"/>
                <a:gd name="T3" fmla="*/ 4 h 9"/>
                <a:gd name="T4" fmla="*/ 9 w 58"/>
                <a:gd name="T5" fmla="*/ 5 h 9"/>
                <a:gd name="T6" fmla="*/ 19 w 58"/>
                <a:gd name="T7" fmla="*/ 6 h 9"/>
                <a:gd name="T8" fmla="*/ 29 w 58"/>
                <a:gd name="T9" fmla="*/ 6 h 9"/>
                <a:gd name="T10" fmla="*/ 40 w 58"/>
                <a:gd name="T11" fmla="*/ 5 h 9"/>
                <a:gd name="T12" fmla="*/ 49 w 58"/>
                <a:gd name="T13" fmla="*/ 3 h 9"/>
                <a:gd name="T14" fmla="*/ 53 w 58"/>
                <a:gd name="T15" fmla="*/ 2 h 9"/>
                <a:gd name="T16" fmla="*/ 55 w 58"/>
                <a:gd name="T17" fmla="*/ 1 h 9"/>
                <a:gd name="T18" fmla="*/ 58 w 58"/>
                <a:gd name="T19" fmla="*/ 0 h 9"/>
                <a:gd name="T20" fmla="*/ 55 w 58"/>
                <a:gd name="T21" fmla="*/ 2 h 9"/>
                <a:gd name="T22" fmla="*/ 50 w 58"/>
                <a:gd name="T23" fmla="*/ 5 h 9"/>
                <a:gd name="T24" fmla="*/ 40 w 58"/>
                <a:gd name="T25" fmla="*/ 8 h 9"/>
                <a:gd name="T26" fmla="*/ 29 w 58"/>
                <a:gd name="T27" fmla="*/ 9 h 9"/>
                <a:gd name="T28" fmla="*/ 9 w 58"/>
                <a:gd name="T29" fmla="*/ 7 h 9"/>
                <a:gd name="T30" fmla="*/ 3 w 58"/>
                <a:gd name="T31" fmla="*/ 4 h 9"/>
                <a:gd name="T32" fmla="*/ 0 w 58"/>
                <a:gd name="T3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9">
                  <a:moveTo>
                    <a:pt x="0" y="3"/>
                  </a:moveTo>
                  <a:cubicBezTo>
                    <a:pt x="0" y="3"/>
                    <a:pt x="1" y="3"/>
                    <a:pt x="3" y="4"/>
                  </a:cubicBezTo>
                  <a:cubicBezTo>
                    <a:pt x="4" y="4"/>
                    <a:pt x="7" y="4"/>
                    <a:pt x="9" y="5"/>
                  </a:cubicBezTo>
                  <a:cubicBezTo>
                    <a:pt x="12" y="5"/>
                    <a:pt x="15" y="5"/>
                    <a:pt x="19" y="6"/>
                  </a:cubicBezTo>
                  <a:cubicBezTo>
                    <a:pt x="22" y="6"/>
                    <a:pt x="26" y="6"/>
                    <a:pt x="29" y="6"/>
                  </a:cubicBezTo>
                  <a:cubicBezTo>
                    <a:pt x="33" y="6"/>
                    <a:pt x="37" y="6"/>
                    <a:pt x="40" y="5"/>
                  </a:cubicBezTo>
                  <a:cubicBezTo>
                    <a:pt x="43" y="5"/>
                    <a:pt x="46" y="4"/>
                    <a:pt x="49" y="3"/>
                  </a:cubicBezTo>
                  <a:cubicBezTo>
                    <a:pt x="50" y="3"/>
                    <a:pt x="52" y="3"/>
                    <a:pt x="53" y="2"/>
                  </a:cubicBezTo>
                  <a:cubicBezTo>
                    <a:pt x="54" y="2"/>
                    <a:pt x="54" y="2"/>
                    <a:pt x="55" y="1"/>
                  </a:cubicBezTo>
                  <a:cubicBezTo>
                    <a:pt x="57" y="1"/>
                    <a:pt x="58" y="0"/>
                    <a:pt x="58" y="0"/>
                  </a:cubicBezTo>
                  <a:cubicBezTo>
                    <a:pt x="58" y="0"/>
                    <a:pt x="57" y="1"/>
                    <a:pt x="55" y="2"/>
                  </a:cubicBezTo>
                  <a:cubicBezTo>
                    <a:pt x="54" y="3"/>
                    <a:pt x="52" y="4"/>
                    <a:pt x="50" y="5"/>
                  </a:cubicBezTo>
                  <a:cubicBezTo>
                    <a:pt x="47" y="6"/>
                    <a:pt x="44" y="7"/>
                    <a:pt x="40" y="8"/>
                  </a:cubicBezTo>
                  <a:cubicBezTo>
                    <a:pt x="37" y="8"/>
                    <a:pt x="33" y="9"/>
                    <a:pt x="29" y="9"/>
                  </a:cubicBezTo>
                  <a:cubicBezTo>
                    <a:pt x="22" y="9"/>
                    <a:pt x="14" y="8"/>
                    <a:pt x="9" y="7"/>
                  </a:cubicBezTo>
                  <a:cubicBezTo>
                    <a:pt x="6" y="6"/>
                    <a:pt x="4" y="5"/>
                    <a:pt x="3" y="4"/>
                  </a:cubicBezTo>
                  <a:cubicBezTo>
                    <a:pt x="1" y="4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0" name="Freeform 178">
              <a:extLst>
                <a:ext uri="{FF2B5EF4-FFF2-40B4-BE49-F238E27FC236}">
                  <a16:creationId xmlns:a16="http://schemas.microsoft.com/office/drawing/2014/main" id="{E763AA44-4716-C826-5B50-20C7E84E454E}"/>
                </a:ext>
              </a:extLst>
            </p:cNvPr>
            <p:cNvSpPr/>
            <p:nvPr/>
          </p:nvSpPr>
          <p:spPr bwMode="auto">
            <a:xfrm>
              <a:off x="3651" y="2202"/>
              <a:ext cx="137" cy="32"/>
            </a:xfrm>
            <a:custGeom>
              <a:avLst/>
              <a:gdLst>
                <a:gd name="T0" fmla="*/ 0 w 30"/>
                <a:gd name="T1" fmla="*/ 3 h 7"/>
                <a:gd name="T2" fmla="*/ 4 w 30"/>
                <a:gd name="T3" fmla="*/ 7 h 7"/>
                <a:gd name="T4" fmla="*/ 3 w 30"/>
                <a:gd name="T5" fmla="*/ 4 h 7"/>
                <a:gd name="T6" fmla="*/ 5 w 30"/>
                <a:gd name="T7" fmla="*/ 6 h 7"/>
                <a:gd name="T8" fmla="*/ 4 w 30"/>
                <a:gd name="T9" fmla="*/ 3 h 7"/>
                <a:gd name="T10" fmla="*/ 7 w 30"/>
                <a:gd name="T11" fmla="*/ 7 h 7"/>
                <a:gd name="T12" fmla="*/ 6 w 30"/>
                <a:gd name="T13" fmla="*/ 3 h 7"/>
                <a:gd name="T14" fmla="*/ 6 w 30"/>
                <a:gd name="T15" fmla="*/ 3 h 7"/>
                <a:gd name="T16" fmla="*/ 8 w 30"/>
                <a:gd name="T17" fmla="*/ 5 h 7"/>
                <a:gd name="T18" fmla="*/ 8 w 30"/>
                <a:gd name="T19" fmla="*/ 3 h 7"/>
                <a:gd name="T20" fmla="*/ 10 w 30"/>
                <a:gd name="T21" fmla="*/ 5 h 7"/>
                <a:gd name="T22" fmla="*/ 9 w 30"/>
                <a:gd name="T23" fmla="*/ 3 h 7"/>
                <a:gd name="T24" fmla="*/ 12 w 30"/>
                <a:gd name="T25" fmla="*/ 6 h 7"/>
                <a:gd name="T26" fmla="*/ 11 w 30"/>
                <a:gd name="T27" fmla="*/ 2 h 7"/>
                <a:gd name="T28" fmla="*/ 11 w 30"/>
                <a:gd name="T29" fmla="*/ 2 h 7"/>
                <a:gd name="T30" fmla="*/ 13 w 30"/>
                <a:gd name="T31" fmla="*/ 5 h 7"/>
                <a:gd name="T32" fmla="*/ 13 w 30"/>
                <a:gd name="T33" fmla="*/ 3 h 7"/>
                <a:gd name="T34" fmla="*/ 16 w 30"/>
                <a:gd name="T35" fmla="*/ 7 h 7"/>
                <a:gd name="T36" fmla="*/ 14 w 30"/>
                <a:gd name="T37" fmla="*/ 3 h 7"/>
                <a:gd name="T38" fmla="*/ 18 w 30"/>
                <a:gd name="T39" fmla="*/ 6 h 7"/>
                <a:gd name="T40" fmla="*/ 17 w 30"/>
                <a:gd name="T41" fmla="*/ 4 h 7"/>
                <a:gd name="T42" fmla="*/ 20 w 30"/>
                <a:gd name="T43" fmla="*/ 7 h 7"/>
                <a:gd name="T44" fmla="*/ 18 w 30"/>
                <a:gd name="T45" fmla="*/ 3 h 7"/>
                <a:gd name="T46" fmla="*/ 20 w 30"/>
                <a:gd name="T47" fmla="*/ 5 h 7"/>
                <a:gd name="T48" fmla="*/ 19 w 30"/>
                <a:gd name="T49" fmla="*/ 2 h 7"/>
                <a:gd name="T50" fmla="*/ 21 w 30"/>
                <a:gd name="T51" fmla="*/ 4 h 7"/>
                <a:gd name="T52" fmla="*/ 21 w 30"/>
                <a:gd name="T53" fmla="*/ 2 h 7"/>
                <a:gd name="T54" fmla="*/ 25 w 30"/>
                <a:gd name="T55" fmla="*/ 4 h 7"/>
                <a:gd name="T56" fmla="*/ 24 w 30"/>
                <a:gd name="T57" fmla="*/ 2 h 7"/>
                <a:gd name="T58" fmla="*/ 26 w 30"/>
                <a:gd name="T59" fmla="*/ 4 h 7"/>
                <a:gd name="T60" fmla="*/ 26 w 30"/>
                <a:gd name="T61" fmla="*/ 2 h 7"/>
                <a:gd name="T62" fmla="*/ 27 w 30"/>
                <a:gd name="T63" fmla="*/ 0 h 7"/>
                <a:gd name="T64" fmla="*/ 30 w 30"/>
                <a:gd name="T6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" h="7">
                  <a:moveTo>
                    <a:pt x="0" y="3"/>
                  </a:moveTo>
                  <a:cubicBezTo>
                    <a:pt x="2" y="5"/>
                    <a:pt x="3" y="6"/>
                    <a:pt x="4" y="7"/>
                  </a:cubicBezTo>
                  <a:cubicBezTo>
                    <a:pt x="4" y="6"/>
                    <a:pt x="3" y="5"/>
                    <a:pt x="3" y="4"/>
                  </a:cubicBezTo>
                  <a:cubicBezTo>
                    <a:pt x="3" y="4"/>
                    <a:pt x="5" y="6"/>
                    <a:pt x="5" y="6"/>
                  </a:cubicBezTo>
                  <a:cubicBezTo>
                    <a:pt x="5" y="5"/>
                    <a:pt x="4" y="4"/>
                    <a:pt x="4" y="3"/>
                  </a:cubicBezTo>
                  <a:cubicBezTo>
                    <a:pt x="5" y="4"/>
                    <a:pt x="6" y="5"/>
                    <a:pt x="7" y="7"/>
                  </a:cubicBezTo>
                  <a:cubicBezTo>
                    <a:pt x="7" y="5"/>
                    <a:pt x="6" y="4"/>
                    <a:pt x="6" y="3"/>
                  </a:cubicBezTo>
                  <a:cubicBezTo>
                    <a:pt x="6" y="2"/>
                    <a:pt x="6" y="2"/>
                    <a:pt x="6" y="3"/>
                  </a:cubicBezTo>
                  <a:cubicBezTo>
                    <a:pt x="7" y="3"/>
                    <a:pt x="7" y="4"/>
                    <a:pt x="8" y="5"/>
                  </a:cubicBezTo>
                  <a:cubicBezTo>
                    <a:pt x="9" y="5"/>
                    <a:pt x="8" y="3"/>
                    <a:pt x="8" y="3"/>
                  </a:cubicBezTo>
                  <a:cubicBezTo>
                    <a:pt x="8" y="3"/>
                    <a:pt x="9" y="4"/>
                    <a:pt x="10" y="5"/>
                  </a:cubicBezTo>
                  <a:cubicBezTo>
                    <a:pt x="10" y="4"/>
                    <a:pt x="10" y="3"/>
                    <a:pt x="9" y="3"/>
                  </a:cubicBezTo>
                  <a:cubicBezTo>
                    <a:pt x="11" y="3"/>
                    <a:pt x="11" y="5"/>
                    <a:pt x="12" y="6"/>
                  </a:cubicBezTo>
                  <a:cubicBezTo>
                    <a:pt x="12" y="5"/>
                    <a:pt x="11" y="3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2" y="3"/>
                    <a:pt x="12" y="4"/>
                    <a:pt x="13" y="5"/>
                  </a:cubicBezTo>
                  <a:cubicBezTo>
                    <a:pt x="14" y="4"/>
                    <a:pt x="13" y="3"/>
                    <a:pt x="13" y="3"/>
                  </a:cubicBezTo>
                  <a:cubicBezTo>
                    <a:pt x="14" y="4"/>
                    <a:pt x="15" y="5"/>
                    <a:pt x="16" y="7"/>
                  </a:cubicBezTo>
                  <a:cubicBezTo>
                    <a:pt x="16" y="5"/>
                    <a:pt x="15" y="4"/>
                    <a:pt x="14" y="3"/>
                  </a:cubicBezTo>
                  <a:cubicBezTo>
                    <a:pt x="16" y="4"/>
                    <a:pt x="16" y="5"/>
                    <a:pt x="18" y="6"/>
                  </a:cubicBezTo>
                  <a:cubicBezTo>
                    <a:pt x="18" y="5"/>
                    <a:pt x="17" y="4"/>
                    <a:pt x="17" y="4"/>
                  </a:cubicBezTo>
                  <a:cubicBezTo>
                    <a:pt x="18" y="4"/>
                    <a:pt x="19" y="6"/>
                    <a:pt x="20" y="7"/>
                  </a:cubicBezTo>
                  <a:cubicBezTo>
                    <a:pt x="19" y="5"/>
                    <a:pt x="18" y="4"/>
                    <a:pt x="18" y="3"/>
                  </a:cubicBezTo>
                  <a:cubicBezTo>
                    <a:pt x="19" y="3"/>
                    <a:pt x="19" y="5"/>
                    <a:pt x="20" y="5"/>
                  </a:cubicBezTo>
                  <a:cubicBezTo>
                    <a:pt x="20" y="4"/>
                    <a:pt x="20" y="3"/>
                    <a:pt x="19" y="2"/>
                  </a:cubicBezTo>
                  <a:cubicBezTo>
                    <a:pt x="20" y="2"/>
                    <a:pt x="20" y="4"/>
                    <a:pt x="21" y="4"/>
                  </a:cubicBezTo>
                  <a:cubicBezTo>
                    <a:pt x="21" y="3"/>
                    <a:pt x="20" y="0"/>
                    <a:pt x="21" y="2"/>
                  </a:cubicBezTo>
                  <a:cubicBezTo>
                    <a:pt x="22" y="3"/>
                    <a:pt x="23" y="3"/>
                    <a:pt x="25" y="4"/>
                  </a:cubicBezTo>
                  <a:cubicBezTo>
                    <a:pt x="25" y="4"/>
                    <a:pt x="25" y="2"/>
                    <a:pt x="24" y="2"/>
                  </a:cubicBezTo>
                  <a:cubicBezTo>
                    <a:pt x="24" y="2"/>
                    <a:pt x="27" y="4"/>
                    <a:pt x="26" y="4"/>
                  </a:cubicBezTo>
                  <a:cubicBezTo>
                    <a:pt x="26" y="4"/>
                    <a:pt x="26" y="2"/>
                    <a:pt x="26" y="2"/>
                  </a:cubicBezTo>
                  <a:cubicBezTo>
                    <a:pt x="26" y="2"/>
                    <a:pt x="27" y="2"/>
                    <a:pt x="27" y="0"/>
                  </a:cubicBezTo>
                  <a:cubicBezTo>
                    <a:pt x="28" y="1"/>
                    <a:pt x="29" y="3"/>
                    <a:pt x="30" y="3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1" name="Freeform 179">
              <a:extLst>
                <a:ext uri="{FF2B5EF4-FFF2-40B4-BE49-F238E27FC236}">
                  <a16:creationId xmlns:a16="http://schemas.microsoft.com/office/drawing/2014/main" id="{EAF8D855-E005-8136-4F45-516B9D0FBBDC}"/>
                </a:ext>
              </a:extLst>
            </p:cNvPr>
            <p:cNvSpPr/>
            <p:nvPr/>
          </p:nvSpPr>
          <p:spPr bwMode="auto">
            <a:xfrm>
              <a:off x="4265" y="2193"/>
              <a:ext cx="141" cy="45"/>
            </a:xfrm>
            <a:custGeom>
              <a:avLst/>
              <a:gdLst>
                <a:gd name="T0" fmla="*/ 0 w 31"/>
                <a:gd name="T1" fmla="*/ 2 h 10"/>
                <a:gd name="T2" fmla="*/ 5 w 31"/>
                <a:gd name="T3" fmla="*/ 6 h 10"/>
                <a:gd name="T4" fmla="*/ 2 w 31"/>
                <a:gd name="T5" fmla="*/ 1 h 10"/>
                <a:gd name="T6" fmla="*/ 6 w 31"/>
                <a:gd name="T7" fmla="*/ 5 h 10"/>
                <a:gd name="T8" fmla="*/ 3 w 31"/>
                <a:gd name="T9" fmla="*/ 0 h 10"/>
                <a:gd name="T10" fmla="*/ 8 w 31"/>
                <a:gd name="T11" fmla="*/ 4 h 10"/>
                <a:gd name="T12" fmla="*/ 7 w 31"/>
                <a:gd name="T13" fmla="*/ 1 h 10"/>
                <a:gd name="T14" fmla="*/ 11 w 31"/>
                <a:gd name="T15" fmla="*/ 6 h 10"/>
                <a:gd name="T16" fmla="*/ 10 w 31"/>
                <a:gd name="T17" fmla="*/ 3 h 10"/>
                <a:gd name="T18" fmla="*/ 15 w 31"/>
                <a:gd name="T19" fmla="*/ 7 h 10"/>
                <a:gd name="T20" fmla="*/ 13 w 31"/>
                <a:gd name="T21" fmla="*/ 4 h 10"/>
                <a:gd name="T22" fmla="*/ 16 w 31"/>
                <a:gd name="T23" fmla="*/ 7 h 10"/>
                <a:gd name="T24" fmla="*/ 15 w 31"/>
                <a:gd name="T25" fmla="*/ 5 h 10"/>
                <a:gd name="T26" fmla="*/ 19 w 31"/>
                <a:gd name="T27" fmla="*/ 8 h 10"/>
                <a:gd name="T28" fmla="*/ 17 w 31"/>
                <a:gd name="T29" fmla="*/ 5 h 10"/>
                <a:gd name="T30" fmla="*/ 21 w 31"/>
                <a:gd name="T31" fmla="*/ 9 h 10"/>
                <a:gd name="T32" fmla="*/ 19 w 31"/>
                <a:gd name="T33" fmla="*/ 6 h 10"/>
                <a:gd name="T34" fmla="*/ 22 w 31"/>
                <a:gd name="T35" fmla="*/ 9 h 10"/>
                <a:gd name="T36" fmla="*/ 21 w 31"/>
                <a:gd name="T37" fmla="*/ 6 h 10"/>
                <a:gd name="T38" fmla="*/ 22 w 31"/>
                <a:gd name="T39" fmla="*/ 7 h 10"/>
                <a:gd name="T40" fmla="*/ 24 w 31"/>
                <a:gd name="T41" fmla="*/ 9 h 10"/>
                <a:gd name="T42" fmla="*/ 24 w 31"/>
                <a:gd name="T43" fmla="*/ 8 h 10"/>
                <a:gd name="T44" fmla="*/ 25 w 31"/>
                <a:gd name="T45" fmla="*/ 10 h 10"/>
                <a:gd name="T46" fmla="*/ 26 w 31"/>
                <a:gd name="T47" fmla="*/ 9 h 10"/>
                <a:gd name="T48" fmla="*/ 25 w 31"/>
                <a:gd name="T49" fmla="*/ 7 h 10"/>
                <a:gd name="T50" fmla="*/ 28 w 31"/>
                <a:gd name="T51" fmla="*/ 8 h 10"/>
                <a:gd name="T52" fmla="*/ 27 w 31"/>
                <a:gd name="T53" fmla="*/ 6 h 10"/>
                <a:gd name="T54" fmla="*/ 30 w 31"/>
                <a:gd name="T55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1" h="10">
                  <a:moveTo>
                    <a:pt x="0" y="2"/>
                  </a:moveTo>
                  <a:cubicBezTo>
                    <a:pt x="2" y="3"/>
                    <a:pt x="4" y="4"/>
                    <a:pt x="5" y="6"/>
                  </a:cubicBezTo>
                  <a:cubicBezTo>
                    <a:pt x="5" y="4"/>
                    <a:pt x="4" y="3"/>
                    <a:pt x="2" y="1"/>
                  </a:cubicBezTo>
                  <a:cubicBezTo>
                    <a:pt x="3" y="2"/>
                    <a:pt x="5" y="4"/>
                    <a:pt x="6" y="5"/>
                  </a:cubicBezTo>
                  <a:cubicBezTo>
                    <a:pt x="5" y="4"/>
                    <a:pt x="4" y="2"/>
                    <a:pt x="3" y="0"/>
                  </a:cubicBezTo>
                  <a:cubicBezTo>
                    <a:pt x="5" y="1"/>
                    <a:pt x="6" y="3"/>
                    <a:pt x="8" y="4"/>
                  </a:cubicBezTo>
                  <a:cubicBezTo>
                    <a:pt x="8" y="4"/>
                    <a:pt x="6" y="1"/>
                    <a:pt x="7" y="1"/>
                  </a:cubicBezTo>
                  <a:cubicBezTo>
                    <a:pt x="7" y="2"/>
                    <a:pt x="10" y="5"/>
                    <a:pt x="11" y="6"/>
                  </a:cubicBezTo>
                  <a:cubicBezTo>
                    <a:pt x="12" y="4"/>
                    <a:pt x="10" y="4"/>
                    <a:pt x="10" y="3"/>
                  </a:cubicBezTo>
                  <a:cubicBezTo>
                    <a:pt x="11" y="4"/>
                    <a:pt x="13" y="6"/>
                    <a:pt x="15" y="7"/>
                  </a:cubicBezTo>
                  <a:cubicBezTo>
                    <a:pt x="15" y="6"/>
                    <a:pt x="13" y="4"/>
                    <a:pt x="13" y="4"/>
                  </a:cubicBezTo>
                  <a:cubicBezTo>
                    <a:pt x="14" y="5"/>
                    <a:pt x="15" y="6"/>
                    <a:pt x="16" y="7"/>
                  </a:cubicBezTo>
                  <a:cubicBezTo>
                    <a:pt x="17" y="6"/>
                    <a:pt x="15" y="6"/>
                    <a:pt x="15" y="5"/>
                  </a:cubicBezTo>
                  <a:cubicBezTo>
                    <a:pt x="16" y="6"/>
                    <a:pt x="18" y="7"/>
                    <a:pt x="19" y="8"/>
                  </a:cubicBezTo>
                  <a:cubicBezTo>
                    <a:pt x="19" y="7"/>
                    <a:pt x="17" y="4"/>
                    <a:pt x="17" y="5"/>
                  </a:cubicBezTo>
                  <a:cubicBezTo>
                    <a:pt x="19" y="6"/>
                    <a:pt x="20" y="8"/>
                    <a:pt x="21" y="9"/>
                  </a:cubicBezTo>
                  <a:cubicBezTo>
                    <a:pt x="21" y="8"/>
                    <a:pt x="20" y="7"/>
                    <a:pt x="19" y="6"/>
                  </a:cubicBezTo>
                  <a:cubicBezTo>
                    <a:pt x="20" y="7"/>
                    <a:pt x="21" y="8"/>
                    <a:pt x="22" y="9"/>
                  </a:cubicBezTo>
                  <a:cubicBezTo>
                    <a:pt x="22" y="9"/>
                    <a:pt x="21" y="7"/>
                    <a:pt x="21" y="6"/>
                  </a:cubicBezTo>
                  <a:cubicBezTo>
                    <a:pt x="23" y="9"/>
                    <a:pt x="21" y="8"/>
                    <a:pt x="22" y="7"/>
                  </a:cubicBezTo>
                  <a:cubicBezTo>
                    <a:pt x="22" y="8"/>
                    <a:pt x="23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5" y="10"/>
                    <a:pt x="25" y="10"/>
                  </a:cubicBezTo>
                  <a:cubicBezTo>
                    <a:pt x="25" y="9"/>
                    <a:pt x="25" y="9"/>
                    <a:pt x="26" y="9"/>
                  </a:cubicBezTo>
                  <a:cubicBezTo>
                    <a:pt x="26" y="8"/>
                    <a:pt x="25" y="8"/>
                    <a:pt x="25" y="7"/>
                  </a:cubicBezTo>
                  <a:cubicBezTo>
                    <a:pt x="25" y="7"/>
                    <a:pt x="28" y="8"/>
                    <a:pt x="28" y="8"/>
                  </a:cubicBezTo>
                  <a:cubicBezTo>
                    <a:pt x="28" y="7"/>
                    <a:pt x="27" y="6"/>
                    <a:pt x="27" y="6"/>
                  </a:cubicBezTo>
                  <a:cubicBezTo>
                    <a:pt x="31" y="6"/>
                    <a:pt x="29" y="7"/>
                    <a:pt x="30" y="9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2" name="Freeform 180">
              <a:extLst>
                <a:ext uri="{FF2B5EF4-FFF2-40B4-BE49-F238E27FC236}">
                  <a16:creationId xmlns:a16="http://schemas.microsoft.com/office/drawing/2014/main" id="{D302A41D-A77B-F01A-22BF-29151B108AA6}"/>
                </a:ext>
              </a:extLst>
            </p:cNvPr>
            <p:cNvSpPr/>
            <p:nvPr/>
          </p:nvSpPr>
          <p:spPr bwMode="auto">
            <a:xfrm>
              <a:off x="4347" y="1945"/>
              <a:ext cx="78" cy="45"/>
            </a:xfrm>
            <a:custGeom>
              <a:avLst/>
              <a:gdLst>
                <a:gd name="T0" fmla="*/ 0 w 17"/>
                <a:gd name="T1" fmla="*/ 7 h 10"/>
                <a:gd name="T2" fmla="*/ 2 w 17"/>
                <a:gd name="T3" fmla="*/ 10 h 10"/>
                <a:gd name="T4" fmla="*/ 2 w 17"/>
                <a:gd name="T5" fmla="*/ 4 h 10"/>
                <a:gd name="T6" fmla="*/ 5 w 17"/>
                <a:gd name="T7" fmla="*/ 9 h 10"/>
                <a:gd name="T8" fmla="*/ 4 w 17"/>
                <a:gd name="T9" fmla="*/ 3 h 10"/>
                <a:gd name="T10" fmla="*/ 6 w 17"/>
                <a:gd name="T11" fmla="*/ 9 h 10"/>
                <a:gd name="T12" fmla="*/ 5 w 17"/>
                <a:gd name="T13" fmla="*/ 2 h 10"/>
                <a:gd name="T14" fmla="*/ 9 w 17"/>
                <a:gd name="T15" fmla="*/ 10 h 10"/>
                <a:gd name="T16" fmla="*/ 6 w 17"/>
                <a:gd name="T17" fmla="*/ 1 h 10"/>
                <a:gd name="T18" fmla="*/ 10 w 17"/>
                <a:gd name="T19" fmla="*/ 10 h 10"/>
                <a:gd name="T20" fmla="*/ 7 w 17"/>
                <a:gd name="T21" fmla="*/ 1 h 10"/>
                <a:gd name="T22" fmla="*/ 11 w 17"/>
                <a:gd name="T23" fmla="*/ 8 h 10"/>
                <a:gd name="T24" fmla="*/ 8 w 17"/>
                <a:gd name="T25" fmla="*/ 0 h 10"/>
                <a:gd name="T26" fmla="*/ 13 w 17"/>
                <a:gd name="T27" fmla="*/ 9 h 10"/>
                <a:gd name="T28" fmla="*/ 9 w 17"/>
                <a:gd name="T29" fmla="*/ 0 h 10"/>
                <a:gd name="T30" fmla="*/ 14 w 17"/>
                <a:gd name="T31" fmla="*/ 8 h 10"/>
                <a:gd name="T32" fmla="*/ 11 w 17"/>
                <a:gd name="T33" fmla="*/ 0 h 10"/>
                <a:gd name="T34" fmla="*/ 14 w 17"/>
                <a:gd name="T35" fmla="*/ 7 h 10"/>
                <a:gd name="T36" fmla="*/ 11 w 17"/>
                <a:gd name="T37" fmla="*/ 0 h 10"/>
                <a:gd name="T38" fmla="*/ 17 w 17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0">
                  <a:moveTo>
                    <a:pt x="0" y="7"/>
                  </a:moveTo>
                  <a:cubicBezTo>
                    <a:pt x="0" y="7"/>
                    <a:pt x="1" y="10"/>
                    <a:pt x="2" y="10"/>
                  </a:cubicBezTo>
                  <a:cubicBezTo>
                    <a:pt x="3" y="9"/>
                    <a:pt x="2" y="6"/>
                    <a:pt x="2" y="4"/>
                  </a:cubicBezTo>
                  <a:cubicBezTo>
                    <a:pt x="3" y="6"/>
                    <a:pt x="3" y="8"/>
                    <a:pt x="5" y="9"/>
                  </a:cubicBezTo>
                  <a:cubicBezTo>
                    <a:pt x="5" y="7"/>
                    <a:pt x="4" y="5"/>
                    <a:pt x="4" y="3"/>
                  </a:cubicBezTo>
                  <a:cubicBezTo>
                    <a:pt x="5" y="5"/>
                    <a:pt x="5" y="7"/>
                    <a:pt x="6" y="9"/>
                  </a:cubicBezTo>
                  <a:cubicBezTo>
                    <a:pt x="6" y="7"/>
                    <a:pt x="5" y="5"/>
                    <a:pt x="5" y="2"/>
                  </a:cubicBezTo>
                  <a:cubicBezTo>
                    <a:pt x="6" y="5"/>
                    <a:pt x="8" y="8"/>
                    <a:pt x="9" y="10"/>
                  </a:cubicBezTo>
                  <a:cubicBezTo>
                    <a:pt x="8" y="7"/>
                    <a:pt x="7" y="4"/>
                    <a:pt x="6" y="1"/>
                  </a:cubicBezTo>
                  <a:cubicBezTo>
                    <a:pt x="7" y="4"/>
                    <a:pt x="9" y="7"/>
                    <a:pt x="10" y="10"/>
                  </a:cubicBezTo>
                  <a:cubicBezTo>
                    <a:pt x="9" y="7"/>
                    <a:pt x="8" y="4"/>
                    <a:pt x="7" y="1"/>
                  </a:cubicBezTo>
                  <a:cubicBezTo>
                    <a:pt x="8" y="3"/>
                    <a:pt x="9" y="6"/>
                    <a:pt x="11" y="8"/>
                  </a:cubicBezTo>
                  <a:cubicBezTo>
                    <a:pt x="10" y="6"/>
                    <a:pt x="9" y="3"/>
                    <a:pt x="8" y="0"/>
                  </a:cubicBezTo>
                  <a:cubicBezTo>
                    <a:pt x="10" y="3"/>
                    <a:pt x="11" y="6"/>
                    <a:pt x="13" y="9"/>
                  </a:cubicBezTo>
                  <a:cubicBezTo>
                    <a:pt x="12" y="6"/>
                    <a:pt x="11" y="3"/>
                    <a:pt x="9" y="0"/>
                  </a:cubicBezTo>
                  <a:cubicBezTo>
                    <a:pt x="11" y="2"/>
                    <a:pt x="12" y="5"/>
                    <a:pt x="14" y="8"/>
                  </a:cubicBezTo>
                  <a:cubicBezTo>
                    <a:pt x="13" y="6"/>
                    <a:pt x="12" y="3"/>
                    <a:pt x="11" y="0"/>
                  </a:cubicBezTo>
                  <a:cubicBezTo>
                    <a:pt x="12" y="2"/>
                    <a:pt x="13" y="5"/>
                    <a:pt x="14" y="7"/>
                  </a:cubicBezTo>
                  <a:cubicBezTo>
                    <a:pt x="13" y="5"/>
                    <a:pt x="12" y="2"/>
                    <a:pt x="11" y="0"/>
                  </a:cubicBezTo>
                  <a:cubicBezTo>
                    <a:pt x="13" y="3"/>
                    <a:pt x="15" y="7"/>
                    <a:pt x="17" y="1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3" name="Freeform 181">
              <a:extLst>
                <a:ext uri="{FF2B5EF4-FFF2-40B4-BE49-F238E27FC236}">
                  <a16:creationId xmlns:a16="http://schemas.microsoft.com/office/drawing/2014/main" id="{C654CD9F-3281-62DA-4441-DB0D5AC8DDFA}"/>
                </a:ext>
              </a:extLst>
            </p:cNvPr>
            <p:cNvSpPr/>
            <p:nvPr/>
          </p:nvSpPr>
          <p:spPr bwMode="auto">
            <a:xfrm>
              <a:off x="3637" y="1936"/>
              <a:ext cx="78" cy="68"/>
            </a:xfrm>
            <a:custGeom>
              <a:avLst/>
              <a:gdLst>
                <a:gd name="T0" fmla="*/ 0 w 17"/>
                <a:gd name="T1" fmla="*/ 10 h 15"/>
                <a:gd name="T2" fmla="*/ 4 w 17"/>
                <a:gd name="T3" fmla="*/ 14 h 15"/>
                <a:gd name="T4" fmla="*/ 2 w 17"/>
                <a:gd name="T5" fmla="*/ 11 h 15"/>
                <a:gd name="T6" fmla="*/ 5 w 17"/>
                <a:gd name="T7" fmla="*/ 15 h 15"/>
                <a:gd name="T8" fmla="*/ 3 w 17"/>
                <a:gd name="T9" fmla="*/ 9 h 15"/>
                <a:gd name="T10" fmla="*/ 6 w 17"/>
                <a:gd name="T11" fmla="*/ 13 h 15"/>
                <a:gd name="T12" fmla="*/ 1 w 17"/>
                <a:gd name="T13" fmla="*/ 6 h 15"/>
                <a:gd name="T14" fmla="*/ 7 w 17"/>
                <a:gd name="T15" fmla="*/ 12 h 15"/>
                <a:gd name="T16" fmla="*/ 0 w 17"/>
                <a:gd name="T17" fmla="*/ 2 h 15"/>
                <a:gd name="T18" fmla="*/ 9 w 17"/>
                <a:gd name="T19" fmla="*/ 12 h 15"/>
                <a:gd name="T20" fmla="*/ 3 w 17"/>
                <a:gd name="T21" fmla="*/ 3 h 15"/>
                <a:gd name="T22" fmla="*/ 10 w 17"/>
                <a:gd name="T23" fmla="*/ 12 h 15"/>
                <a:gd name="T24" fmla="*/ 6 w 17"/>
                <a:gd name="T25" fmla="*/ 4 h 15"/>
                <a:gd name="T26" fmla="*/ 12 w 17"/>
                <a:gd name="T27" fmla="*/ 12 h 15"/>
                <a:gd name="T28" fmla="*/ 7 w 17"/>
                <a:gd name="T29" fmla="*/ 4 h 15"/>
                <a:gd name="T30" fmla="*/ 13 w 17"/>
                <a:gd name="T31" fmla="*/ 11 h 15"/>
                <a:gd name="T32" fmla="*/ 7 w 17"/>
                <a:gd name="T33" fmla="*/ 2 h 15"/>
                <a:gd name="T34" fmla="*/ 13 w 17"/>
                <a:gd name="T35" fmla="*/ 8 h 15"/>
                <a:gd name="T36" fmla="*/ 8 w 17"/>
                <a:gd name="T37" fmla="*/ 1 h 15"/>
                <a:gd name="T38" fmla="*/ 7 w 17"/>
                <a:gd name="T39" fmla="*/ 0 h 15"/>
                <a:gd name="T40" fmla="*/ 17 w 17"/>
                <a:gd name="T41" fmla="*/ 13 h 15"/>
                <a:gd name="T42" fmla="*/ 14 w 17"/>
                <a:gd name="T4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5">
                  <a:moveTo>
                    <a:pt x="0" y="10"/>
                  </a:moveTo>
                  <a:cubicBezTo>
                    <a:pt x="1" y="11"/>
                    <a:pt x="3" y="12"/>
                    <a:pt x="4" y="14"/>
                  </a:cubicBezTo>
                  <a:cubicBezTo>
                    <a:pt x="4" y="12"/>
                    <a:pt x="3" y="12"/>
                    <a:pt x="2" y="11"/>
                  </a:cubicBezTo>
                  <a:cubicBezTo>
                    <a:pt x="3" y="11"/>
                    <a:pt x="5" y="13"/>
                    <a:pt x="5" y="15"/>
                  </a:cubicBezTo>
                  <a:cubicBezTo>
                    <a:pt x="5" y="12"/>
                    <a:pt x="4" y="11"/>
                    <a:pt x="3" y="9"/>
                  </a:cubicBezTo>
                  <a:cubicBezTo>
                    <a:pt x="4" y="10"/>
                    <a:pt x="5" y="12"/>
                    <a:pt x="6" y="13"/>
                  </a:cubicBezTo>
                  <a:cubicBezTo>
                    <a:pt x="4" y="11"/>
                    <a:pt x="2" y="8"/>
                    <a:pt x="1" y="6"/>
                  </a:cubicBezTo>
                  <a:cubicBezTo>
                    <a:pt x="2" y="8"/>
                    <a:pt x="5" y="10"/>
                    <a:pt x="7" y="12"/>
                  </a:cubicBezTo>
                  <a:cubicBezTo>
                    <a:pt x="5" y="9"/>
                    <a:pt x="2" y="6"/>
                    <a:pt x="0" y="2"/>
                  </a:cubicBezTo>
                  <a:cubicBezTo>
                    <a:pt x="3" y="6"/>
                    <a:pt x="6" y="9"/>
                    <a:pt x="9" y="12"/>
                  </a:cubicBezTo>
                  <a:cubicBezTo>
                    <a:pt x="7" y="9"/>
                    <a:pt x="5" y="6"/>
                    <a:pt x="3" y="3"/>
                  </a:cubicBezTo>
                  <a:cubicBezTo>
                    <a:pt x="5" y="6"/>
                    <a:pt x="8" y="9"/>
                    <a:pt x="10" y="12"/>
                  </a:cubicBezTo>
                  <a:cubicBezTo>
                    <a:pt x="9" y="9"/>
                    <a:pt x="8" y="7"/>
                    <a:pt x="6" y="4"/>
                  </a:cubicBezTo>
                  <a:cubicBezTo>
                    <a:pt x="8" y="7"/>
                    <a:pt x="10" y="9"/>
                    <a:pt x="12" y="12"/>
                  </a:cubicBezTo>
                  <a:cubicBezTo>
                    <a:pt x="11" y="10"/>
                    <a:pt x="9" y="7"/>
                    <a:pt x="7" y="4"/>
                  </a:cubicBezTo>
                  <a:cubicBezTo>
                    <a:pt x="9" y="7"/>
                    <a:pt x="11" y="9"/>
                    <a:pt x="13" y="11"/>
                  </a:cubicBezTo>
                  <a:cubicBezTo>
                    <a:pt x="11" y="8"/>
                    <a:pt x="10" y="5"/>
                    <a:pt x="7" y="2"/>
                  </a:cubicBezTo>
                  <a:cubicBezTo>
                    <a:pt x="9" y="4"/>
                    <a:pt x="11" y="6"/>
                    <a:pt x="13" y="8"/>
                  </a:cubicBezTo>
                  <a:cubicBezTo>
                    <a:pt x="11" y="6"/>
                    <a:pt x="9" y="3"/>
                    <a:pt x="8" y="1"/>
                  </a:cubicBezTo>
                  <a:cubicBezTo>
                    <a:pt x="8" y="1"/>
                    <a:pt x="7" y="0"/>
                    <a:pt x="7" y="0"/>
                  </a:cubicBezTo>
                  <a:cubicBezTo>
                    <a:pt x="11" y="4"/>
                    <a:pt x="15" y="8"/>
                    <a:pt x="17" y="13"/>
                  </a:cubicBezTo>
                  <a:cubicBezTo>
                    <a:pt x="16" y="14"/>
                    <a:pt x="14" y="12"/>
                    <a:pt x="14" y="12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4" name="Freeform 182">
              <a:extLst>
                <a:ext uri="{FF2B5EF4-FFF2-40B4-BE49-F238E27FC236}">
                  <a16:creationId xmlns:a16="http://schemas.microsoft.com/office/drawing/2014/main" id="{297C1E8B-9285-B49B-8B0B-165AE39637D5}"/>
                </a:ext>
              </a:extLst>
            </p:cNvPr>
            <p:cNvSpPr/>
            <p:nvPr/>
          </p:nvSpPr>
          <p:spPr bwMode="auto">
            <a:xfrm>
              <a:off x="3897" y="1091"/>
              <a:ext cx="282" cy="203"/>
            </a:xfrm>
            <a:custGeom>
              <a:avLst/>
              <a:gdLst>
                <a:gd name="T0" fmla="*/ 0 w 62"/>
                <a:gd name="T1" fmla="*/ 35 h 45"/>
                <a:gd name="T2" fmla="*/ 2 w 62"/>
                <a:gd name="T3" fmla="*/ 40 h 45"/>
                <a:gd name="T4" fmla="*/ 1 w 62"/>
                <a:gd name="T5" fmla="*/ 35 h 45"/>
                <a:gd name="T6" fmla="*/ 4 w 62"/>
                <a:gd name="T7" fmla="*/ 41 h 45"/>
                <a:gd name="T8" fmla="*/ 3 w 62"/>
                <a:gd name="T9" fmla="*/ 32 h 45"/>
                <a:gd name="T10" fmla="*/ 7 w 62"/>
                <a:gd name="T11" fmla="*/ 41 h 45"/>
                <a:gd name="T12" fmla="*/ 3 w 62"/>
                <a:gd name="T13" fmla="*/ 29 h 45"/>
                <a:gd name="T14" fmla="*/ 10 w 62"/>
                <a:gd name="T15" fmla="*/ 43 h 45"/>
                <a:gd name="T16" fmla="*/ 4 w 62"/>
                <a:gd name="T17" fmla="*/ 27 h 45"/>
                <a:gd name="T18" fmla="*/ 10 w 62"/>
                <a:gd name="T19" fmla="*/ 42 h 45"/>
                <a:gd name="T20" fmla="*/ 4 w 62"/>
                <a:gd name="T21" fmla="*/ 21 h 45"/>
                <a:gd name="T22" fmla="*/ 10 w 62"/>
                <a:gd name="T23" fmla="*/ 39 h 45"/>
                <a:gd name="T24" fmla="*/ 5 w 62"/>
                <a:gd name="T25" fmla="*/ 19 h 45"/>
                <a:gd name="T26" fmla="*/ 14 w 62"/>
                <a:gd name="T27" fmla="*/ 39 h 45"/>
                <a:gd name="T28" fmla="*/ 8 w 62"/>
                <a:gd name="T29" fmla="*/ 20 h 45"/>
                <a:gd name="T30" fmla="*/ 17 w 62"/>
                <a:gd name="T31" fmla="*/ 41 h 45"/>
                <a:gd name="T32" fmla="*/ 10 w 62"/>
                <a:gd name="T33" fmla="*/ 18 h 45"/>
                <a:gd name="T34" fmla="*/ 21 w 62"/>
                <a:gd name="T35" fmla="*/ 41 h 45"/>
                <a:gd name="T36" fmla="*/ 10 w 62"/>
                <a:gd name="T37" fmla="*/ 15 h 45"/>
                <a:gd name="T38" fmla="*/ 22 w 62"/>
                <a:gd name="T39" fmla="*/ 40 h 45"/>
                <a:gd name="T40" fmla="*/ 11 w 62"/>
                <a:gd name="T41" fmla="*/ 12 h 45"/>
                <a:gd name="T42" fmla="*/ 27 w 62"/>
                <a:gd name="T43" fmla="*/ 41 h 45"/>
                <a:gd name="T44" fmla="*/ 12 w 62"/>
                <a:gd name="T45" fmla="*/ 10 h 45"/>
                <a:gd name="T46" fmla="*/ 28 w 62"/>
                <a:gd name="T47" fmla="*/ 40 h 45"/>
                <a:gd name="T48" fmla="*/ 15 w 62"/>
                <a:gd name="T49" fmla="*/ 11 h 45"/>
                <a:gd name="T50" fmla="*/ 32 w 62"/>
                <a:gd name="T51" fmla="*/ 42 h 45"/>
                <a:gd name="T52" fmla="*/ 15 w 62"/>
                <a:gd name="T53" fmla="*/ 6 h 45"/>
                <a:gd name="T54" fmla="*/ 35 w 62"/>
                <a:gd name="T55" fmla="*/ 42 h 45"/>
                <a:gd name="T56" fmla="*/ 18 w 62"/>
                <a:gd name="T57" fmla="*/ 7 h 45"/>
                <a:gd name="T58" fmla="*/ 36 w 62"/>
                <a:gd name="T59" fmla="*/ 40 h 45"/>
                <a:gd name="T60" fmla="*/ 20 w 62"/>
                <a:gd name="T61" fmla="*/ 6 h 45"/>
                <a:gd name="T62" fmla="*/ 39 w 62"/>
                <a:gd name="T63" fmla="*/ 39 h 45"/>
                <a:gd name="T64" fmla="*/ 23 w 62"/>
                <a:gd name="T65" fmla="*/ 5 h 45"/>
                <a:gd name="T66" fmla="*/ 42 w 62"/>
                <a:gd name="T67" fmla="*/ 40 h 45"/>
                <a:gd name="T68" fmla="*/ 25 w 62"/>
                <a:gd name="T69" fmla="*/ 4 h 45"/>
                <a:gd name="T70" fmla="*/ 46 w 62"/>
                <a:gd name="T71" fmla="*/ 40 h 45"/>
                <a:gd name="T72" fmla="*/ 27 w 62"/>
                <a:gd name="T73" fmla="*/ 3 h 45"/>
                <a:gd name="T74" fmla="*/ 46 w 62"/>
                <a:gd name="T75" fmla="*/ 34 h 45"/>
                <a:gd name="T76" fmla="*/ 33 w 62"/>
                <a:gd name="T77" fmla="*/ 8 h 45"/>
                <a:gd name="T78" fmla="*/ 48 w 62"/>
                <a:gd name="T79" fmla="*/ 32 h 45"/>
                <a:gd name="T80" fmla="*/ 39 w 62"/>
                <a:gd name="T81" fmla="*/ 15 h 45"/>
                <a:gd name="T82" fmla="*/ 50 w 62"/>
                <a:gd name="T83" fmla="*/ 35 h 45"/>
                <a:gd name="T84" fmla="*/ 49 w 62"/>
                <a:gd name="T85" fmla="*/ 31 h 45"/>
                <a:gd name="T86" fmla="*/ 43 w 62"/>
                <a:gd name="T87" fmla="*/ 44 h 45"/>
                <a:gd name="T88" fmla="*/ 26 w 62"/>
                <a:gd name="T8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2" h="45">
                  <a:moveTo>
                    <a:pt x="0" y="35"/>
                  </a:moveTo>
                  <a:cubicBezTo>
                    <a:pt x="1" y="37"/>
                    <a:pt x="1" y="39"/>
                    <a:pt x="2" y="40"/>
                  </a:cubicBezTo>
                  <a:cubicBezTo>
                    <a:pt x="1" y="39"/>
                    <a:pt x="1" y="37"/>
                    <a:pt x="1" y="35"/>
                  </a:cubicBezTo>
                  <a:cubicBezTo>
                    <a:pt x="2" y="37"/>
                    <a:pt x="3" y="39"/>
                    <a:pt x="4" y="41"/>
                  </a:cubicBezTo>
                  <a:cubicBezTo>
                    <a:pt x="4" y="38"/>
                    <a:pt x="3" y="35"/>
                    <a:pt x="3" y="32"/>
                  </a:cubicBezTo>
                  <a:cubicBezTo>
                    <a:pt x="4" y="35"/>
                    <a:pt x="6" y="38"/>
                    <a:pt x="7" y="41"/>
                  </a:cubicBezTo>
                  <a:cubicBezTo>
                    <a:pt x="6" y="37"/>
                    <a:pt x="4" y="32"/>
                    <a:pt x="3" y="29"/>
                  </a:cubicBezTo>
                  <a:cubicBezTo>
                    <a:pt x="4" y="34"/>
                    <a:pt x="7" y="39"/>
                    <a:pt x="10" y="43"/>
                  </a:cubicBezTo>
                  <a:cubicBezTo>
                    <a:pt x="9" y="37"/>
                    <a:pt x="7" y="32"/>
                    <a:pt x="4" y="27"/>
                  </a:cubicBezTo>
                  <a:cubicBezTo>
                    <a:pt x="5" y="32"/>
                    <a:pt x="7" y="37"/>
                    <a:pt x="10" y="42"/>
                  </a:cubicBezTo>
                  <a:cubicBezTo>
                    <a:pt x="10" y="35"/>
                    <a:pt x="7" y="28"/>
                    <a:pt x="4" y="21"/>
                  </a:cubicBezTo>
                  <a:cubicBezTo>
                    <a:pt x="6" y="27"/>
                    <a:pt x="8" y="33"/>
                    <a:pt x="10" y="39"/>
                  </a:cubicBezTo>
                  <a:cubicBezTo>
                    <a:pt x="10" y="32"/>
                    <a:pt x="8" y="26"/>
                    <a:pt x="5" y="19"/>
                  </a:cubicBezTo>
                  <a:cubicBezTo>
                    <a:pt x="7" y="26"/>
                    <a:pt x="11" y="33"/>
                    <a:pt x="14" y="39"/>
                  </a:cubicBezTo>
                  <a:cubicBezTo>
                    <a:pt x="14" y="32"/>
                    <a:pt x="11" y="26"/>
                    <a:pt x="8" y="20"/>
                  </a:cubicBezTo>
                  <a:cubicBezTo>
                    <a:pt x="10" y="27"/>
                    <a:pt x="13" y="35"/>
                    <a:pt x="17" y="41"/>
                  </a:cubicBezTo>
                  <a:cubicBezTo>
                    <a:pt x="17" y="33"/>
                    <a:pt x="13" y="25"/>
                    <a:pt x="10" y="18"/>
                  </a:cubicBezTo>
                  <a:cubicBezTo>
                    <a:pt x="12" y="26"/>
                    <a:pt x="16" y="35"/>
                    <a:pt x="21" y="41"/>
                  </a:cubicBezTo>
                  <a:cubicBezTo>
                    <a:pt x="19" y="32"/>
                    <a:pt x="14" y="23"/>
                    <a:pt x="10" y="15"/>
                  </a:cubicBezTo>
                  <a:cubicBezTo>
                    <a:pt x="14" y="23"/>
                    <a:pt x="18" y="31"/>
                    <a:pt x="22" y="40"/>
                  </a:cubicBezTo>
                  <a:cubicBezTo>
                    <a:pt x="20" y="30"/>
                    <a:pt x="15" y="20"/>
                    <a:pt x="11" y="12"/>
                  </a:cubicBezTo>
                  <a:cubicBezTo>
                    <a:pt x="16" y="22"/>
                    <a:pt x="21" y="32"/>
                    <a:pt x="27" y="41"/>
                  </a:cubicBezTo>
                  <a:cubicBezTo>
                    <a:pt x="23" y="31"/>
                    <a:pt x="18" y="20"/>
                    <a:pt x="12" y="10"/>
                  </a:cubicBezTo>
                  <a:cubicBezTo>
                    <a:pt x="17" y="20"/>
                    <a:pt x="22" y="31"/>
                    <a:pt x="28" y="40"/>
                  </a:cubicBezTo>
                  <a:cubicBezTo>
                    <a:pt x="26" y="30"/>
                    <a:pt x="20" y="20"/>
                    <a:pt x="15" y="11"/>
                  </a:cubicBezTo>
                  <a:cubicBezTo>
                    <a:pt x="19" y="22"/>
                    <a:pt x="26" y="33"/>
                    <a:pt x="32" y="42"/>
                  </a:cubicBezTo>
                  <a:cubicBezTo>
                    <a:pt x="29" y="30"/>
                    <a:pt x="21" y="18"/>
                    <a:pt x="15" y="6"/>
                  </a:cubicBezTo>
                  <a:cubicBezTo>
                    <a:pt x="20" y="19"/>
                    <a:pt x="28" y="31"/>
                    <a:pt x="35" y="42"/>
                  </a:cubicBezTo>
                  <a:cubicBezTo>
                    <a:pt x="30" y="30"/>
                    <a:pt x="24" y="18"/>
                    <a:pt x="18" y="7"/>
                  </a:cubicBezTo>
                  <a:cubicBezTo>
                    <a:pt x="23" y="18"/>
                    <a:pt x="31" y="28"/>
                    <a:pt x="36" y="40"/>
                  </a:cubicBezTo>
                  <a:cubicBezTo>
                    <a:pt x="33" y="28"/>
                    <a:pt x="26" y="17"/>
                    <a:pt x="20" y="6"/>
                  </a:cubicBezTo>
                  <a:cubicBezTo>
                    <a:pt x="27" y="17"/>
                    <a:pt x="33" y="28"/>
                    <a:pt x="39" y="39"/>
                  </a:cubicBezTo>
                  <a:cubicBezTo>
                    <a:pt x="35" y="27"/>
                    <a:pt x="29" y="16"/>
                    <a:pt x="23" y="5"/>
                  </a:cubicBezTo>
                  <a:cubicBezTo>
                    <a:pt x="30" y="16"/>
                    <a:pt x="36" y="28"/>
                    <a:pt x="42" y="40"/>
                  </a:cubicBezTo>
                  <a:cubicBezTo>
                    <a:pt x="39" y="27"/>
                    <a:pt x="30" y="16"/>
                    <a:pt x="25" y="4"/>
                  </a:cubicBezTo>
                  <a:cubicBezTo>
                    <a:pt x="32" y="16"/>
                    <a:pt x="40" y="27"/>
                    <a:pt x="46" y="40"/>
                  </a:cubicBezTo>
                  <a:cubicBezTo>
                    <a:pt x="43" y="26"/>
                    <a:pt x="33" y="15"/>
                    <a:pt x="27" y="3"/>
                  </a:cubicBezTo>
                  <a:cubicBezTo>
                    <a:pt x="33" y="14"/>
                    <a:pt x="41" y="23"/>
                    <a:pt x="46" y="34"/>
                  </a:cubicBezTo>
                  <a:cubicBezTo>
                    <a:pt x="43" y="24"/>
                    <a:pt x="37" y="16"/>
                    <a:pt x="33" y="8"/>
                  </a:cubicBezTo>
                  <a:cubicBezTo>
                    <a:pt x="38" y="16"/>
                    <a:pt x="43" y="24"/>
                    <a:pt x="48" y="32"/>
                  </a:cubicBezTo>
                  <a:cubicBezTo>
                    <a:pt x="46" y="27"/>
                    <a:pt x="43" y="20"/>
                    <a:pt x="39" y="15"/>
                  </a:cubicBezTo>
                  <a:cubicBezTo>
                    <a:pt x="43" y="21"/>
                    <a:pt x="47" y="28"/>
                    <a:pt x="50" y="35"/>
                  </a:cubicBezTo>
                  <a:cubicBezTo>
                    <a:pt x="50" y="34"/>
                    <a:pt x="49" y="33"/>
                    <a:pt x="49" y="31"/>
                  </a:cubicBezTo>
                  <a:cubicBezTo>
                    <a:pt x="53" y="39"/>
                    <a:pt x="50" y="45"/>
                    <a:pt x="43" y="44"/>
                  </a:cubicBezTo>
                  <a:cubicBezTo>
                    <a:pt x="62" y="39"/>
                    <a:pt x="32" y="7"/>
                    <a:pt x="26" y="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5" name="Freeform 183">
              <a:extLst>
                <a:ext uri="{FF2B5EF4-FFF2-40B4-BE49-F238E27FC236}">
                  <a16:creationId xmlns:a16="http://schemas.microsoft.com/office/drawing/2014/main" id="{69BB1EEC-5703-0FF7-AAF0-B21F9A39CF13}"/>
                </a:ext>
              </a:extLst>
            </p:cNvPr>
            <p:cNvSpPr/>
            <p:nvPr/>
          </p:nvSpPr>
          <p:spPr bwMode="auto">
            <a:xfrm>
              <a:off x="4047" y="1105"/>
              <a:ext cx="55" cy="90"/>
            </a:xfrm>
            <a:custGeom>
              <a:avLst/>
              <a:gdLst>
                <a:gd name="T0" fmla="*/ 0 w 12"/>
                <a:gd name="T1" fmla="*/ 0 h 20"/>
                <a:gd name="T2" fmla="*/ 12 w 12"/>
                <a:gd name="T3" fmla="*/ 12 h 20"/>
                <a:gd name="T4" fmla="*/ 3 w 12"/>
                <a:gd name="T5" fmla="*/ 3 h 20"/>
                <a:gd name="T6" fmla="*/ 12 w 12"/>
                <a:gd name="T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0">
                  <a:moveTo>
                    <a:pt x="0" y="0"/>
                  </a:moveTo>
                  <a:cubicBezTo>
                    <a:pt x="4" y="3"/>
                    <a:pt x="8" y="8"/>
                    <a:pt x="12" y="12"/>
                  </a:cubicBezTo>
                  <a:cubicBezTo>
                    <a:pt x="9" y="10"/>
                    <a:pt x="5" y="7"/>
                    <a:pt x="3" y="3"/>
                  </a:cubicBezTo>
                  <a:cubicBezTo>
                    <a:pt x="6" y="9"/>
                    <a:pt x="10" y="14"/>
                    <a:pt x="12" y="2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6" name="Freeform 184">
              <a:extLst>
                <a:ext uri="{FF2B5EF4-FFF2-40B4-BE49-F238E27FC236}">
                  <a16:creationId xmlns:a16="http://schemas.microsoft.com/office/drawing/2014/main" id="{925ABD95-695F-21D6-2496-621105FC814C}"/>
                </a:ext>
              </a:extLst>
            </p:cNvPr>
            <p:cNvSpPr/>
            <p:nvPr/>
          </p:nvSpPr>
          <p:spPr bwMode="auto">
            <a:xfrm>
              <a:off x="3933" y="1258"/>
              <a:ext cx="159" cy="32"/>
            </a:xfrm>
            <a:custGeom>
              <a:avLst/>
              <a:gdLst>
                <a:gd name="T0" fmla="*/ 31 w 35"/>
                <a:gd name="T1" fmla="*/ 0 h 7"/>
                <a:gd name="T2" fmla="*/ 20 w 35"/>
                <a:gd name="T3" fmla="*/ 6 h 7"/>
                <a:gd name="T4" fmla="*/ 35 w 35"/>
                <a:gd name="T5" fmla="*/ 6 h 7"/>
                <a:gd name="T6" fmla="*/ 0 w 35"/>
                <a:gd name="T7" fmla="*/ 6 h 7"/>
                <a:gd name="T8" fmla="*/ 31 w 35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7">
                  <a:moveTo>
                    <a:pt x="31" y="0"/>
                  </a:moveTo>
                  <a:cubicBezTo>
                    <a:pt x="32" y="6"/>
                    <a:pt x="27" y="7"/>
                    <a:pt x="20" y="6"/>
                  </a:cubicBezTo>
                  <a:cubicBezTo>
                    <a:pt x="25" y="6"/>
                    <a:pt x="30" y="7"/>
                    <a:pt x="35" y="6"/>
                  </a:cubicBezTo>
                  <a:cubicBezTo>
                    <a:pt x="24" y="5"/>
                    <a:pt x="12" y="6"/>
                    <a:pt x="0" y="6"/>
                  </a:cubicBezTo>
                  <a:cubicBezTo>
                    <a:pt x="10" y="6"/>
                    <a:pt x="20" y="6"/>
                    <a:pt x="31" y="5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7" name="Freeform 185">
              <a:extLst>
                <a:ext uri="{FF2B5EF4-FFF2-40B4-BE49-F238E27FC236}">
                  <a16:creationId xmlns:a16="http://schemas.microsoft.com/office/drawing/2014/main" id="{2A413FE4-3A82-E2DB-4843-106236FEF20C}"/>
                </a:ext>
              </a:extLst>
            </p:cNvPr>
            <p:cNvSpPr/>
            <p:nvPr/>
          </p:nvSpPr>
          <p:spPr bwMode="auto">
            <a:xfrm>
              <a:off x="3942" y="1249"/>
              <a:ext cx="178" cy="41"/>
            </a:xfrm>
            <a:custGeom>
              <a:avLst/>
              <a:gdLst>
                <a:gd name="T0" fmla="*/ 0 w 39"/>
                <a:gd name="T1" fmla="*/ 4 h 9"/>
                <a:gd name="T2" fmla="*/ 6 w 39"/>
                <a:gd name="T3" fmla="*/ 6 h 9"/>
                <a:gd name="T4" fmla="*/ 8 w 39"/>
                <a:gd name="T5" fmla="*/ 3 h 9"/>
                <a:gd name="T6" fmla="*/ 31 w 39"/>
                <a:gd name="T7" fmla="*/ 5 h 9"/>
                <a:gd name="T8" fmla="*/ 35 w 39"/>
                <a:gd name="T9" fmla="*/ 9 h 9"/>
                <a:gd name="T10" fmla="*/ 35 w 39"/>
                <a:gd name="T11" fmla="*/ 3 h 9"/>
                <a:gd name="T12" fmla="*/ 36 w 39"/>
                <a:gd name="T13" fmla="*/ 4 h 9"/>
                <a:gd name="T14" fmla="*/ 39 w 39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9">
                  <a:moveTo>
                    <a:pt x="0" y="4"/>
                  </a:moveTo>
                  <a:cubicBezTo>
                    <a:pt x="2" y="4"/>
                    <a:pt x="4" y="5"/>
                    <a:pt x="6" y="6"/>
                  </a:cubicBezTo>
                  <a:cubicBezTo>
                    <a:pt x="7" y="5"/>
                    <a:pt x="7" y="4"/>
                    <a:pt x="8" y="3"/>
                  </a:cubicBezTo>
                  <a:cubicBezTo>
                    <a:pt x="14" y="7"/>
                    <a:pt x="25" y="8"/>
                    <a:pt x="31" y="5"/>
                  </a:cubicBezTo>
                  <a:cubicBezTo>
                    <a:pt x="32" y="6"/>
                    <a:pt x="34" y="8"/>
                    <a:pt x="35" y="9"/>
                  </a:cubicBezTo>
                  <a:cubicBezTo>
                    <a:pt x="35" y="7"/>
                    <a:pt x="35" y="5"/>
                    <a:pt x="35" y="3"/>
                  </a:cubicBezTo>
                  <a:cubicBezTo>
                    <a:pt x="35" y="3"/>
                    <a:pt x="36" y="4"/>
                    <a:pt x="36" y="4"/>
                  </a:cubicBezTo>
                  <a:cubicBezTo>
                    <a:pt x="36" y="1"/>
                    <a:pt x="38" y="2"/>
                    <a:pt x="39" y="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8" name="Freeform 186">
              <a:extLst>
                <a:ext uri="{FF2B5EF4-FFF2-40B4-BE49-F238E27FC236}">
                  <a16:creationId xmlns:a16="http://schemas.microsoft.com/office/drawing/2014/main" id="{D5C39B53-0F11-C933-0FA0-FDF851826EF9}"/>
                </a:ext>
              </a:extLst>
            </p:cNvPr>
            <p:cNvSpPr/>
            <p:nvPr/>
          </p:nvSpPr>
          <p:spPr bwMode="auto">
            <a:xfrm>
              <a:off x="3747" y="1416"/>
              <a:ext cx="400" cy="389"/>
            </a:xfrm>
            <a:custGeom>
              <a:avLst/>
              <a:gdLst>
                <a:gd name="T0" fmla="*/ 43 w 88"/>
                <a:gd name="T1" fmla="*/ 17 h 86"/>
                <a:gd name="T2" fmla="*/ 80 w 88"/>
                <a:gd name="T3" fmla="*/ 48 h 86"/>
                <a:gd name="T4" fmla="*/ 55 w 88"/>
                <a:gd name="T5" fmla="*/ 14 h 86"/>
                <a:gd name="T6" fmla="*/ 37 w 88"/>
                <a:gd name="T7" fmla="*/ 52 h 86"/>
                <a:gd name="T8" fmla="*/ 86 w 88"/>
                <a:gd name="T9" fmla="*/ 47 h 86"/>
                <a:gd name="T10" fmla="*/ 44 w 88"/>
                <a:gd name="T11" fmla="*/ 1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86">
                  <a:moveTo>
                    <a:pt x="43" y="17"/>
                  </a:moveTo>
                  <a:cubicBezTo>
                    <a:pt x="0" y="45"/>
                    <a:pt x="68" y="86"/>
                    <a:pt x="80" y="48"/>
                  </a:cubicBezTo>
                  <a:cubicBezTo>
                    <a:pt x="85" y="33"/>
                    <a:pt x="71" y="15"/>
                    <a:pt x="55" y="14"/>
                  </a:cubicBezTo>
                  <a:cubicBezTo>
                    <a:pt x="37" y="12"/>
                    <a:pt x="31" y="38"/>
                    <a:pt x="37" y="52"/>
                  </a:cubicBezTo>
                  <a:cubicBezTo>
                    <a:pt x="47" y="73"/>
                    <a:pt x="83" y="71"/>
                    <a:pt x="86" y="47"/>
                  </a:cubicBezTo>
                  <a:cubicBezTo>
                    <a:pt x="88" y="26"/>
                    <a:pt x="65" y="0"/>
                    <a:pt x="44" y="14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9" name="Freeform 187">
              <a:extLst>
                <a:ext uri="{FF2B5EF4-FFF2-40B4-BE49-F238E27FC236}">
                  <a16:creationId xmlns:a16="http://schemas.microsoft.com/office/drawing/2014/main" id="{14224C35-8534-1D42-5362-B3C761BA5649}"/>
                </a:ext>
              </a:extLst>
            </p:cNvPr>
            <p:cNvSpPr/>
            <p:nvPr/>
          </p:nvSpPr>
          <p:spPr bwMode="auto">
            <a:xfrm>
              <a:off x="3883" y="1489"/>
              <a:ext cx="128" cy="122"/>
            </a:xfrm>
            <a:custGeom>
              <a:avLst/>
              <a:gdLst>
                <a:gd name="T0" fmla="*/ 0 w 28"/>
                <a:gd name="T1" fmla="*/ 18 h 27"/>
                <a:gd name="T2" fmla="*/ 3 w 28"/>
                <a:gd name="T3" fmla="*/ 27 h 27"/>
                <a:gd name="T4" fmla="*/ 1 w 28"/>
                <a:gd name="T5" fmla="*/ 14 h 27"/>
                <a:gd name="T6" fmla="*/ 4 w 28"/>
                <a:gd name="T7" fmla="*/ 22 h 27"/>
                <a:gd name="T8" fmla="*/ 4 w 28"/>
                <a:gd name="T9" fmla="*/ 8 h 27"/>
                <a:gd name="T10" fmla="*/ 6 w 28"/>
                <a:gd name="T11" fmla="*/ 14 h 27"/>
                <a:gd name="T12" fmla="*/ 8 w 28"/>
                <a:gd name="T13" fmla="*/ 4 h 27"/>
                <a:gd name="T14" fmla="*/ 10 w 28"/>
                <a:gd name="T15" fmla="*/ 10 h 27"/>
                <a:gd name="T16" fmla="*/ 12 w 28"/>
                <a:gd name="T17" fmla="*/ 3 h 27"/>
                <a:gd name="T18" fmla="*/ 14 w 28"/>
                <a:gd name="T19" fmla="*/ 8 h 27"/>
                <a:gd name="T20" fmla="*/ 16 w 28"/>
                <a:gd name="T21" fmla="*/ 0 h 27"/>
                <a:gd name="T22" fmla="*/ 18 w 28"/>
                <a:gd name="T23" fmla="*/ 3 h 27"/>
                <a:gd name="T24" fmla="*/ 19 w 28"/>
                <a:gd name="T25" fmla="*/ 0 h 27"/>
                <a:gd name="T26" fmla="*/ 23 w 28"/>
                <a:gd name="T27" fmla="*/ 3 h 27"/>
                <a:gd name="T28" fmla="*/ 25 w 28"/>
                <a:gd name="T29" fmla="*/ 0 h 27"/>
                <a:gd name="T30" fmla="*/ 28 w 28"/>
                <a:gd name="T31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27">
                  <a:moveTo>
                    <a:pt x="0" y="18"/>
                  </a:moveTo>
                  <a:cubicBezTo>
                    <a:pt x="0" y="19"/>
                    <a:pt x="2" y="24"/>
                    <a:pt x="3" y="27"/>
                  </a:cubicBezTo>
                  <a:cubicBezTo>
                    <a:pt x="3" y="24"/>
                    <a:pt x="2" y="18"/>
                    <a:pt x="1" y="14"/>
                  </a:cubicBezTo>
                  <a:cubicBezTo>
                    <a:pt x="2" y="16"/>
                    <a:pt x="4" y="21"/>
                    <a:pt x="4" y="22"/>
                  </a:cubicBezTo>
                  <a:cubicBezTo>
                    <a:pt x="3" y="17"/>
                    <a:pt x="4" y="12"/>
                    <a:pt x="4" y="8"/>
                  </a:cubicBezTo>
                  <a:cubicBezTo>
                    <a:pt x="4" y="10"/>
                    <a:pt x="6" y="13"/>
                    <a:pt x="6" y="14"/>
                  </a:cubicBezTo>
                  <a:cubicBezTo>
                    <a:pt x="6" y="11"/>
                    <a:pt x="8" y="6"/>
                    <a:pt x="8" y="4"/>
                  </a:cubicBezTo>
                  <a:cubicBezTo>
                    <a:pt x="9" y="6"/>
                    <a:pt x="10" y="9"/>
                    <a:pt x="10" y="10"/>
                  </a:cubicBezTo>
                  <a:cubicBezTo>
                    <a:pt x="11" y="8"/>
                    <a:pt x="12" y="5"/>
                    <a:pt x="12" y="3"/>
                  </a:cubicBezTo>
                  <a:cubicBezTo>
                    <a:pt x="13" y="5"/>
                    <a:pt x="13" y="7"/>
                    <a:pt x="14" y="8"/>
                  </a:cubicBezTo>
                  <a:cubicBezTo>
                    <a:pt x="14" y="5"/>
                    <a:pt x="16" y="3"/>
                    <a:pt x="16" y="0"/>
                  </a:cubicBezTo>
                  <a:cubicBezTo>
                    <a:pt x="17" y="1"/>
                    <a:pt x="17" y="3"/>
                    <a:pt x="18" y="3"/>
                  </a:cubicBezTo>
                  <a:cubicBezTo>
                    <a:pt x="18" y="3"/>
                    <a:pt x="18" y="1"/>
                    <a:pt x="19" y="0"/>
                  </a:cubicBezTo>
                  <a:cubicBezTo>
                    <a:pt x="21" y="1"/>
                    <a:pt x="21" y="2"/>
                    <a:pt x="23" y="3"/>
                  </a:cubicBezTo>
                  <a:cubicBezTo>
                    <a:pt x="23" y="3"/>
                    <a:pt x="24" y="1"/>
                    <a:pt x="25" y="0"/>
                  </a:cubicBezTo>
                  <a:cubicBezTo>
                    <a:pt x="26" y="1"/>
                    <a:pt x="27" y="2"/>
                    <a:pt x="28" y="3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0" name="Freeform 188">
              <a:extLst>
                <a:ext uri="{FF2B5EF4-FFF2-40B4-BE49-F238E27FC236}">
                  <a16:creationId xmlns:a16="http://schemas.microsoft.com/office/drawing/2014/main" id="{04950CBE-3F64-B84B-F275-261054F62E14}"/>
                </a:ext>
              </a:extLst>
            </p:cNvPr>
            <p:cNvSpPr/>
            <p:nvPr/>
          </p:nvSpPr>
          <p:spPr bwMode="auto">
            <a:xfrm>
              <a:off x="3888" y="1642"/>
              <a:ext cx="100" cy="77"/>
            </a:xfrm>
            <a:custGeom>
              <a:avLst/>
              <a:gdLst>
                <a:gd name="T0" fmla="*/ 0 w 22"/>
                <a:gd name="T1" fmla="*/ 2 h 17"/>
                <a:gd name="T2" fmla="*/ 12 w 22"/>
                <a:gd name="T3" fmla="*/ 13 h 17"/>
                <a:gd name="T4" fmla="*/ 12 w 22"/>
                <a:gd name="T5" fmla="*/ 10 h 17"/>
                <a:gd name="T6" fmla="*/ 18 w 22"/>
                <a:gd name="T7" fmla="*/ 15 h 17"/>
                <a:gd name="T8" fmla="*/ 18 w 22"/>
                <a:gd name="T9" fmla="*/ 12 h 17"/>
                <a:gd name="T10" fmla="*/ 22 w 22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7">
                  <a:moveTo>
                    <a:pt x="0" y="2"/>
                  </a:moveTo>
                  <a:cubicBezTo>
                    <a:pt x="3" y="0"/>
                    <a:pt x="8" y="8"/>
                    <a:pt x="12" y="13"/>
                  </a:cubicBezTo>
                  <a:cubicBezTo>
                    <a:pt x="13" y="13"/>
                    <a:pt x="12" y="10"/>
                    <a:pt x="12" y="10"/>
                  </a:cubicBezTo>
                  <a:cubicBezTo>
                    <a:pt x="14" y="11"/>
                    <a:pt x="15" y="14"/>
                    <a:pt x="18" y="15"/>
                  </a:cubicBezTo>
                  <a:cubicBezTo>
                    <a:pt x="18" y="15"/>
                    <a:pt x="18" y="12"/>
                    <a:pt x="18" y="12"/>
                  </a:cubicBezTo>
                  <a:cubicBezTo>
                    <a:pt x="19" y="14"/>
                    <a:pt x="20" y="16"/>
                    <a:pt x="22" y="17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1" name="Freeform 189">
              <a:extLst>
                <a:ext uri="{FF2B5EF4-FFF2-40B4-BE49-F238E27FC236}">
                  <a16:creationId xmlns:a16="http://schemas.microsoft.com/office/drawing/2014/main" id="{221EA885-C5C9-1DDC-57F4-378361AAD81F}"/>
                </a:ext>
              </a:extLst>
            </p:cNvPr>
            <p:cNvSpPr/>
            <p:nvPr/>
          </p:nvSpPr>
          <p:spPr bwMode="auto">
            <a:xfrm>
              <a:off x="3988" y="1683"/>
              <a:ext cx="109" cy="45"/>
            </a:xfrm>
            <a:custGeom>
              <a:avLst/>
              <a:gdLst>
                <a:gd name="T0" fmla="*/ 1 w 24"/>
                <a:gd name="T1" fmla="*/ 7 h 10"/>
                <a:gd name="T2" fmla="*/ 4 w 24"/>
                <a:gd name="T3" fmla="*/ 9 h 10"/>
                <a:gd name="T4" fmla="*/ 5 w 24"/>
                <a:gd name="T5" fmla="*/ 6 h 10"/>
                <a:gd name="T6" fmla="*/ 7 w 24"/>
                <a:gd name="T7" fmla="*/ 10 h 10"/>
                <a:gd name="T8" fmla="*/ 7 w 24"/>
                <a:gd name="T9" fmla="*/ 7 h 10"/>
                <a:gd name="T10" fmla="*/ 10 w 24"/>
                <a:gd name="T11" fmla="*/ 9 h 10"/>
                <a:gd name="T12" fmla="*/ 10 w 24"/>
                <a:gd name="T13" fmla="*/ 7 h 10"/>
                <a:gd name="T14" fmla="*/ 12 w 24"/>
                <a:gd name="T15" fmla="*/ 10 h 10"/>
                <a:gd name="T16" fmla="*/ 11 w 24"/>
                <a:gd name="T17" fmla="*/ 4 h 10"/>
                <a:gd name="T18" fmla="*/ 14 w 24"/>
                <a:gd name="T19" fmla="*/ 8 h 10"/>
                <a:gd name="T20" fmla="*/ 14 w 24"/>
                <a:gd name="T21" fmla="*/ 3 h 10"/>
                <a:gd name="T22" fmla="*/ 18 w 24"/>
                <a:gd name="T23" fmla="*/ 7 h 10"/>
                <a:gd name="T24" fmla="*/ 18 w 24"/>
                <a:gd name="T25" fmla="*/ 2 h 10"/>
                <a:gd name="T26" fmla="*/ 20 w 24"/>
                <a:gd name="T27" fmla="*/ 5 h 10"/>
                <a:gd name="T28" fmla="*/ 21 w 24"/>
                <a:gd name="T29" fmla="*/ 1 h 10"/>
                <a:gd name="T30" fmla="*/ 24 w 24"/>
                <a:gd name="T31" fmla="*/ 5 h 10"/>
                <a:gd name="T32" fmla="*/ 24 w 24"/>
                <a:gd name="T3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0">
                  <a:moveTo>
                    <a:pt x="1" y="7"/>
                  </a:moveTo>
                  <a:cubicBezTo>
                    <a:pt x="0" y="6"/>
                    <a:pt x="3" y="9"/>
                    <a:pt x="4" y="9"/>
                  </a:cubicBezTo>
                  <a:cubicBezTo>
                    <a:pt x="5" y="9"/>
                    <a:pt x="5" y="7"/>
                    <a:pt x="5" y="6"/>
                  </a:cubicBezTo>
                  <a:cubicBezTo>
                    <a:pt x="6" y="7"/>
                    <a:pt x="6" y="9"/>
                    <a:pt x="7" y="10"/>
                  </a:cubicBezTo>
                  <a:cubicBezTo>
                    <a:pt x="7" y="10"/>
                    <a:pt x="7" y="7"/>
                    <a:pt x="7" y="7"/>
                  </a:cubicBezTo>
                  <a:cubicBezTo>
                    <a:pt x="8" y="7"/>
                    <a:pt x="9" y="9"/>
                    <a:pt x="10" y="9"/>
                  </a:cubicBezTo>
                  <a:cubicBezTo>
                    <a:pt x="10" y="9"/>
                    <a:pt x="10" y="7"/>
                    <a:pt x="10" y="7"/>
                  </a:cubicBezTo>
                  <a:cubicBezTo>
                    <a:pt x="10" y="7"/>
                    <a:pt x="12" y="9"/>
                    <a:pt x="12" y="10"/>
                  </a:cubicBezTo>
                  <a:cubicBezTo>
                    <a:pt x="12" y="8"/>
                    <a:pt x="12" y="6"/>
                    <a:pt x="11" y="4"/>
                  </a:cubicBezTo>
                  <a:cubicBezTo>
                    <a:pt x="13" y="5"/>
                    <a:pt x="13" y="7"/>
                    <a:pt x="14" y="8"/>
                  </a:cubicBezTo>
                  <a:cubicBezTo>
                    <a:pt x="14" y="7"/>
                    <a:pt x="14" y="5"/>
                    <a:pt x="14" y="3"/>
                  </a:cubicBezTo>
                  <a:cubicBezTo>
                    <a:pt x="15" y="4"/>
                    <a:pt x="16" y="6"/>
                    <a:pt x="18" y="7"/>
                  </a:cubicBezTo>
                  <a:cubicBezTo>
                    <a:pt x="18" y="6"/>
                    <a:pt x="17" y="4"/>
                    <a:pt x="18" y="2"/>
                  </a:cubicBezTo>
                  <a:cubicBezTo>
                    <a:pt x="19" y="3"/>
                    <a:pt x="19" y="4"/>
                    <a:pt x="20" y="5"/>
                  </a:cubicBezTo>
                  <a:cubicBezTo>
                    <a:pt x="19" y="4"/>
                    <a:pt x="21" y="1"/>
                    <a:pt x="21" y="1"/>
                  </a:cubicBezTo>
                  <a:cubicBezTo>
                    <a:pt x="22" y="2"/>
                    <a:pt x="23" y="4"/>
                    <a:pt x="24" y="5"/>
                  </a:cubicBezTo>
                  <a:cubicBezTo>
                    <a:pt x="24" y="3"/>
                    <a:pt x="24" y="1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2" name="Freeform 190">
              <a:extLst>
                <a:ext uri="{FF2B5EF4-FFF2-40B4-BE49-F238E27FC236}">
                  <a16:creationId xmlns:a16="http://schemas.microsoft.com/office/drawing/2014/main" id="{F1407DAF-A816-2032-4159-FB12DD5934BE}"/>
                </a:ext>
              </a:extLst>
            </p:cNvPr>
            <p:cNvSpPr/>
            <p:nvPr/>
          </p:nvSpPr>
          <p:spPr bwMode="auto">
            <a:xfrm>
              <a:off x="4106" y="1574"/>
              <a:ext cx="55" cy="127"/>
            </a:xfrm>
            <a:custGeom>
              <a:avLst/>
              <a:gdLst>
                <a:gd name="T0" fmla="*/ 0 w 12"/>
                <a:gd name="T1" fmla="*/ 19 h 28"/>
                <a:gd name="T2" fmla="*/ 2 w 12"/>
                <a:gd name="T3" fmla="*/ 28 h 28"/>
                <a:gd name="T4" fmla="*/ 2 w 12"/>
                <a:gd name="T5" fmla="*/ 15 h 28"/>
                <a:gd name="T6" fmla="*/ 4 w 12"/>
                <a:gd name="T7" fmla="*/ 23 h 28"/>
                <a:gd name="T8" fmla="*/ 1 w 12"/>
                <a:gd name="T9" fmla="*/ 8 h 28"/>
                <a:gd name="T10" fmla="*/ 6 w 12"/>
                <a:gd name="T11" fmla="*/ 17 h 28"/>
                <a:gd name="T12" fmla="*/ 5 w 12"/>
                <a:gd name="T13" fmla="*/ 4 h 28"/>
                <a:gd name="T14" fmla="*/ 8 w 12"/>
                <a:gd name="T15" fmla="*/ 12 h 28"/>
                <a:gd name="T16" fmla="*/ 7 w 12"/>
                <a:gd name="T17" fmla="*/ 0 h 28"/>
                <a:gd name="T18" fmla="*/ 12 w 12"/>
                <a:gd name="T1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28">
                  <a:moveTo>
                    <a:pt x="0" y="19"/>
                  </a:moveTo>
                  <a:cubicBezTo>
                    <a:pt x="0" y="22"/>
                    <a:pt x="1" y="25"/>
                    <a:pt x="2" y="28"/>
                  </a:cubicBezTo>
                  <a:cubicBezTo>
                    <a:pt x="2" y="23"/>
                    <a:pt x="3" y="19"/>
                    <a:pt x="2" y="15"/>
                  </a:cubicBezTo>
                  <a:cubicBezTo>
                    <a:pt x="3" y="18"/>
                    <a:pt x="4" y="20"/>
                    <a:pt x="4" y="23"/>
                  </a:cubicBezTo>
                  <a:cubicBezTo>
                    <a:pt x="4" y="20"/>
                    <a:pt x="3" y="12"/>
                    <a:pt x="1" y="8"/>
                  </a:cubicBezTo>
                  <a:cubicBezTo>
                    <a:pt x="3" y="11"/>
                    <a:pt x="5" y="15"/>
                    <a:pt x="6" y="17"/>
                  </a:cubicBezTo>
                  <a:cubicBezTo>
                    <a:pt x="6" y="13"/>
                    <a:pt x="6" y="9"/>
                    <a:pt x="5" y="4"/>
                  </a:cubicBezTo>
                  <a:cubicBezTo>
                    <a:pt x="6" y="7"/>
                    <a:pt x="7" y="9"/>
                    <a:pt x="8" y="12"/>
                  </a:cubicBezTo>
                  <a:cubicBezTo>
                    <a:pt x="8" y="8"/>
                    <a:pt x="8" y="4"/>
                    <a:pt x="7" y="0"/>
                  </a:cubicBezTo>
                  <a:cubicBezTo>
                    <a:pt x="8" y="2"/>
                    <a:pt x="12" y="5"/>
                    <a:pt x="12" y="6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3" name="Freeform 191">
              <a:extLst>
                <a:ext uri="{FF2B5EF4-FFF2-40B4-BE49-F238E27FC236}">
                  <a16:creationId xmlns:a16="http://schemas.microsoft.com/office/drawing/2014/main" id="{700BC769-3671-53BC-2C42-3762F30A5539}"/>
                </a:ext>
              </a:extLst>
            </p:cNvPr>
            <p:cNvSpPr/>
            <p:nvPr/>
          </p:nvSpPr>
          <p:spPr bwMode="auto">
            <a:xfrm>
              <a:off x="4120" y="1606"/>
              <a:ext cx="36" cy="95"/>
            </a:xfrm>
            <a:custGeom>
              <a:avLst/>
              <a:gdLst>
                <a:gd name="T0" fmla="*/ 5 w 8"/>
                <a:gd name="T1" fmla="*/ 1 h 21"/>
                <a:gd name="T2" fmla="*/ 3 w 8"/>
                <a:gd name="T3" fmla="*/ 21 h 21"/>
                <a:gd name="T4" fmla="*/ 8 w 8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1">
                  <a:moveTo>
                    <a:pt x="5" y="1"/>
                  </a:moveTo>
                  <a:cubicBezTo>
                    <a:pt x="5" y="8"/>
                    <a:pt x="5" y="14"/>
                    <a:pt x="3" y="21"/>
                  </a:cubicBezTo>
                  <a:cubicBezTo>
                    <a:pt x="0" y="13"/>
                    <a:pt x="5" y="6"/>
                    <a:pt x="8" y="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4" name="Freeform 192">
              <a:extLst>
                <a:ext uri="{FF2B5EF4-FFF2-40B4-BE49-F238E27FC236}">
                  <a16:creationId xmlns:a16="http://schemas.microsoft.com/office/drawing/2014/main" id="{3710E4D5-34DA-2A87-162B-B70D04AB4546}"/>
                </a:ext>
              </a:extLst>
            </p:cNvPr>
            <p:cNvSpPr/>
            <p:nvPr/>
          </p:nvSpPr>
          <p:spPr bwMode="auto">
            <a:xfrm>
              <a:off x="3988" y="1466"/>
              <a:ext cx="164" cy="108"/>
            </a:xfrm>
            <a:custGeom>
              <a:avLst/>
              <a:gdLst>
                <a:gd name="T0" fmla="*/ 0 w 36"/>
                <a:gd name="T1" fmla="*/ 1 h 24"/>
                <a:gd name="T2" fmla="*/ 10 w 36"/>
                <a:gd name="T3" fmla="*/ 8 h 24"/>
                <a:gd name="T4" fmla="*/ 6 w 36"/>
                <a:gd name="T5" fmla="*/ 1 h 24"/>
                <a:gd name="T6" fmla="*/ 10 w 36"/>
                <a:gd name="T7" fmla="*/ 5 h 24"/>
                <a:gd name="T8" fmla="*/ 10 w 36"/>
                <a:gd name="T9" fmla="*/ 0 h 24"/>
                <a:gd name="T10" fmla="*/ 18 w 36"/>
                <a:gd name="T11" fmla="*/ 9 h 24"/>
                <a:gd name="T12" fmla="*/ 18 w 36"/>
                <a:gd name="T13" fmla="*/ 4 h 24"/>
                <a:gd name="T14" fmla="*/ 24 w 36"/>
                <a:gd name="T15" fmla="*/ 15 h 24"/>
                <a:gd name="T16" fmla="*/ 23 w 36"/>
                <a:gd name="T17" fmla="*/ 7 h 24"/>
                <a:gd name="T18" fmla="*/ 28 w 36"/>
                <a:gd name="T19" fmla="*/ 17 h 24"/>
                <a:gd name="T20" fmla="*/ 28 w 36"/>
                <a:gd name="T21" fmla="*/ 11 h 24"/>
                <a:gd name="T22" fmla="*/ 34 w 36"/>
                <a:gd name="T23" fmla="*/ 22 h 24"/>
                <a:gd name="T24" fmla="*/ 33 w 36"/>
                <a:gd name="T25" fmla="*/ 17 h 24"/>
                <a:gd name="T26" fmla="*/ 36 w 36"/>
                <a:gd name="T2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24">
                  <a:moveTo>
                    <a:pt x="0" y="1"/>
                  </a:moveTo>
                  <a:cubicBezTo>
                    <a:pt x="3" y="3"/>
                    <a:pt x="7" y="6"/>
                    <a:pt x="10" y="8"/>
                  </a:cubicBezTo>
                  <a:cubicBezTo>
                    <a:pt x="9" y="6"/>
                    <a:pt x="8" y="3"/>
                    <a:pt x="6" y="1"/>
                  </a:cubicBezTo>
                  <a:cubicBezTo>
                    <a:pt x="7" y="2"/>
                    <a:pt x="9" y="4"/>
                    <a:pt x="10" y="5"/>
                  </a:cubicBezTo>
                  <a:cubicBezTo>
                    <a:pt x="10" y="4"/>
                    <a:pt x="9" y="0"/>
                    <a:pt x="10" y="0"/>
                  </a:cubicBezTo>
                  <a:cubicBezTo>
                    <a:pt x="12" y="3"/>
                    <a:pt x="16" y="6"/>
                    <a:pt x="18" y="9"/>
                  </a:cubicBezTo>
                  <a:cubicBezTo>
                    <a:pt x="18" y="7"/>
                    <a:pt x="18" y="5"/>
                    <a:pt x="18" y="4"/>
                  </a:cubicBezTo>
                  <a:cubicBezTo>
                    <a:pt x="20" y="7"/>
                    <a:pt x="22" y="11"/>
                    <a:pt x="24" y="15"/>
                  </a:cubicBezTo>
                  <a:cubicBezTo>
                    <a:pt x="23" y="12"/>
                    <a:pt x="23" y="9"/>
                    <a:pt x="23" y="7"/>
                  </a:cubicBezTo>
                  <a:cubicBezTo>
                    <a:pt x="23" y="8"/>
                    <a:pt x="27" y="14"/>
                    <a:pt x="28" y="17"/>
                  </a:cubicBezTo>
                  <a:cubicBezTo>
                    <a:pt x="28" y="15"/>
                    <a:pt x="28" y="13"/>
                    <a:pt x="28" y="11"/>
                  </a:cubicBezTo>
                  <a:cubicBezTo>
                    <a:pt x="30" y="14"/>
                    <a:pt x="33" y="19"/>
                    <a:pt x="34" y="22"/>
                  </a:cubicBezTo>
                  <a:cubicBezTo>
                    <a:pt x="34" y="21"/>
                    <a:pt x="34" y="18"/>
                    <a:pt x="33" y="17"/>
                  </a:cubicBezTo>
                  <a:cubicBezTo>
                    <a:pt x="34" y="19"/>
                    <a:pt x="35" y="21"/>
                    <a:pt x="36" y="24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5" name="Freeform 193">
              <a:extLst>
                <a:ext uri="{FF2B5EF4-FFF2-40B4-BE49-F238E27FC236}">
                  <a16:creationId xmlns:a16="http://schemas.microsoft.com/office/drawing/2014/main" id="{6712611E-BFAE-369B-6339-B9F098EE84CB}"/>
                </a:ext>
              </a:extLst>
            </p:cNvPr>
            <p:cNvSpPr/>
            <p:nvPr/>
          </p:nvSpPr>
          <p:spPr bwMode="auto">
            <a:xfrm>
              <a:off x="3838" y="1832"/>
              <a:ext cx="31" cy="45"/>
            </a:xfrm>
            <a:custGeom>
              <a:avLst/>
              <a:gdLst>
                <a:gd name="T0" fmla="*/ 1 w 7"/>
                <a:gd name="T1" fmla="*/ 0 h 10"/>
                <a:gd name="T2" fmla="*/ 4 w 7"/>
                <a:gd name="T3" fmla="*/ 9 h 10"/>
                <a:gd name="T4" fmla="*/ 0 w 7"/>
                <a:gd name="T5" fmla="*/ 0 h 10"/>
                <a:gd name="T6" fmla="*/ 5 w 7"/>
                <a:gd name="T7" fmla="*/ 9 h 10"/>
                <a:gd name="T8" fmla="*/ 5 w 7"/>
                <a:gd name="T9" fmla="*/ 9 h 10"/>
                <a:gd name="T10" fmla="*/ 5 w 7"/>
                <a:gd name="T11" fmla="*/ 2 h 10"/>
                <a:gd name="T12" fmla="*/ 7 w 7"/>
                <a:gd name="T13" fmla="*/ 8 h 10"/>
                <a:gd name="T14" fmla="*/ 7 w 7"/>
                <a:gd name="T15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0">
                  <a:moveTo>
                    <a:pt x="1" y="0"/>
                  </a:moveTo>
                  <a:cubicBezTo>
                    <a:pt x="2" y="3"/>
                    <a:pt x="2" y="6"/>
                    <a:pt x="4" y="9"/>
                  </a:cubicBezTo>
                  <a:cubicBezTo>
                    <a:pt x="3" y="6"/>
                    <a:pt x="1" y="3"/>
                    <a:pt x="0" y="0"/>
                  </a:cubicBezTo>
                  <a:cubicBezTo>
                    <a:pt x="2" y="3"/>
                    <a:pt x="4" y="6"/>
                    <a:pt x="5" y="9"/>
                  </a:cubicBezTo>
                  <a:cubicBezTo>
                    <a:pt x="5" y="10"/>
                    <a:pt x="5" y="10"/>
                    <a:pt x="5" y="9"/>
                  </a:cubicBezTo>
                  <a:cubicBezTo>
                    <a:pt x="5" y="7"/>
                    <a:pt x="5" y="4"/>
                    <a:pt x="5" y="2"/>
                  </a:cubicBezTo>
                  <a:cubicBezTo>
                    <a:pt x="5" y="4"/>
                    <a:pt x="6" y="6"/>
                    <a:pt x="7" y="8"/>
                  </a:cubicBezTo>
                  <a:cubicBezTo>
                    <a:pt x="7" y="6"/>
                    <a:pt x="6" y="4"/>
                    <a:pt x="7" y="3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6" name="Freeform 194">
              <a:extLst>
                <a:ext uri="{FF2B5EF4-FFF2-40B4-BE49-F238E27FC236}">
                  <a16:creationId xmlns:a16="http://schemas.microsoft.com/office/drawing/2014/main" id="{44BE275E-D5E8-1179-F251-D653EDB86D0F}"/>
                </a:ext>
              </a:extLst>
            </p:cNvPr>
            <p:cNvSpPr/>
            <p:nvPr/>
          </p:nvSpPr>
          <p:spPr bwMode="auto">
            <a:xfrm>
              <a:off x="3951" y="1850"/>
              <a:ext cx="64" cy="45"/>
            </a:xfrm>
            <a:custGeom>
              <a:avLst/>
              <a:gdLst>
                <a:gd name="T0" fmla="*/ 0 w 14"/>
                <a:gd name="T1" fmla="*/ 0 h 10"/>
                <a:gd name="T2" fmla="*/ 6 w 14"/>
                <a:gd name="T3" fmla="*/ 10 h 10"/>
                <a:gd name="T4" fmla="*/ 5 w 14"/>
                <a:gd name="T5" fmla="*/ 2 h 10"/>
                <a:gd name="T6" fmla="*/ 6 w 14"/>
                <a:gd name="T7" fmla="*/ 7 h 10"/>
                <a:gd name="T8" fmla="*/ 4 w 14"/>
                <a:gd name="T9" fmla="*/ 0 h 10"/>
                <a:gd name="T10" fmla="*/ 9 w 14"/>
                <a:gd name="T11" fmla="*/ 7 h 10"/>
                <a:gd name="T12" fmla="*/ 8 w 14"/>
                <a:gd name="T13" fmla="*/ 2 h 10"/>
                <a:gd name="T14" fmla="*/ 12 w 14"/>
                <a:gd name="T15" fmla="*/ 8 h 10"/>
                <a:gd name="T16" fmla="*/ 11 w 14"/>
                <a:gd name="T17" fmla="*/ 3 h 10"/>
                <a:gd name="T18" fmla="*/ 14 w 14"/>
                <a:gd name="T19" fmla="*/ 9 h 10"/>
                <a:gd name="T20" fmla="*/ 13 w 14"/>
                <a:gd name="T21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cubicBezTo>
                    <a:pt x="1" y="4"/>
                    <a:pt x="3" y="7"/>
                    <a:pt x="6" y="10"/>
                  </a:cubicBezTo>
                  <a:cubicBezTo>
                    <a:pt x="5" y="7"/>
                    <a:pt x="5" y="4"/>
                    <a:pt x="5" y="2"/>
                  </a:cubicBezTo>
                  <a:cubicBezTo>
                    <a:pt x="5" y="3"/>
                    <a:pt x="6" y="6"/>
                    <a:pt x="6" y="7"/>
                  </a:cubicBezTo>
                  <a:cubicBezTo>
                    <a:pt x="6" y="5"/>
                    <a:pt x="5" y="2"/>
                    <a:pt x="4" y="0"/>
                  </a:cubicBezTo>
                  <a:cubicBezTo>
                    <a:pt x="6" y="2"/>
                    <a:pt x="8" y="5"/>
                    <a:pt x="9" y="7"/>
                  </a:cubicBezTo>
                  <a:cubicBezTo>
                    <a:pt x="10" y="6"/>
                    <a:pt x="8" y="3"/>
                    <a:pt x="8" y="2"/>
                  </a:cubicBezTo>
                  <a:cubicBezTo>
                    <a:pt x="10" y="4"/>
                    <a:pt x="10" y="6"/>
                    <a:pt x="12" y="8"/>
                  </a:cubicBezTo>
                  <a:cubicBezTo>
                    <a:pt x="12" y="7"/>
                    <a:pt x="11" y="4"/>
                    <a:pt x="11" y="3"/>
                  </a:cubicBezTo>
                  <a:cubicBezTo>
                    <a:pt x="12" y="5"/>
                    <a:pt x="13" y="7"/>
                    <a:pt x="14" y="9"/>
                  </a:cubicBezTo>
                  <a:cubicBezTo>
                    <a:pt x="14" y="7"/>
                    <a:pt x="11" y="0"/>
                    <a:pt x="13" y="5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7" name="Freeform 195">
              <a:extLst>
                <a:ext uri="{FF2B5EF4-FFF2-40B4-BE49-F238E27FC236}">
                  <a16:creationId xmlns:a16="http://schemas.microsoft.com/office/drawing/2014/main" id="{71A68A21-A89E-2878-0A32-83861F67314D}"/>
                </a:ext>
              </a:extLst>
            </p:cNvPr>
            <p:cNvSpPr/>
            <p:nvPr/>
          </p:nvSpPr>
          <p:spPr bwMode="auto">
            <a:xfrm>
              <a:off x="4083" y="1854"/>
              <a:ext cx="55" cy="23"/>
            </a:xfrm>
            <a:custGeom>
              <a:avLst/>
              <a:gdLst>
                <a:gd name="T0" fmla="*/ 0 w 12"/>
                <a:gd name="T1" fmla="*/ 0 h 5"/>
                <a:gd name="T2" fmla="*/ 2 w 12"/>
                <a:gd name="T3" fmla="*/ 5 h 5"/>
                <a:gd name="T4" fmla="*/ 2 w 12"/>
                <a:gd name="T5" fmla="*/ 2 h 5"/>
                <a:gd name="T6" fmla="*/ 4 w 12"/>
                <a:gd name="T7" fmla="*/ 5 h 5"/>
                <a:gd name="T8" fmla="*/ 4 w 12"/>
                <a:gd name="T9" fmla="*/ 1 h 5"/>
                <a:gd name="T10" fmla="*/ 4 w 12"/>
                <a:gd name="T11" fmla="*/ 1 h 5"/>
                <a:gd name="T12" fmla="*/ 5 w 12"/>
                <a:gd name="T13" fmla="*/ 5 h 5"/>
                <a:gd name="T14" fmla="*/ 5 w 12"/>
                <a:gd name="T15" fmla="*/ 1 h 5"/>
                <a:gd name="T16" fmla="*/ 8 w 12"/>
                <a:gd name="T17" fmla="*/ 5 h 5"/>
                <a:gd name="T18" fmla="*/ 8 w 12"/>
                <a:gd name="T19" fmla="*/ 0 h 5"/>
                <a:gd name="T20" fmla="*/ 12 w 12"/>
                <a:gd name="T21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5">
                  <a:moveTo>
                    <a:pt x="0" y="0"/>
                  </a:moveTo>
                  <a:cubicBezTo>
                    <a:pt x="1" y="2"/>
                    <a:pt x="0" y="4"/>
                    <a:pt x="2" y="5"/>
                  </a:cubicBezTo>
                  <a:cubicBezTo>
                    <a:pt x="2" y="4"/>
                    <a:pt x="2" y="3"/>
                    <a:pt x="2" y="2"/>
                  </a:cubicBezTo>
                  <a:cubicBezTo>
                    <a:pt x="3" y="3"/>
                    <a:pt x="2" y="5"/>
                    <a:pt x="4" y="5"/>
                  </a:cubicBezTo>
                  <a:cubicBezTo>
                    <a:pt x="4" y="4"/>
                    <a:pt x="4" y="2"/>
                    <a:pt x="4" y="1"/>
                  </a:cubicBezTo>
                  <a:cubicBezTo>
                    <a:pt x="4" y="0"/>
                    <a:pt x="4" y="0"/>
                    <a:pt x="4" y="1"/>
                  </a:cubicBezTo>
                  <a:cubicBezTo>
                    <a:pt x="4" y="3"/>
                    <a:pt x="5" y="4"/>
                    <a:pt x="5" y="5"/>
                  </a:cubicBezTo>
                  <a:cubicBezTo>
                    <a:pt x="6" y="4"/>
                    <a:pt x="5" y="3"/>
                    <a:pt x="5" y="1"/>
                  </a:cubicBezTo>
                  <a:cubicBezTo>
                    <a:pt x="7" y="2"/>
                    <a:pt x="6" y="4"/>
                    <a:pt x="8" y="5"/>
                  </a:cubicBezTo>
                  <a:cubicBezTo>
                    <a:pt x="8" y="4"/>
                    <a:pt x="8" y="1"/>
                    <a:pt x="8" y="0"/>
                  </a:cubicBezTo>
                  <a:cubicBezTo>
                    <a:pt x="9" y="2"/>
                    <a:pt x="11" y="3"/>
                    <a:pt x="12" y="3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8" name="Freeform 196">
              <a:extLst>
                <a:ext uri="{FF2B5EF4-FFF2-40B4-BE49-F238E27FC236}">
                  <a16:creationId xmlns:a16="http://schemas.microsoft.com/office/drawing/2014/main" id="{EB1E8888-7D76-614D-24FC-39F61774751D}"/>
                </a:ext>
              </a:extLst>
            </p:cNvPr>
            <p:cNvSpPr/>
            <p:nvPr/>
          </p:nvSpPr>
          <p:spPr bwMode="auto">
            <a:xfrm>
              <a:off x="4033" y="2266"/>
              <a:ext cx="37" cy="262"/>
            </a:xfrm>
            <a:custGeom>
              <a:avLst/>
              <a:gdLst>
                <a:gd name="T0" fmla="*/ 1 w 8"/>
                <a:gd name="T1" fmla="*/ 0 h 58"/>
                <a:gd name="T2" fmla="*/ 2 w 8"/>
                <a:gd name="T3" fmla="*/ 9 h 58"/>
                <a:gd name="T4" fmla="*/ 6 w 8"/>
                <a:gd name="T5" fmla="*/ 29 h 58"/>
                <a:gd name="T6" fmla="*/ 8 w 8"/>
                <a:gd name="T7" fmla="*/ 39 h 58"/>
                <a:gd name="T8" fmla="*/ 8 w 8"/>
                <a:gd name="T9" fmla="*/ 49 h 58"/>
                <a:gd name="T10" fmla="*/ 8 w 8"/>
                <a:gd name="T11" fmla="*/ 58 h 58"/>
                <a:gd name="T12" fmla="*/ 6 w 8"/>
                <a:gd name="T13" fmla="*/ 49 h 58"/>
                <a:gd name="T14" fmla="*/ 3 w 8"/>
                <a:gd name="T15" fmla="*/ 29 h 58"/>
                <a:gd name="T16" fmla="*/ 1 w 8"/>
                <a:gd name="T17" fmla="*/ 18 h 58"/>
                <a:gd name="T18" fmla="*/ 0 w 8"/>
                <a:gd name="T19" fmla="*/ 9 h 58"/>
                <a:gd name="T20" fmla="*/ 1 w 8"/>
                <a:gd name="T21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58">
                  <a:moveTo>
                    <a:pt x="1" y="0"/>
                  </a:moveTo>
                  <a:cubicBezTo>
                    <a:pt x="1" y="0"/>
                    <a:pt x="1" y="4"/>
                    <a:pt x="2" y="9"/>
                  </a:cubicBezTo>
                  <a:cubicBezTo>
                    <a:pt x="2" y="15"/>
                    <a:pt x="5" y="22"/>
                    <a:pt x="6" y="29"/>
                  </a:cubicBezTo>
                  <a:cubicBezTo>
                    <a:pt x="6" y="32"/>
                    <a:pt x="7" y="36"/>
                    <a:pt x="8" y="39"/>
                  </a:cubicBezTo>
                  <a:cubicBezTo>
                    <a:pt x="8" y="43"/>
                    <a:pt x="8" y="46"/>
                    <a:pt x="8" y="49"/>
                  </a:cubicBezTo>
                  <a:cubicBezTo>
                    <a:pt x="8" y="54"/>
                    <a:pt x="8" y="58"/>
                    <a:pt x="8" y="58"/>
                  </a:cubicBezTo>
                  <a:cubicBezTo>
                    <a:pt x="8" y="58"/>
                    <a:pt x="7" y="54"/>
                    <a:pt x="6" y="49"/>
                  </a:cubicBezTo>
                  <a:cubicBezTo>
                    <a:pt x="6" y="44"/>
                    <a:pt x="4" y="36"/>
                    <a:pt x="3" y="29"/>
                  </a:cubicBezTo>
                  <a:cubicBezTo>
                    <a:pt x="2" y="26"/>
                    <a:pt x="2" y="22"/>
                    <a:pt x="1" y="18"/>
                  </a:cubicBezTo>
                  <a:cubicBezTo>
                    <a:pt x="0" y="15"/>
                    <a:pt x="0" y="12"/>
                    <a:pt x="0" y="9"/>
                  </a:cubicBezTo>
                  <a:cubicBezTo>
                    <a:pt x="0" y="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9" name="Freeform 197">
              <a:extLst>
                <a:ext uri="{FF2B5EF4-FFF2-40B4-BE49-F238E27FC236}">
                  <a16:creationId xmlns:a16="http://schemas.microsoft.com/office/drawing/2014/main" id="{9DAAD6AA-6A9F-359E-4B55-975C2AF58A1D}"/>
                </a:ext>
              </a:extLst>
            </p:cNvPr>
            <p:cNvSpPr/>
            <p:nvPr/>
          </p:nvSpPr>
          <p:spPr bwMode="auto">
            <a:xfrm>
              <a:off x="3897" y="2288"/>
              <a:ext cx="100" cy="226"/>
            </a:xfrm>
            <a:custGeom>
              <a:avLst/>
              <a:gdLst>
                <a:gd name="T0" fmla="*/ 16 w 22"/>
                <a:gd name="T1" fmla="*/ 0 h 50"/>
                <a:gd name="T2" fmla="*/ 16 w 22"/>
                <a:gd name="T3" fmla="*/ 3 h 50"/>
                <a:gd name="T4" fmla="*/ 18 w 22"/>
                <a:gd name="T5" fmla="*/ 11 h 50"/>
                <a:gd name="T6" fmla="*/ 21 w 22"/>
                <a:gd name="T7" fmla="*/ 37 h 50"/>
                <a:gd name="T8" fmla="*/ 19 w 22"/>
                <a:gd name="T9" fmla="*/ 44 h 50"/>
                <a:gd name="T10" fmla="*/ 13 w 22"/>
                <a:gd name="T11" fmla="*/ 49 h 50"/>
                <a:gd name="T12" fmla="*/ 6 w 22"/>
                <a:gd name="T13" fmla="*/ 49 h 50"/>
                <a:gd name="T14" fmla="*/ 2 w 22"/>
                <a:gd name="T15" fmla="*/ 45 h 50"/>
                <a:gd name="T16" fmla="*/ 3 w 22"/>
                <a:gd name="T17" fmla="*/ 37 h 50"/>
                <a:gd name="T18" fmla="*/ 5 w 22"/>
                <a:gd name="T19" fmla="*/ 38 h 50"/>
                <a:gd name="T20" fmla="*/ 6 w 22"/>
                <a:gd name="T21" fmla="*/ 38 h 50"/>
                <a:gd name="T22" fmla="*/ 5 w 22"/>
                <a:gd name="T23" fmla="*/ 38 h 50"/>
                <a:gd name="T24" fmla="*/ 3 w 22"/>
                <a:gd name="T25" fmla="*/ 37 h 50"/>
                <a:gd name="T26" fmla="*/ 3 w 22"/>
                <a:gd name="T27" fmla="*/ 44 h 50"/>
                <a:gd name="T28" fmla="*/ 7 w 22"/>
                <a:gd name="T29" fmla="*/ 47 h 50"/>
                <a:gd name="T30" fmla="*/ 12 w 22"/>
                <a:gd name="T31" fmla="*/ 46 h 50"/>
                <a:gd name="T32" fmla="*/ 17 w 22"/>
                <a:gd name="T33" fmla="*/ 42 h 50"/>
                <a:gd name="T34" fmla="*/ 18 w 22"/>
                <a:gd name="T35" fmla="*/ 37 h 50"/>
                <a:gd name="T36" fmla="*/ 17 w 22"/>
                <a:gd name="T37" fmla="*/ 12 h 50"/>
                <a:gd name="T38" fmla="*/ 16 w 22"/>
                <a:gd name="T39" fmla="*/ 3 h 50"/>
                <a:gd name="T40" fmla="*/ 16 w 22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50">
                  <a:moveTo>
                    <a:pt x="16" y="0"/>
                  </a:moveTo>
                  <a:cubicBezTo>
                    <a:pt x="16" y="0"/>
                    <a:pt x="16" y="1"/>
                    <a:pt x="16" y="3"/>
                  </a:cubicBezTo>
                  <a:cubicBezTo>
                    <a:pt x="17" y="5"/>
                    <a:pt x="17" y="8"/>
                    <a:pt x="18" y="11"/>
                  </a:cubicBezTo>
                  <a:cubicBezTo>
                    <a:pt x="20" y="18"/>
                    <a:pt x="22" y="27"/>
                    <a:pt x="21" y="37"/>
                  </a:cubicBezTo>
                  <a:cubicBezTo>
                    <a:pt x="21" y="39"/>
                    <a:pt x="21" y="42"/>
                    <a:pt x="19" y="44"/>
                  </a:cubicBezTo>
                  <a:cubicBezTo>
                    <a:pt x="18" y="46"/>
                    <a:pt x="15" y="48"/>
                    <a:pt x="13" y="49"/>
                  </a:cubicBezTo>
                  <a:cubicBezTo>
                    <a:pt x="11" y="49"/>
                    <a:pt x="9" y="50"/>
                    <a:pt x="6" y="49"/>
                  </a:cubicBezTo>
                  <a:cubicBezTo>
                    <a:pt x="4" y="48"/>
                    <a:pt x="3" y="47"/>
                    <a:pt x="2" y="45"/>
                  </a:cubicBezTo>
                  <a:cubicBezTo>
                    <a:pt x="0" y="42"/>
                    <a:pt x="1" y="37"/>
                    <a:pt x="3" y="37"/>
                  </a:cubicBezTo>
                  <a:cubicBezTo>
                    <a:pt x="4" y="37"/>
                    <a:pt x="5" y="37"/>
                    <a:pt x="5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5" y="38"/>
                  </a:cubicBezTo>
                  <a:cubicBezTo>
                    <a:pt x="5" y="37"/>
                    <a:pt x="4" y="37"/>
                    <a:pt x="3" y="37"/>
                  </a:cubicBezTo>
                  <a:cubicBezTo>
                    <a:pt x="2" y="38"/>
                    <a:pt x="2" y="41"/>
                    <a:pt x="3" y="44"/>
                  </a:cubicBezTo>
                  <a:cubicBezTo>
                    <a:pt x="4" y="45"/>
                    <a:pt x="5" y="46"/>
                    <a:pt x="7" y="47"/>
                  </a:cubicBezTo>
                  <a:cubicBezTo>
                    <a:pt x="9" y="47"/>
                    <a:pt x="10" y="47"/>
                    <a:pt x="12" y="46"/>
                  </a:cubicBezTo>
                  <a:cubicBezTo>
                    <a:pt x="14" y="45"/>
                    <a:pt x="16" y="44"/>
                    <a:pt x="17" y="42"/>
                  </a:cubicBezTo>
                  <a:cubicBezTo>
                    <a:pt x="18" y="41"/>
                    <a:pt x="18" y="39"/>
                    <a:pt x="18" y="37"/>
                  </a:cubicBezTo>
                  <a:cubicBezTo>
                    <a:pt x="20" y="28"/>
                    <a:pt x="18" y="19"/>
                    <a:pt x="17" y="12"/>
                  </a:cubicBezTo>
                  <a:cubicBezTo>
                    <a:pt x="16" y="8"/>
                    <a:pt x="16" y="5"/>
                    <a:pt x="16" y="3"/>
                  </a:cubicBezTo>
                  <a:cubicBezTo>
                    <a:pt x="16" y="1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0" name="Freeform 198">
              <a:extLst>
                <a:ext uri="{FF2B5EF4-FFF2-40B4-BE49-F238E27FC236}">
                  <a16:creationId xmlns:a16="http://schemas.microsoft.com/office/drawing/2014/main" id="{BEDFDD0A-9563-C26A-ECBA-8C682CCF0728}"/>
                </a:ext>
              </a:extLst>
            </p:cNvPr>
            <p:cNvSpPr/>
            <p:nvPr/>
          </p:nvSpPr>
          <p:spPr bwMode="auto">
            <a:xfrm>
              <a:off x="4106" y="2347"/>
              <a:ext cx="96" cy="117"/>
            </a:xfrm>
            <a:custGeom>
              <a:avLst/>
              <a:gdLst>
                <a:gd name="T0" fmla="*/ 1 w 21"/>
                <a:gd name="T1" fmla="*/ 0 h 26"/>
                <a:gd name="T2" fmla="*/ 3 w 21"/>
                <a:gd name="T3" fmla="*/ 7 h 26"/>
                <a:gd name="T4" fmla="*/ 11 w 21"/>
                <a:gd name="T5" fmla="*/ 21 h 26"/>
                <a:gd name="T6" fmla="*/ 15 w 21"/>
                <a:gd name="T7" fmla="*/ 23 h 26"/>
                <a:gd name="T8" fmla="*/ 18 w 21"/>
                <a:gd name="T9" fmla="*/ 22 h 26"/>
                <a:gd name="T10" fmla="*/ 19 w 21"/>
                <a:gd name="T11" fmla="*/ 19 h 26"/>
                <a:gd name="T12" fmla="*/ 19 w 21"/>
                <a:gd name="T13" fmla="*/ 16 h 26"/>
                <a:gd name="T14" fmla="*/ 16 w 21"/>
                <a:gd name="T15" fmla="*/ 13 h 26"/>
                <a:gd name="T16" fmla="*/ 14 w 21"/>
                <a:gd name="T17" fmla="*/ 14 h 26"/>
                <a:gd name="T18" fmla="*/ 15 w 21"/>
                <a:gd name="T19" fmla="*/ 13 h 26"/>
                <a:gd name="T20" fmla="*/ 18 w 21"/>
                <a:gd name="T21" fmla="*/ 13 h 26"/>
                <a:gd name="T22" fmla="*/ 20 w 21"/>
                <a:gd name="T23" fmla="*/ 15 h 26"/>
                <a:gd name="T24" fmla="*/ 21 w 21"/>
                <a:gd name="T25" fmla="*/ 20 h 26"/>
                <a:gd name="T26" fmla="*/ 19 w 21"/>
                <a:gd name="T27" fmla="*/ 24 h 26"/>
                <a:gd name="T28" fmla="*/ 14 w 21"/>
                <a:gd name="T29" fmla="*/ 26 h 26"/>
                <a:gd name="T30" fmla="*/ 9 w 21"/>
                <a:gd name="T31" fmla="*/ 23 h 26"/>
                <a:gd name="T32" fmla="*/ 1 w 21"/>
                <a:gd name="T33" fmla="*/ 7 h 26"/>
                <a:gd name="T34" fmla="*/ 1 w 21"/>
                <a:gd name="T3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" h="26">
                  <a:moveTo>
                    <a:pt x="1" y="0"/>
                  </a:moveTo>
                  <a:cubicBezTo>
                    <a:pt x="1" y="0"/>
                    <a:pt x="1" y="3"/>
                    <a:pt x="3" y="7"/>
                  </a:cubicBezTo>
                  <a:cubicBezTo>
                    <a:pt x="5" y="11"/>
                    <a:pt x="7" y="17"/>
                    <a:pt x="11" y="21"/>
                  </a:cubicBezTo>
                  <a:cubicBezTo>
                    <a:pt x="12" y="22"/>
                    <a:pt x="13" y="23"/>
                    <a:pt x="15" y="23"/>
                  </a:cubicBezTo>
                  <a:cubicBezTo>
                    <a:pt x="16" y="23"/>
                    <a:pt x="17" y="23"/>
                    <a:pt x="18" y="22"/>
                  </a:cubicBezTo>
                  <a:cubicBezTo>
                    <a:pt x="18" y="22"/>
                    <a:pt x="19" y="20"/>
                    <a:pt x="19" y="19"/>
                  </a:cubicBezTo>
                  <a:cubicBezTo>
                    <a:pt x="19" y="18"/>
                    <a:pt x="19" y="17"/>
                    <a:pt x="19" y="16"/>
                  </a:cubicBezTo>
                  <a:cubicBezTo>
                    <a:pt x="18" y="14"/>
                    <a:pt x="17" y="13"/>
                    <a:pt x="16" y="13"/>
                  </a:cubicBezTo>
                  <a:cubicBezTo>
                    <a:pt x="14" y="14"/>
                    <a:pt x="14" y="15"/>
                    <a:pt x="14" y="14"/>
                  </a:cubicBezTo>
                  <a:cubicBezTo>
                    <a:pt x="14" y="15"/>
                    <a:pt x="14" y="14"/>
                    <a:pt x="15" y="13"/>
                  </a:cubicBezTo>
                  <a:cubicBezTo>
                    <a:pt x="16" y="13"/>
                    <a:pt x="17" y="12"/>
                    <a:pt x="18" y="13"/>
                  </a:cubicBezTo>
                  <a:cubicBezTo>
                    <a:pt x="19" y="13"/>
                    <a:pt x="20" y="14"/>
                    <a:pt x="20" y="15"/>
                  </a:cubicBezTo>
                  <a:cubicBezTo>
                    <a:pt x="21" y="17"/>
                    <a:pt x="21" y="18"/>
                    <a:pt x="21" y="20"/>
                  </a:cubicBezTo>
                  <a:cubicBezTo>
                    <a:pt x="21" y="21"/>
                    <a:pt x="21" y="23"/>
                    <a:pt x="19" y="24"/>
                  </a:cubicBezTo>
                  <a:cubicBezTo>
                    <a:pt x="18" y="25"/>
                    <a:pt x="16" y="26"/>
                    <a:pt x="14" y="26"/>
                  </a:cubicBezTo>
                  <a:cubicBezTo>
                    <a:pt x="12" y="25"/>
                    <a:pt x="11" y="24"/>
                    <a:pt x="9" y="23"/>
                  </a:cubicBezTo>
                  <a:cubicBezTo>
                    <a:pt x="5" y="18"/>
                    <a:pt x="2" y="12"/>
                    <a:pt x="1" y="7"/>
                  </a:cubicBezTo>
                  <a:cubicBezTo>
                    <a:pt x="0" y="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1" name="Freeform 199">
              <a:extLst>
                <a:ext uri="{FF2B5EF4-FFF2-40B4-BE49-F238E27FC236}">
                  <a16:creationId xmlns:a16="http://schemas.microsoft.com/office/drawing/2014/main" id="{5E943C0F-CEED-08D5-1E27-EC644B5D6623}"/>
                </a:ext>
              </a:extLst>
            </p:cNvPr>
            <p:cNvSpPr/>
            <p:nvPr/>
          </p:nvSpPr>
          <p:spPr bwMode="auto">
            <a:xfrm>
              <a:off x="3610" y="1981"/>
              <a:ext cx="82" cy="312"/>
            </a:xfrm>
            <a:custGeom>
              <a:avLst/>
              <a:gdLst>
                <a:gd name="T0" fmla="*/ 8 w 18"/>
                <a:gd name="T1" fmla="*/ 0 h 69"/>
                <a:gd name="T2" fmla="*/ 5 w 18"/>
                <a:gd name="T3" fmla="*/ 37 h 69"/>
                <a:gd name="T4" fmla="*/ 18 w 18"/>
                <a:gd name="T5" fmla="*/ 69 h 69"/>
                <a:gd name="T6" fmla="*/ 4 w 18"/>
                <a:gd name="T7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69">
                  <a:moveTo>
                    <a:pt x="8" y="0"/>
                  </a:moveTo>
                  <a:cubicBezTo>
                    <a:pt x="1" y="5"/>
                    <a:pt x="2" y="29"/>
                    <a:pt x="5" y="37"/>
                  </a:cubicBezTo>
                  <a:cubicBezTo>
                    <a:pt x="7" y="48"/>
                    <a:pt x="12" y="60"/>
                    <a:pt x="18" y="69"/>
                  </a:cubicBezTo>
                  <a:cubicBezTo>
                    <a:pt x="11" y="54"/>
                    <a:pt x="0" y="35"/>
                    <a:pt x="4" y="19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2" name="Freeform 200">
              <a:extLst>
                <a:ext uri="{FF2B5EF4-FFF2-40B4-BE49-F238E27FC236}">
                  <a16:creationId xmlns:a16="http://schemas.microsoft.com/office/drawing/2014/main" id="{0324DBBD-6A8F-B107-7665-3E439821BC73}"/>
                </a:ext>
              </a:extLst>
            </p:cNvPr>
            <p:cNvSpPr/>
            <p:nvPr/>
          </p:nvSpPr>
          <p:spPr bwMode="auto">
            <a:xfrm>
              <a:off x="3801" y="1245"/>
              <a:ext cx="114" cy="655"/>
            </a:xfrm>
            <a:custGeom>
              <a:avLst/>
              <a:gdLst>
                <a:gd name="T0" fmla="*/ 25 w 25"/>
                <a:gd name="T1" fmla="*/ 0 h 145"/>
                <a:gd name="T2" fmla="*/ 10 w 25"/>
                <a:gd name="T3" fmla="*/ 82 h 145"/>
                <a:gd name="T4" fmla="*/ 13 w 25"/>
                <a:gd name="T5" fmla="*/ 145 h 145"/>
                <a:gd name="T6" fmla="*/ 23 w 25"/>
                <a:gd name="T7" fmla="*/ 2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45">
                  <a:moveTo>
                    <a:pt x="25" y="0"/>
                  </a:moveTo>
                  <a:cubicBezTo>
                    <a:pt x="7" y="15"/>
                    <a:pt x="11" y="60"/>
                    <a:pt x="10" y="82"/>
                  </a:cubicBezTo>
                  <a:cubicBezTo>
                    <a:pt x="9" y="102"/>
                    <a:pt x="7" y="126"/>
                    <a:pt x="13" y="145"/>
                  </a:cubicBezTo>
                  <a:cubicBezTo>
                    <a:pt x="0" y="104"/>
                    <a:pt x="9" y="64"/>
                    <a:pt x="23" y="24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3" name="Freeform 201">
              <a:extLst>
                <a:ext uri="{FF2B5EF4-FFF2-40B4-BE49-F238E27FC236}">
                  <a16:creationId xmlns:a16="http://schemas.microsoft.com/office/drawing/2014/main" id="{918C9B6D-BAAA-F3C8-CF12-BC6A8C625233}"/>
                </a:ext>
              </a:extLst>
            </p:cNvPr>
            <p:cNvSpPr/>
            <p:nvPr/>
          </p:nvSpPr>
          <p:spPr bwMode="auto">
            <a:xfrm>
              <a:off x="4111" y="1647"/>
              <a:ext cx="104" cy="501"/>
            </a:xfrm>
            <a:custGeom>
              <a:avLst/>
              <a:gdLst>
                <a:gd name="T0" fmla="*/ 23 w 23"/>
                <a:gd name="T1" fmla="*/ 0 h 111"/>
                <a:gd name="T2" fmla="*/ 20 w 23"/>
                <a:gd name="T3" fmla="*/ 61 h 111"/>
                <a:gd name="T4" fmla="*/ 0 w 23"/>
                <a:gd name="T5" fmla="*/ 111 h 111"/>
                <a:gd name="T6" fmla="*/ 12 w 23"/>
                <a:gd name="T7" fmla="*/ 82 h 111"/>
                <a:gd name="T8" fmla="*/ 19 w 23"/>
                <a:gd name="T9" fmla="*/ 54 h 111"/>
                <a:gd name="T10" fmla="*/ 22 w 23"/>
                <a:gd name="T11" fmla="*/ 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111">
                  <a:moveTo>
                    <a:pt x="23" y="0"/>
                  </a:moveTo>
                  <a:cubicBezTo>
                    <a:pt x="23" y="19"/>
                    <a:pt x="23" y="41"/>
                    <a:pt x="20" y="61"/>
                  </a:cubicBezTo>
                  <a:cubicBezTo>
                    <a:pt x="18" y="76"/>
                    <a:pt x="11" y="100"/>
                    <a:pt x="0" y="111"/>
                  </a:cubicBezTo>
                  <a:cubicBezTo>
                    <a:pt x="1" y="102"/>
                    <a:pt x="9" y="92"/>
                    <a:pt x="12" y="82"/>
                  </a:cubicBezTo>
                  <a:cubicBezTo>
                    <a:pt x="14" y="73"/>
                    <a:pt x="18" y="64"/>
                    <a:pt x="19" y="54"/>
                  </a:cubicBezTo>
                  <a:cubicBezTo>
                    <a:pt x="22" y="38"/>
                    <a:pt x="22" y="22"/>
                    <a:pt x="22" y="5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4" name="Freeform 202">
              <a:extLst>
                <a:ext uri="{FF2B5EF4-FFF2-40B4-BE49-F238E27FC236}">
                  <a16:creationId xmlns:a16="http://schemas.microsoft.com/office/drawing/2014/main" id="{13C20258-5E5A-B07B-24C0-210EBDC5F088}"/>
                </a:ext>
              </a:extLst>
            </p:cNvPr>
            <p:cNvSpPr/>
            <p:nvPr/>
          </p:nvSpPr>
          <p:spPr bwMode="auto">
            <a:xfrm>
              <a:off x="3892" y="2053"/>
              <a:ext cx="237" cy="91"/>
            </a:xfrm>
            <a:custGeom>
              <a:avLst/>
              <a:gdLst>
                <a:gd name="T0" fmla="*/ 0 w 52"/>
                <a:gd name="T1" fmla="*/ 1 h 20"/>
                <a:gd name="T2" fmla="*/ 52 w 52"/>
                <a:gd name="T3" fmla="*/ 1 h 20"/>
                <a:gd name="T4" fmla="*/ 1 w 52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20">
                  <a:moveTo>
                    <a:pt x="0" y="1"/>
                  </a:moveTo>
                  <a:cubicBezTo>
                    <a:pt x="12" y="12"/>
                    <a:pt x="40" y="13"/>
                    <a:pt x="52" y="1"/>
                  </a:cubicBezTo>
                  <a:cubicBezTo>
                    <a:pt x="39" y="3"/>
                    <a:pt x="9" y="20"/>
                    <a:pt x="1" y="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5" name="Freeform 203">
              <a:extLst>
                <a:ext uri="{FF2B5EF4-FFF2-40B4-BE49-F238E27FC236}">
                  <a16:creationId xmlns:a16="http://schemas.microsoft.com/office/drawing/2014/main" id="{970D2529-955A-619C-2287-E0CE760C8994}"/>
                </a:ext>
              </a:extLst>
            </p:cNvPr>
            <p:cNvSpPr/>
            <p:nvPr/>
          </p:nvSpPr>
          <p:spPr bwMode="auto">
            <a:xfrm>
              <a:off x="4179" y="2013"/>
              <a:ext cx="100" cy="81"/>
            </a:xfrm>
            <a:custGeom>
              <a:avLst/>
              <a:gdLst>
                <a:gd name="T0" fmla="*/ 0 w 22"/>
                <a:gd name="T1" fmla="*/ 2 h 18"/>
                <a:gd name="T2" fmla="*/ 22 w 22"/>
                <a:gd name="T3" fmla="*/ 18 h 18"/>
                <a:gd name="T4" fmla="*/ 2 w 22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18">
                  <a:moveTo>
                    <a:pt x="0" y="2"/>
                  </a:moveTo>
                  <a:cubicBezTo>
                    <a:pt x="5" y="7"/>
                    <a:pt x="16" y="13"/>
                    <a:pt x="22" y="18"/>
                  </a:cubicBezTo>
                  <a:cubicBezTo>
                    <a:pt x="13" y="17"/>
                    <a:pt x="8" y="7"/>
                    <a:pt x="2" y="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6" name="Freeform 204">
              <a:extLst>
                <a:ext uri="{FF2B5EF4-FFF2-40B4-BE49-F238E27FC236}">
                  <a16:creationId xmlns:a16="http://schemas.microsoft.com/office/drawing/2014/main" id="{E698536D-758D-D024-D781-22BDB27340BF}"/>
                </a:ext>
              </a:extLst>
            </p:cNvPr>
            <p:cNvSpPr/>
            <p:nvPr/>
          </p:nvSpPr>
          <p:spPr bwMode="auto">
            <a:xfrm>
              <a:off x="3765" y="2026"/>
              <a:ext cx="104" cy="104"/>
            </a:xfrm>
            <a:custGeom>
              <a:avLst/>
              <a:gdLst>
                <a:gd name="T0" fmla="*/ 2 w 23"/>
                <a:gd name="T1" fmla="*/ 22 h 23"/>
                <a:gd name="T2" fmla="*/ 0 w 23"/>
                <a:gd name="T3" fmla="*/ 23 h 23"/>
                <a:gd name="T4" fmla="*/ 23 w 23"/>
                <a:gd name="T5" fmla="*/ 0 h 23"/>
                <a:gd name="T6" fmla="*/ 4 w 23"/>
                <a:gd name="T7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3">
                  <a:moveTo>
                    <a:pt x="2" y="22"/>
                  </a:moveTo>
                  <a:cubicBezTo>
                    <a:pt x="1" y="22"/>
                    <a:pt x="1" y="23"/>
                    <a:pt x="0" y="23"/>
                  </a:cubicBezTo>
                  <a:cubicBezTo>
                    <a:pt x="5" y="14"/>
                    <a:pt x="13" y="5"/>
                    <a:pt x="23" y="0"/>
                  </a:cubicBezTo>
                  <a:cubicBezTo>
                    <a:pt x="15" y="4"/>
                    <a:pt x="9" y="13"/>
                    <a:pt x="4" y="19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7" name="Freeform 205">
              <a:extLst>
                <a:ext uri="{FF2B5EF4-FFF2-40B4-BE49-F238E27FC236}">
                  <a16:creationId xmlns:a16="http://schemas.microsoft.com/office/drawing/2014/main" id="{1F585D25-3340-814C-9631-999DDCBCA804}"/>
                </a:ext>
              </a:extLst>
            </p:cNvPr>
            <p:cNvSpPr/>
            <p:nvPr/>
          </p:nvSpPr>
          <p:spPr bwMode="auto">
            <a:xfrm>
              <a:off x="3797" y="2184"/>
              <a:ext cx="177" cy="9"/>
            </a:xfrm>
            <a:custGeom>
              <a:avLst/>
              <a:gdLst>
                <a:gd name="T0" fmla="*/ 0 w 39"/>
                <a:gd name="T1" fmla="*/ 2 h 2"/>
                <a:gd name="T2" fmla="*/ 39 w 39"/>
                <a:gd name="T3" fmla="*/ 1 h 2"/>
                <a:gd name="T4" fmla="*/ 10 w 39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">
                  <a:moveTo>
                    <a:pt x="0" y="2"/>
                  </a:moveTo>
                  <a:cubicBezTo>
                    <a:pt x="10" y="2"/>
                    <a:pt x="27" y="1"/>
                    <a:pt x="39" y="1"/>
                  </a:cubicBezTo>
                  <a:cubicBezTo>
                    <a:pt x="30" y="1"/>
                    <a:pt x="20" y="0"/>
                    <a:pt x="10" y="0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8" name="Freeform 206">
              <a:extLst>
                <a:ext uri="{FF2B5EF4-FFF2-40B4-BE49-F238E27FC236}">
                  <a16:creationId xmlns:a16="http://schemas.microsoft.com/office/drawing/2014/main" id="{4B499C63-1CD3-04BF-A64C-361187C268A4}"/>
                </a:ext>
              </a:extLst>
            </p:cNvPr>
            <p:cNvSpPr/>
            <p:nvPr/>
          </p:nvSpPr>
          <p:spPr bwMode="auto">
            <a:xfrm>
              <a:off x="4079" y="2189"/>
              <a:ext cx="173" cy="18"/>
            </a:xfrm>
            <a:custGeom>
              <a:avLst/>
              <a:gdLst>
                <a:gd name="T0" fmla="*/ 1 w 38"/>
                <a:gd name="T1" fmla="*/ 3 h 4"/>
                <a:gd name="T2" fmla="*/ 38 w 38"/>
                <a:gd name="T3" fmla="*/ 4 h 4"/>
                <a:gd name="T4" fmla="*/ 0 w 38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">
                  <a:moveTo>
                    <a:pt x="1" y="3"/>
                  </a:moveTo>
                  <a:cubicBezTo>
                    <a:pt x="14" y="3"/>
                    <a:pt x="26" y="4"/>
                    <a:pt x="38" y="4"/>
                  </a:cubicBezTo>
                  <a:cubicBezTo>
                    <a:pt x="29" y="2"/>
                    <a:pt x="6" y="0"/>
                    <a:pt x="0" y="4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9" name="Freeform 207">
              <a:extLst>
                <a:ext uri="{FF2B5EF4-FFF2-40B4-BE49-F238E27FC236}">
                  <a16:creationId xmlns:a16="http://schemas.microsoft.com/office/drawing/2014/main" id="{2FA9DAE7-72D7-A2ED-6255-1F1113A472D0}"/>
                </a:ext>
              </a:extLst>
            </p:cNvPr>
            <p:cNvSpPr/>
            <p:nvPr/>
          </p:nvSpPr>
          <p:spPr bwMode="auto">
            <a:xfrm>
              <a:off x="4375" y="2044"/>
              <a:ext cx="54" cy="267"/>
            </a:xfrm>
            <a:custGeom>
              <a:avLst/>
              <a:gdLst>
                <a:gd name="T0" fmla="*/ 11 w 12"/>
                <a:gd name="T1" fmla="*/ 0 h 59"/>
                <a:gd name="T2" fmla="*/ 10 w 12"/>
                <a:gd name="T3" fmla="*/ 32 h 59"/>
                <a:gd name="T4" fmla="*/ 0 w 12"/>
                <a:gd name="T5" fmla="*/ 59 h 59"/>
                <a:gd name="T6" fmla="*/ 12 w 12"/>
                <a:gd name="T7" fmla="*/ 2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59">
                  <a:moveTo>
                    <a:pt x="11" y="0"/>
                  </a:moveTo>
                  <a:cubicBezTo>
                    <a:pt x="11" y="10"/>
                    <a:pt x="12" y="22"/>
                    <a:pt x="10" y="32"/>
                  </a:cubicBezTo>
                  <a:cubicBezTo>
                    <a:pt x="8" y="42"/>
                    <a:pt x="3" y="50"/>
                    <a:pt x="0" y="59"/>
                  </a:cubicBezTo>
                  <a:cubicBezTo>
                    <a:pt x="2" y="48"/>
                    <a:pt x="9" y="37"/>
                    <a:pt x="12" y="26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70" name="Freeform 208">
              <a:extLst>
                <a:ext uri="{FF2B5EF4-FFF2-40B4-BE49-F238E27FC236}">
                  <a16:creationId xmlns:a16="http://schemas.microsoft.com/office/drawing/2014/main" id="{5ECF3E4C-6CE0-FF48-3907-5EA9253BC902}"/>
                </a:ext>
              </a:extLst>
            </p:cNvPr>
            <p:cNvSpPr/>
            <p:nvPr/>
          </p:nvSpPr>
          <p:spPr bwMode="auto">
            <a:xfrm>
              <a:off x="4024" y="2284"/>
              <a:ext cx="50" cy="262"/>
            </a:xfrm>
            <a:custGeom>
              <a:avLst/>
              <a:gdLst>
                <a:gd name="T0" fmla="*/ 1 w 11"/>
                <a:gd name="T1" fmla="*/ 0 h 58"/>
                <a:gd name="T2" fmla="*/ 11 w 11"/>
                <a:gd name="T3" fmla="*/ 58 h 58"/>
                <a:gd name="T4" fmla="*/ 11 w 11"/>
                <a:gd name="T5" fmla="*/ 5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58">
                  <a:moveTo>
                    <a:pt x="1" y="0"/>
                  </a:moveTo>
                  <a:cubicBezTo>
                    <a:pt x="0" y="20"/>
                    <a:pt x="10" y="39"/>
                    <a:pt x="11" y="58"/>
                  </a:cubicBezTo>
                  <a:cubicBezTo>
                    <a:pt x="11" y="57"/>
                    <a:pt x="11" y="56"/>
                    <a:pt x="11" y="55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71" name="Freeform 209">
              <a:extLst>
                <a:ext uri="{FF2B5EF4-FFF2-40B4-BE49-F238E27FC236}">
                  <a16:creationId xmlns:a16="http://schemas.microsoft.com/office/drawing/2014/main" id="{72529CA9-8AF3-F271-27E6-44B8CA7074DD}"/>
                </a:ext>
              </a:extLst>
            </p:cNvPr>
            <p:cNvSpPr/>
            <p:nvPr/>
          </p:nvSpPr>
          <p:spPr bwMode="auto">
            <a:xfrm>
              <a:off x="3883" y="2306"/>
              <a:ext cx="100" cy="235"/>
            </a:xfrm>
            <a:custGeom>
              <a:avLst/>
              <a:gdLst>
                <a:gd name="T0" fmla="*/ 16 w 22"/>
                <a:gd name="T1" fmla="*/ 0 h 52"/>
                <a:gd name="T2" fmla="*/ 18 w 22"/>
                <a:gd name="T3" fmla="*/ 35 h 52"/>
                <a:gd name="T4" fmla="*/ 0 w 22"/>
                <a:gd name="T5" fmla="*/ 36 h 52"/>
                <a:gd name="T6" fmla="*/ 11 w 22"/>
                <a:gd name="T7" fmla="*/ 4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52">
                  <a:moveTo>
                    <a:pt x="16" y="0"/>
                  </a:moveTo>
                  <a:cubicBezTo>
                    <a:pt x="22" y="7"/>
                    <a:pt x="22" y="27"/>
                    <a:pt x="18" y="35"/>
                  </a:cubicBezTo>
                  <a:cubicBezTo>
                    <a:pt x="13" y="43"/>
                    <a:pt x="0" y="52"/>
                    <a:pt x="0" y="36"/>
                  </a:cubicBezTo>
                  <a:cubicBezTo>
                    <a:pt x="2" y="40"/>
                    <a:pt x="6" y="49"/>
                    <a:pt x="11" y="42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72" name="Freeform 210">
              <a:extLst>
                <a:ext uri="{FF2B5EF4-FFF2-40B4-BE49-F238E27FC236}">
                  <a16:creationId xmlns:a16="http://schemas.microsoft.com/office/drawing/2014/main" id="{E2FB7A71-45B7-DE46-983B-DA2219C795A3}"/>
                </a:ext>
              </a:extLst>
            </p:cNvPr>
            <p:cNvSpPr/>
            <p:nvPr/>
          </p:nvSpPr>
          <p:spPr bwMode="auto">
            <a:xfrm>
              <a:off x="4120" y="2347"/>
              <a:ext cx="100" cy="108"/>
            </a:xfrm>
            <a:custGeom>
              <a:avLst/>
              <a:gdLst>
                <a:gd name="T0" fmla="*/ 0 w 22"/>
                <a:gd name="T1" fmla="*/ 0 h 24"/>
                <a:gd name="T2" fmla="*/ 9 w 22"/>
                <a:gd name="T3" fmla="*/ 22 h 24"/>
                <a:gd name="T4" fmla="*/ 17 w 22"/>
                <a:gd name="T5" fmla="*/ 1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4">
                  <a:moveTo>
                    <a:pt x="0" y="0"/>
                  </a:moveTo>
                  <a:cubicBezTo>
                    <a:pt x="0" y="6"/>
                    <a:pt x="3" y="18"/>
                    <a:pt x="9" y="22"/>
                  </a:cubicBezTo>
                  <a:cubicBezTo>
                    <a:pt x="14" y="24"/>
                    <a:pt x="22" y="21"/>
                    <a:pt x="17" y="14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73" name="Freeform 211">
              <a:extLst>
                <a:ext uri="{FF2B5EF4-FFF2-40B4-BE49-F238E27FC236}">
                  <a16:creationId xmlns:a16="http://schemas.microsoft.com/office/drawing/2014/main" id="{EC8E586E-D5C1-A269-2E88-2C2A5C02953C}"/>
                </a:ext>
              </a:extLst>
            </p:cNvPr>
            <p:cNvSpPr/>
            <p:nvPr/>
          </p:nvSpPr>
          <p:spPr bwMode="auto">
            <a:xfrm>
              <a:off x="3874" y="1317"/>
              <a:ext cx="32" cy="14"/>
            </a:xfrm>
            <a:custGeom>
              <a:avLst/>
              <a:gdLst>
                <a:gd name="T0" fmla="*/ 0 w 7"/>
                <a:gd name="T1" fmla="*/ 0 h 3"/>
                <a:gd name="T2" fmla="*/ 7 w 7"/>
                <a:gd name="T3" fmla="*/ 3 h 3"/>
                <a:gd name="T4" fmla="*/ 0 w 7"/>
                <a:gd name="T5" fmla="*/ 2 h 3"/>
                <a:gd name="T6" fmla="*/ 7 w 7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2" y="0"/>
                    <a:pt x="5" y="2"/>
                    <a:pt x="7" y="3"/>
                  </a:cubicBezTo>
                  <a:cubicBezTo>
                    <a:pt x="5" y="3"/>
                    <a:pt x="2" y="3"/>
                    <a:pt x="0" y="2"/>
                  </a:cubicBezTo>
                  <a:cubicBezTo>
                    <a:pt x="2" y="2"/>
                    <a:pt x="4" y="2"/>
                    <a:pt x="7" y="2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74" name="Freeform 212">
              <a:extLst>
                <a:ext uri="{FF2B5EF4-FFF2-40B4-BE49-F238E27FC236}">
                  <a16:creationId xmlns:a16="http://schemas.microsoft.com/office/drawing/2014/main" id="{D08FD1F6-D007-75B0-58D6-A6D7955A8381}"/>
                </a:ext>
              </a:extLst>
            </p:cNvPr>
            <p:cNvSpPr/>
            <p:nvPr/>
          </p:nvSpPr>
          <p:spPr bwMode="auto">
            <a:xfrm>
              <a:off x="4079" y="1308"/>
              <a:ext cx="68" cy="23"/>
            </a:xfrm>
            <a:custGeom>
              <a:avLst/>
              <a:gdLst>
                <a:gd name="T0" fmla="*/ 15 w 15"/>
                <a:gd name="T1" fmla="*/ 0 h 5"/>
                <a:gd name="T2" fmla="*/ 0 w 15"/>
                <a:gd name="T3" fmla="*/ 4 h 5"/>
                <a:gd name="T4" fmla="*/ 14 w 15"/>
                <a:gd name="T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5">
                  <a:moveTo>
                    <a:pt x="15" y="0"/>
                  </a:moveTo>
                  <a:cubicBezTo>
                    <a:pt x="10" y="0"/>
                    <a:pt x="5" y="3"/>
                    <a:pt x="0" y="4"/>
                  </a:cubicBezTo>
                  <a:cubicBezTo>
                    <a:pt x="5" y="5"/>
                    <a:pt x="10" y="4"/>
                    <a:pt x="14" y="2"/>
                  </a:cubicBezTo>
                </a:path>
              </a:pathLst>
            </a:custGeom>
            <a:noFill/>
            <a:ln w="7938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A592C839-A006-B51A-E6D8-8BC0935A628E}"/>
              </a:ext>
            </a:extLst>
          </p:cNvPr>
          <p:cNvSpPr txBox="1"/>
          <p:nvPr/>
        </p:nvSpPr>
        <p:spPr>
          <a:xfrm>
            <a:off x="210314" y="722408"/>
            <a:ext cx="872297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引言：揭秘幻觉</a:t>
            </a:r>
            <a:r>
              <a:rPr lang="en-US" altLang="zh-CN" sz="2400" b="1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——</a:t>
            </a:r>
            <a:r>
              <a:rPr lang="zh-CN" altLang="en-US" sz="2400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一种统计现象</a:t>
            </a:r>
            <a:endParaRPr lang="en-US" altLang="zh-CN" sz="2400" b="1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endParaRPr lang="en-US" altLang="zh-CN" sz="2400" b="1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endParaRPr lang="en-US" altLang="zh-CN" sz="2400" b="1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语言模型就像“面对难题时，宁愿猜测一个貌似合理的答案，也不愿承认不确定性的学生。模型在后训练阶段被优化为“优秀的应试者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(good test-takers)</a:t>
            </a:r>
            <a:r>
              <a:rPr lang="zh-CN" altLang="en-US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，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而当前的“考试”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评估基准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恰恰激励了这种投机行为。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为了证明幻觉问题的普遍性与根本性，论文作者精心挑选了三类不同的幻觉实例，均来自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SOTA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模型，以此反驳了“幻觉只是知识库缺陷”的简单解释。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存在以下类型的幻觉：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(1)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任意事实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(Extrinsic)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幻觉：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提示：“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Adam Tauman Kalai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的生日是什么时候？如果你知道，请只回答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DD-MM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。”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结果：一个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SOTA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开源模型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(DeepSeek-V3, 600B)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在三次独立尝试中，给出了三个不同的错误日期：“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03-07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”、“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15-06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”和“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01-01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”。而正确的日期在秋季。   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这个例子清晰地表明，即使被明确要求，模型也未能承认其“认知不确定性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(epistemic uncertainty)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”，而是选择了捏造答案。</a:t>
            </a:r>
            <a:endParaRPr lang="en-US" altLang="zh-CN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/>
              <a:t>王耀彬研究生就读于哪所学校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40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FFDC2CD-3E2C-1175-49E9-355A817FA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744" y="1003112"/>
            <a:ext cx="6858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1002A11-5C64-1E3C-4D9D-9CEA407E60BE}"/>
              </a:ext>
            </a:extLst>
          </p:cNvPr>
          <p:cNvSpPr txBox="1"/>
          <p:nvPr/>
        </p:nvSpPr>
        <p:spPr>
          <a:xfrm>
            <a:off x="490193" y="603813"/>
            <a:ext cx="7616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en-US" altLang="zh-CN" b="1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(2)</a:t>
            </a:r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可验证事实</a:t>
            </a:r>
            <a:r>
              <a:rPr lang="en-US" altLang="zh-CN" b="1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(Extrinsic)</a:t>
            </a:r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幻觉：知识错误，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第二个例子展示了模型在面对可公开验证的事实时，如何产生复杂且自信的错误。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这一案例表明，幻觉不仅是“不知道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(I don't know)”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，更是一种“自信地捏造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(confidently fabricating)”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错误细节的能力，即使这些事实可能存在于训练数据中。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1213118-56CB-30BB-8D08-92CC28E19015}"/>
              </a:ext>
            </a:extLst>
          </p:cNvPr>
          <p:cNvGrpSpPr/>
          <p:nvPr/>
        </p:nvGrpSpPr>
        <p:grpSpPr>
          <a:xfrm>
            <a:off x="9364744" y="691400"/>
            <a:ext cx="2361832" cy="2505757"/>
            <a:chOff x="5768976" y="2852738"/>
            <a:chExt cx="1016000" cy="1077913"/>
          </a:xfrm>
        </p:grpSpPr>
        <p:sp>
          <p:nvSpPr>
            <p:cNvPr id="9" name="Freeform 609">
              <a:extLst>
                <a:ext uri="{FF2B5EF4-FFF2-40B4-BE49-F238E27FC236}">
                  <a16:creationId xmlns:a16="http://schemas.microsoft.com/office/drawing/2014/main" id="{47685388-B21A-DDA7-F04A-4F9DFB48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8976" y="2852738"/>
              <a:ext cx="1016000" cy="1069975"/>
            </a:xfrm>
            <a:custGeom>
              <a:avLst/>
              <a:gdLst>
                <a:gd name="T0" fmla="*/ 90 w 269"/>
                <a:gd name="T1" fmla="*/ 282 h 283"/>
                <a:gd name="T2" fmla="*/ 113 w 269"/>
                <a:gd name="T3" fmla="*/ 276 h 283"/>
                <a:gd name="T4" fmla="*/ 135 w 269"/>
                <a:gd name="T5" fmla="*/ 269 h 283"/>
                <a:gd name="T6" fmla="*/ 179 w 269"/>
                <a:gd name="T7" fmla="*/ 254 h 283"/>
                <a:gd name="T8" fmla="*/ 223 w 269"/>
                <a:gd name="T9" fmla="*/ 238 h 283"/>
                <a:gd name="T10" fmla="*/ 266 w 269"/>
                <a:gd name="T11" fmla="*/ 221 h 283"/>
                <a:gd name="T12" fmla="*/ 266 w 269"/>
                <a:gd name="T13" fmla="*/ 223 h 283"/>
                <a:gd name="T14" fmla="*/ 258 w 269"/>
                <a:gd name="T15" fmla="*/ 195 h 283"/>
                <a:gd name="T16" fmla="*/ 250 w 269"/>
                <a:gd name="T17" fmla="*/ 167 h 283"/>
                <a:gd name="T18" fmla="*/ 231 w 269"/>
                <a:gd name="T19" fmla="*/ 111 h 283"/>
                <a:gd name="T20" fmla="*/ 210 w 269"/>
                <a:gd name="T21" fmla="*/ 56 h 283"/>
                <a:gd name="T22" fmla="*/ 198 w 269"/>
                <a:gd name="T23" fmla="*/ 29 h 283"/>
                <a:gd name="T24" fmla="*/ 186 w 269"/>
                <a:gd name="T25" fmla="*/ 2 h 283"/>
                <a:gd name="T26" fmla="*/ 187 w 269"/>
                <a:gd name="T27" fmla="*/ 3 h 283"/>
                <a:gd name="T28" fmla="*/ 175 w 269"/>
                <a:gd name="T29" fmla="*/ 4 h 283"/>
                <a:gd name="T30" fmla="*/ 163 w 269"/>
                <a:gd name="T31" fmla="*/ 7 h 283"/>
                <a:gd name="T32" fmla="*/ 140 w 269"/>
                <a:gd name="T33" fmla="*/ 13 h 283"/>
                <a:gd name="T34" fmla="*/ 94 w 269"/>
                <a:gd name="T35" fmla="*/ 29 h 283"/>
                <a:gd name="T36" fmla="*/ 48 w 269"/>
                <a:gd name="T37" fmla="*/ 45 h 283"/>
                <a:gd name="T38" fmla="*/ 3 w 269"/>
                <a:gd name="T39" fmla="*/ 62 h 283"/>
                <a:gd name="T40" fmla="*/ 4 w 269"/>
                <a:gd name="T41" fmla="*/ 60 h 283"/>
                <a:gd name="T42" fmla="*/ 13 w 269"/>
                <a:gd name="T43" fmla="*/ 88 h 283"/>
                <a:gd name="T44" fmla="*/ 23 w 269"/>
                <a:gd name="T45" fmla="*/ 117 h 283"/>
                <a:gd name="T46" fmla="*/ 43 w 269"/>
                <a:gd name="T47" fmla="*/ 173 h 283"/>
                <a:gd name="T48" fmla="*/ 54 w 269"/>
                <a:gd name="T49" fmla="*/ 201 h 283"/>
                <a:gd name="T50" fmla="*/ 65 w 269"/>
                <a:gd name="T51" fmla="*/ 229 h 283"/>
                <a:gd name="T52" fmla="*/ 77 w 269"/>
                <a:gd name="T53" fmla="*/ 256 h 283"/>
                <a:gd name="T54" fmla="*/ 90 w 269"/>
                <a:gd name="T55" fmla="*/ 282 h 283"/>
                <a:gd name="T56" fmla="*/ 90 w 269"/>
                <a:gd name="T57" fmla="*/ 283 h 283"/>
                <a:gd name="T58" fmla="*/ 75 w 269"/>
                <a:gd name="T59" fmla="*/ 257 h 283"/>
                <a:gd name="T60" fmla="*/ 63 w 269"/>
                <a:gd name="T61" fmla="*/ 230 h 283"/>
                <a:gd name="T62" fmla="*/ 51 w 269"/>
                <a:gd name="T63" fmla="*/ 202 h 283"/>
                <a:gd name="T64" fmla="*/ 40 w 269"/>
                <a:gd name="T65" fmla="*/ 174 h 283"/>
                <a:gd name="T66" fmla="*/ 19 w 269"/>
                <a:gd name="T67" fmla="*/ 118 h 283"/>
                <a:gd name="T68" fmla="*/ 9 w 269"/>
                <a:gd name="T69" fmla="*/ 90 h 283"/>
                <a:gd name="T70" fmla="*/ 0 w 269"/>
                <a:gd name="T71" fmla="*/ 61 h 283"/>
                <a:gd name="T72" fmla="*/ 1 w 269"/>
                <a:gd name="T73" fmla="*/ 59 h 283"/>
                <a:gd name="T74" fmla="*/ 2 w 269"/>
                <a:gd name="T75" fmla="*/ 59 h 283"/>
                <a:gd name="T76" fmla="*/ 47 w 269"/>
                <a:gd name="T77" fmla="*/ 41 h 283"/>
                <a:gd name="T78" fmla="*/ 93 w 269"/>
                <a:gd name="T79" fmla="*/ 25 h 283"/>
                <a:gd name="T80" fmla="*/ 139 w 269"/>
                <a:gd name="T81" fmla="*/ 10 h 283"/>
                <a:gd name="T82" fmla="*/ 163 w 269"/>
                <a:gd name="T83" fmla="*/ 4 h 283"/>
                <a:gd name="T84" fmla="*/ 174 w 269"/>
                <a:gd name="T85" fmla="*/ 2 h 283"/>
                <a:gd name="T86" fmla="*/ 187 w 269"/>
                <a:gd name="T87" fmla="*/ 0 h 283"/>
                <a:gd name="T88" fmla="*/ 188 w 269"/>
                <a:gd name="T89" fmla="*/ 1 h 283"/>
                <a:gd name="T90" fmla="*/ 200 w 269"/>
                <a:gd name="T91" fmla="*/ 28 h 283"/>
                <a:gd name="T92" fmla="*/ 211 w 269"/>
                <a:gd name="T93" fmla="*/ 55 h 283"/>
                <a:gd name="T94" fmla="*/ 232 w 269"/>
                <a:gd name="T95" fmla="*/ 110 h 283"/>
                <a:gd name="T96" fmla="*/ 252 w 269"/>
                <a:gd name="T97" fmla="*/ 166 h 283"/>
                <a:gd name="T98" fmla="*/ 261 w 269"/>
                <a:gd name="T99" fmla="*/ 194 h 283"/>
                <a:gd name="T100" fmla="*/ 269 w 269"/>
                <a:gd name="T101" fmla="*/ 222 h 283"/>
                <a:gd name="T102" fmla="*/ 268 w 269"/>
                <a:gd name="T103" fmla="*/ 224 h 283"/>
                <a:gd name="T104" fmla="*/ 247 w 269"/>
                <a:gd name="T105" fmla="*/ 234 h 283"/>
                <a:gd name="T106" fmla="*/ 225 w 269"/>
                <a:gd name="T107" fmla="*/ 242 h 283"/>
                <a:gd name="T108" fmla="*/ 180 w 269"/>
                <a:gd name="T109" fmla="*/ 257 h 283"/>
                <a:gd name="T110" fmla="*/ 135 w 269"/>
                <a:gd name="T111" fmla="*/ 271 h 283"/>
                <a:gd name="T112" fmla="*/ 113 w 269"/>
                <a:gd name="T113" fmla="*/ 277 h 283"/>
                <a:gd name="T114" fmla="*/ 90 w 269"/>
                <a:gd name="T115" fmla="*/ 283 h 283"/>
                <a:gd name="T116" fmla="*/ 90 w 269"/>
                <a:gd name="T117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9" h="283">
                  <a:moveTo>
                    <a:pt x="90" y="282"/>
                  </a:moveTo>
                  <a:cubicBezTo>
                    <a:pt x="98" y="281"/>
                    <a:pt x="105" y="279"/>
                    <a:pt x="113" y="276"/>
                  </a:cubicBezTo>
                  <a:cubicBezTo>
                    <a:pt x="120" y="274"/>
                    <a:pt x="127" y="271"/>
                    <a:pt x="135" y="269"/>
                  </a:cubicBezTo>
                  <a:cubicBezTo>
                    <a:pt x="150" y="264"/>
                    <a:pt x="164" y="259"/>
                    <a:pt x="179" y="254"/>
                  </a:cubicBezTo>
                  <a:cubicBezTo>
                    <a:pt x="194" y="249"/>
                    <a:pt x="209" y="244"/>
                    <a:pt x="223" y="238"/>
                  </a:cubicBezTo>
                  <a:cubicBezTo>
                    <a:pt x="238" y="233"/>
                    <a:pt x="253" y="228"/>
                    <a:pt x="266" y="221"/>
                  </a:cubicBezTo>
                  <a:cubicBezTo>
                    <a:pt x="266" y="223"/>
                    <a:pt x="266" y="223"/>
                    <a:pt x="266" y="223"/>
                  </a:cubicBezTo>
                  <a:cubicBezTo>
                    <a:pt x="263" y="214"/>
                    <a:pt x="261" y="204"/>
                    <a:pt x="258" y="195"/>
                  </a:cubicBezTo>
                  <a:cubicBezTo>
                    <a:pt x="255" y="185"/>
                    <a:pt x="253" y="176"/>
                    <a:pt x="250" y="167"/>
                  </a:cubicBezTo>
                  <a:cubicBezTo>
                    <a:pt x="244" y="148"/>
                    <a:pt x="237" y="129"/>
                    <a:pt x="231" y="111"/>
                  </a:cubicBezTo>
                  <a:cubicBezTo>
                    <a:pt x="224" y="92"/>
                    <a:pt x="217" y="74"/>
                    <a:pt x="210" y="56"/>
                  </a:cubicBezTo>
                  <a:cubicBezTo>
                    <a:pt x="206" y="47"/>
                    <a:pt x="202" y="38"/>
                    <a:pt x="198" y="29"/>
                  </a:cubicBezTo>
                  <a:cubicBezTo>
                    <a:pt x="195" y="20"/>
                    <a:pt x="190" y="11"/>
                    <a:pt x="186" y="2"/>
                  </a:cubicBezTo>
                  <a:cubicBezTo>
                    <a:pt x="187" y="3"/>
                    <a:pt x="187" y="3"/>
                    <a:pt x="187" y="3"/>
                  </a:cubicBezTo>
                  <a:cubicBezTo>
                    <a:pt x="183" y="3"/>
                    <a:pt x="179" y="3"/>
                    <a:pt x="175" y="4"/>
                  </a:cubicBezTo>
                  <a:cubicBezTo>
                    <a:pt x="171" y="5"/>
                    <a:pt x="167" y="6"/>
                    <a:pt x="163" y="7"/>
                  </a:cubicBezTo>
                  <a:cubicBezTo>
                    <a:pt x="155" y="9"/>
                    <a:pt x="148" y="11"/>
                    <a:pt x="140" y="13"/>
                  </a:cubicBezTo>
                  <a:cubicBezTo>
                    <a:pt x="125" y="18"/>
                    <a:pt x="109" y="23"/>
                    <a:pt x="94" y="29"/>
                  </a:cubicBezTo>
                  <a:cubicBezTo>
                    <a:pt x="79" y="34"/>
                    <a:pt x="64" y="39"/>
                    <a:pt x="48" y="45"/>
                  </a:cubicBezTo>
                  <a:cubicBezTo>
                    <a:pt x="33" y="51"/>
                    <a:pt x="18" y="56"/>
                    <a:pt x="3" y="62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7" y="69"/>
                    <a:pt x="10" y="79"/>
                    <a:pt x="13" y="88"/>
                  </a:cubicBezTo>
                  <a:cubicBezTo>
                    <a:pt x="23" y="117"/>
                    <a:pt x="23" y="117"/>
                    <a:pt x="23" y="117"/>
                  </a:cubicBezTo>
                  <a:cubicBezTo>
                    <a:pt x="30" y="135"/>
                    <a:pt x="36" y="154"/>
                    <a:pt x="43" y="173"/>
                  </a:cubicBezTo>
                  <a:cubicBezTo>
                    <a:pt x="46" y="182"/>
                    <a:pt x="50" y="192"/>
                    <a:pt x="54" y="201"/>
                  </a:cubicBezTo>
                  <a:cubicBezTo>
                    <a:pt x="57" y="210"/>
                    <a:pt x="61" y="220"/>
                    <a:pt x="65" y="229"/>
                  </a:cubicBezTo>
                  <a:cubicBezTo>
                    <a:pt x="77" y="256"/>
                    <a:pt x="77" y="256"/>
                    <a:pt x="77" y="256"/>
                  </a:cubicBezTo>
                  <a:lnTo>
                    <a:pt x="90" y="282"/>
                  </a:lnTo>
                  <a:close/>
                  <a:moveTo>
                    <a:pt x="90" y="283"/>
                  </a:moveTo>
                  <a:cubicBezTo>
                    <a:pt x="75" y="257"/>
                    <a:pt x="75" y="257"/>
                    <a:pt x="75" y="257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58" y="221"/>
                    <a:pt x="55" y="211"/>
                    <a:pt x="51" y="202"/>
                  </a:cubicBezTo>
                  <a:cubicBezTo>
                    <a:pt x="47" y="193"/>
                    <a:pt x="43" y="184"/>
                    <a:pt x="40" y="174"/>
                  </a:cubicBezTo>
                  <a:cubicBezTo>
                    <a:pt x="33" y="156"/>
                    <a:pt x="26" y="137"/>
                    <a:pt x="19" y="118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6" y="80"/>
                    <a:pt x="3" y="71"/>
                    <a:pt x="0" y="61"/>
                  </a:cubicBezTo>
                  <a:cubicBezTo>
                    <a:pt x="0" y="60"/>
                    <a:pt x="1" y="59"/>
                    <a:pt x="1" y="59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17" y="52"/>
                    <a:pt x="32" y="47"/>
                    <a:pt x="47" y="41"/>
                  </a:cubicBezTo>
                  <a:cubicBezTo>
                    <a:pt x="62" y="36"/>
                    <a:pt x="77" y="30"/>
                    <a:pt x="93" y="25"/>
                  </a:cubicBezTo>
                  <a:cubicBezTo>
                    <a:pt x="108" y="20"/>
                    <a:pt x="123" y="15"/>
                    <a:pt x="139" y="10"/>
                  </a:cubicBezTo>
                  <a:cubicBezTo>
                    <a:pt x="147" y="8"/>
                    <a:pt x="155" y="6"/>
                    <a:pt x="163" y="4"/>
                  </a:cubicBezTo>
                  <a:cubicBezTo>
                    <a:pt x="166" y="3"/>
                    <a:pt x="170" y="2"/>
                    <a:pt x="174" y="2"/>
                  </a:cubicBezTo>
                  <a:cubicBezTo>
                    <a:pt x="178" y="1"/>
                    <a:pt x="183" y="1"/>
                    <a:pt x="187" y="0"/>
                  </a:cubicBezTo>
                  <a:cubicBezTo>
                    <a:pt x="187" y="0"/>
                    <a:pt x="188" y="1"/>
                    <a:pt x="188" y="1"/>
                  </a:cubicBezTo>
                  <a:cubicBezTo>
                    <a:pt x="192" y="10"/>
                    <a:pt x="196" y="19"/>
                    <a:pt x="200" y="28"/>
                  </a:cubicBezTo>
                  <a:cubicBezTo>
                    <a:pt x="204" y="37"/>
                    <a:pt x="208" y="46"/>
                    <a:pt x="211" y="55"/>
                  </a:cubicBezTo>
                  <a:cubicBezTo>
                    <a:pt x="232" y="110"/>
                    <a:pt x="232" y="110"/>
                    <a:pt x="232" y="110"/>
                  </a:cubicBezTo>
                  <a:cubicBezTo>
                    <a:pt x="239" y="129"/>
                    <a:pt x="246" y="147"/>
                    <a:pt x="252" y="166"/>
                  </a:cubicBezTo>
                  <a:cubicBezTo>
                    <a:pt x="256" y="175"/>
                    <a:pt x="258" y="184"/>
                    <a:pt x="261" y="194"/>
                  </a:cubicBezTo>
                  <a:cubicBezTo>
                    <a:pt x="265" y="203"/>
                    <a:pt x="267" y="213"/>
                    <a:pt x="269" y="222"/>
                  </a:cubicBezTo>
                  <a:cubicBezTo>
                    <a:pt x="269" y="223"/>
                    <a:pt x="269" y="224"/>
                    <a:pt x="268" y="224"/>
                  </a:cubicBezTo>
                  <a:cubicBezTo>
                    <a:pt x="261" y="228"/>
                    <a:pt x="254" y="231"/>
                    <a:pt x="247" y="234"/>
                  </a:cubicBezTo>
                  <a:cubicBezTo>
                    <a:pt x="239" y="236"/>
                    <a:pt x="232" y="239"/>
                    <a:pt x="225" y="242"/>
                  </a:cubicBezTo>
                  <a:cubicBezTo>
                    <a:pt x="210" y="247"/>
                    <a:pt x="195" y="252"/>
                    <a:pt x="180" y="257"/>
                  </a:cubicBezTo>
                  <a:cubicBezTo>
                    <a:pt x="165" y="262"/>
                    <a:pt x="150" y="266"/>
                    <a:pt x="135" y="271"/>
                  </a:cubicBezTo>
                  <a:cubicBezTo>
                    <a:pt x="128" y="273"/>
                    <a:pt x="120" y="275"/>
                    <a:pt x="113" y="277"/>
                  </a:cubicBezTo>
                  <a:cubicBezTo>
                    <a:pt x="105" y="280"/>
                    <a:pt x="98" y="281"/>
                    <a:pt x="90" y="283"/>
                  </a:cubicBezTo>
                  <a:cubicBezTo>
                    <a:pt x="90" y="283"/>
                    <a:pt x="90" y="283"/>
                    <a:pt x="90" y="283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0" name="Freeform 610">
              <a:extLst>
                <a:ext uri="{FF2B5EF4-FFF2-40B4-BE49-F238E27FC236}">
                  <a16:creationId xmlns:a16="http://schemas.microsoft.com/office/drawing/2014/main" id="{CDB5A21A-CB51-DA35-522E-F53998D21B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3113" y="2921001"/>
              <a:ext cx="852488" cy="933450"/>
            </a:xfrm>
            <a:custGeom>
              <a:avLst/>
              <a:gdLst>
                <a:gd name="T0" fmla="*/ 78 w 226"/>
                <a:gd name="T1" fmla="*/ 247 h 247"/>
                <a:gd name="T2" fmla="*/ 114 w 226"/>
                <a:gd name="T3" fmla="*/ 235 h 247"/>
                <a:gd name="T4" fmla="*/ 151 w 226"/>
                <a:gd name="T5" fmla="*/ 223 h 247"/>
                <a:gd name="T6" fmla="*/ 187 w 226"/>
                <a:gd name="T7" fmla="*/ 210 h 247"/>
                <a:gd name="T8" fmla="*/ 222 w 226"/>
                <a:gd name="T9" fmla="*/ 195 h 247"/>
                <a:gd name="T10" fmla="*/ 222 w 226"/>
                <a:gd name="T11" fmla="*/ 197 h 247"/>
                <a:gd name="T12" fmla="*/ 215 w 226"/>
                <a:gd name="T13" fmla="*/ 172 h 247"/>
                <a:gd name="T14" fmla="*/ 208 w 226"/>
                <a:gd name="T15" fmla="*/ 147 h 247"/>
                <a:gd name="T16" fmla="*/ 191 w 226"/>
                <a:gd name="T17" fmla="*/ 98 h 247"/>
                <a:gd name="T18" fmla="*/ 183 w 226"/>
                <a:gd name="T19" fmla="*/ 74 h 247"/>
                <a:gd name="T20" fmla="*/ 173 w 226"/>
                <a:gd name="T21" fmla="*/ 49 h 247"/>
                <a:gd name="T22" fmla="*/ 164 w 226"/>
                <a:gd name="T23" fmla="*/ 26 h 247"/>
                <a:gd name="T24" fmla="*/ 153 w 226"/>
                <a:gd name="T25" fmla="*/ 2 h 247"/>
                <a:gd name="T26" fmla="*/ 154 w 226"/>
                <a:gd name="T27" fmla="*/ 3 h 247"/>
                <a:gd name="T28" fmla="*/ 144 w 226"/>
                <a:gd name="T29" fmla="*/ 4 h 247"/>
                <a:gd name="T30" fmla="*/ 135 w 226"/>
                <a:gd name="T31" fmla="*/ 6 h 247"/>
                <a:gd name="T32" fmla="*/ 115 w 226"/>
                <a:gd name="T33" fmla="*/ 11 h 247"/>
                <a:gd name="T34" fmla="*/ 78 w 226"/>
                <a:gd name="T35" fmla="*/ 24 h 247"/>
                <a:gd name="T36" fmla="*/ 40 w 226"/>
                <a:gd name="T37" fmla="*/ 38 h 247"/>
                <a:gd name="T38" fmla="*/ 3 w 226"/>
                <a:gd name="T39" fmla="*/ 53 h 247"/>
                <a:gd name="T40" fmla="*/ 4 w 226"/>
                <a:gd name="T41" fmla="*/ 50 h 247"/>
                <a:gd name="T42" fmla="*/ 12 w 226"/>
                <a:gd name="T43" fmla="*/ 75 h 247"/>
                <a:gd name="T44" fmla="*/ 20 w 226"/>
                <a:gd name="T45" fmla="*/ 100 h 247"/>
                <a:gd name="T46" fmla="*/ 38 w 226"/>
                <a:gd name="T47" fmla="*/ 150 h 247"/>
                <a:gd name="T48" fmla="*/ 47 w 226"/>
                <a:gd name="T49" fmla="*/ 175 h 247"/>
                <a:gd name="T50" fmla="*/ 56 w 226"/>
                <a:gd name="T51" fmla="*/ 199 h 247"/>
                <a:gd name="T52" fmla="*/ 66 w 226"/>
                <a:gd name="T53" fmla="*/ 223 h 247"/>
                <a:gd name="T54" fmla="*/ 78 w 226"/>
                <a:gd name="T55" fmla="*/ 247 h 247"/>
                <a:gd name="T56" fmla="*/ 78 w 226"/>
                <a:gd name="T57" fmla="*/ 247 h 247"/>
                <a:gd name="T58" fmla="*/ 65 w 226"/>
                <a:gd name="T59" fmla="*/ 224 h 247"/>
                <a:gd name="T60" fmla="*/ 54 w 226"/>
                <a:gd name="T61" fmla="*/ 200 h 247"/>
                <a:gd name="T62" fmla="*/ 44 w 226"/>
                <a:gd name="T63" fmla="*/ 176 h 247"/>
                <a:gd name="T64" fmla="*/ 34 w 226"/>
                <a:gd name="T65" fmla="*/ 151 h 247"/>
                <a:gd name="T66" fmla="*/ 16 w 226"/>
                <a:gd name="T67" fmla="*/ 102 h 247"/>
                <a:gd name="T68" fmla="*/ 8 w 226"/>
                <a:gd name="T69" fmla="*/ 77 h 247"/>
                <a:gd name="T70" fmla="*/ 0 w 226"/>
                <a:gd name="T71" fmla="*/ 51 h 247"/>
                <a:gd name="T72" fmla="*/ 1 w 226"/>
                <a:gd name="T73" fmla="*/ 49 h 247"/>
                <a:gd name="T74" fmla="*/ 2 w 226"/>
                <a:gd name="T75" fmla="*/ 49 h 247"/>
                <a:gd name="T76" fmla="*/ 39 w 226"/>
                <a:gd name="T77" fmla="*/ 34 h 247"/>
                <a:gd name="T78" fmla="*/ 76 w 226"/>
                <a:gd name="T79" fmla="*/ 21 h 247"/>
                <a:gd name="T80" fmla="*/ 115 w 226"/>
                <a:gd name="T81" fmla="*/ 8 h 247"/>
                <a:gd name="T82" fmla="*/ 134 w 226"/>
                <a:gd name="T83" fmla="*/ 3 h 247"/>
                <a:gd name="T84" fmla="*/ 144 w 226"/>
                <a:gd name="T85" fmla="*/ 1 h 247"/>
                <a:gd name="T86" fmla="*/ 154 w 226"/>
                <a:gd name="T87" fmla="*/ 0 h 247"/>
                <a:gd name="T88" fmla="*/ 155 w 226"/>
                <a:gd name="T89" fmla="*/ 1 h 247"/>
                <a:gd name="T90" fmla="*/ 165 w 226"/>
                <a:gd name="T91" fmla="*/ 25 h 247"/>
                <a:gd name="T92" fmla="*/ 175 w 226"/>
                <a:gd name="T93" fmla="*/ 49 h 247"/>
                <a:gd name="T94" fmla="*/ 193 w 226"/>
                <a:gd name="T95" fmla="*/ 97 h 247"/>
                <a:gd name="T96" fmla="*/ 211 w 226"/>
                <a:gd name="T97" fmla="*/ 146 h 247"/>
                <a:gd name="T98" fmla="*/ 218 w 226"/>
                <a:gd name="T99" fmla="*/ 171 h 247"/>
                <a:gd name="T100" fmla="*/ 225 w 226"/>
                <a:gd name="T101" fmla="*/ 196 h 247"/>
                <a:gd name="T102" fmla="*/ 225 w 226"/>
                <a:gd name="T103" fmla="*/ 198 h 247"/>
                <a:gd name="T104" fmla="*/ 207 w 226"/>
                <a:gd name="T105" fmla="*/ 206 h 247"/>
                <a:gd name="T106" fmla="*/ 188 w 226"/>
                <a:gd name="T107" fmla="*/ 213 h 247"/>
                <a:gd name="T108" fmla="*/ 152 w 226"/>
                <a:gd name="T109" fmla="*/ 225 h 247"/>
                <a:gd name="T110" fmla="*/ 115 w 226"/>
                <a:gd name="T111" fmla="*/ 237 h 247"/>
                <a:gd name="T112" fmla="*/ 78 w 226"/>
                <a:gd name="T113" fmla="*/ 247 h 247"/>
                <a:gd name="T114" fmla="*/ 78 w 226"/>
                <a:gd name="T11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6" h="247">
                  <a:moveTo>
                    <a:pt x="78" y="247"/>
                  </a:moveTo>
                  <a:cubicBezTo>
                    <a:pt x="90" y="244"/>
                    <a:pt x="102" y="239"/>
                    <a:pt x="114" y="235"/>
                  </a:cubicBezTo>
                  <a:cubicBezTo>
                    <a:pt x="127" y="231"/>
                    <a:pt x="139" y="227"/>
                    <a:pt x="151" y="223"/>
                  </a:cubicBezTo>
                  <a:cubicBezTo>
                    <a:pt x="163" y="219"/>
                    <a:pt x="175" y="214"/>
                    <a:pt x="187" y="210"/>
                  </a:cubicBezTo>
                  <a:cubicBezTo>
                    <a:pt x="199" y="205"/>
                    <a:pt x="211" y="200"/>
                    <a:pt x="222" y="195"/>
                  </a:cubicBezTo>
                  <a:cubicBezTo>
                    <a:pt x="222" y="197"/>
                    <a:pt x="222" y="197"/>
                    <a:pt x="222" y="197"/>
                  </a:cubicBezTo>
                  <a:cubicBezTo>
                    <a:pt x="215" y="172"/>
                    <a:pt x="215" y="172"/>
                    <a:pt x="215" y="172"/>
                  </a:cubicBezTo>
                  <a:cubicBezTo>
                    <a:pt x="213" y="164"/>
                    <a:pt x="211" y="155"/>
                    <a:pt x="208" y="147"/>
                  </a:cubicBezTo>
                  <a:cubicBezTo>
                    <a:pt x="191" y="98"/>
                    <a:pt x="191" y="98"/>
                    <a:pt x="191" y="98"/>
                  </a:cubicBezTo>
                  <a:cubicBezTo>
                    <a:pt x="189" y="90"/>
                    <a:pt x="186" y="82"/>
                    <a:pt x="183" y="74"/>
                  </a:cubicBezTo>
                  <a:cubicBezTo>
                    <a:pt x="180" y="66"/>
                    <a:pt x="177" y="58"/>
                    <a:pt x="173" y="49"/>
                  </a:cubicBezTo>
                  <a:cubicBezTo>
                    <a:pt x="170" y="41"/>
                    <a:pt x="167" y="33"/>
                    <a:pt x="164" y="26"/>
                  </a:cubicBezTo>
                  <a:cubicBezTo>
                    <a:pt x="153" y="2"/>
                    <a:pt x="153" y="2"/>
                    <a:pt x="153" y="2"/>
                  </a:cubicBezTo>
                  <a:cubicBezTo>
                    <a:pt x="154" y="3"/>
                    <a:pt x="154" y="3"/>
                    <a:pt x="154" y="3"/>
                  </a:cubicBezTo>
                  <a:cubicBezTo>
                    <a:pt x="151" y="3"/>
                    <a:pt x="147" y="3"/>
                    <a:pt x="144" y="4"/>
                  </a:cubicBezTo>
                  <a:cubicBezTo>
                    <a:pt x="141" y="4"/>
                    <a:pt x="138" y="5"/>
                    <a:pt x="135" y="6"/>
                  </a:cubicBezTo>
                  <a:cubicBezTo>
                    <a:pt x="128" y="7"/>
                    <a:pt x="122" y="9"/>
                    <a:pt x="115" y="11"/>
                  </a:cubicBezTo>
                  <a:cubicBezTo>
                    <a:pt x="103" y="15"/>
                    <a:pt x="90" y="20"/>
                    <a:pt x="78" y="24"/>
                  </a:cubicBezTo>
                  <a:cubicBezTo>
                    <a:pt x="65" y="29"/>
                    <a:pt x="53" y="33"/>
                    <a:pt x="40" y="38"/>
                  </a:cubicBezTo>
                  <a:cubicBezTo>
                    <a:pt x="28" y="43"/>
                    <a:pt x="15" y="48"/>
                    <a:pt x="3" y="53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7" y="58"/>
                    <a:pt x="10" y="67"/>
                    <a:pt x="12" y="75"/>
                  </a:cubicBezTo>
                  <a:cubicBezTo>
                    <a:pt x="20" y="100"/>
                    <a:pt x="20" y="100"/>
                    <a:pt x="20" y="100"/>
                  </a:cubicBezTo>
                  <a:cubicBezTo>
                    <a:pt x="26" y="117"/>
                    <a:pt x="32" y="133"/>
                    <a:pt x="38" y="150"/>
                  </a:cubicBezTo>
                  <a:cubicBezTo>
                    <a:pt x="41" y="158"/>
                    <a:pt x="44" y="166"/>
                    <a:pt x="47" y="175"/>
                  </a:cubicBezTo>
                  <a:cubicBezTo>
                    <a:pt x="50" y="183"/>
                    <a:pt x="53" y="191"/>
                    <a:pt x="56" y="199"/>
                  </a:cubicBezTo>
                  <a:cubicBezTo>
                    <a:pt x="66" y="223"/>
                    <a:pt x="66" y="223"/>
                    <a:pt x="66" y="223"/>
                  </a:cubicBezTo>
                  <a:lnTo>
                    <a:pt x="78" y="247"/>
                  </a:lnTo>
                  <a:close/>
                  <a:moveTo>
                    <a:pt x="78" y="247"/>
                  </a:moveTo>
                  <a:cubicBezTo>
                    <a:pt x="65" y="224"/>
                    <a:pt x="65" y="224"/>
                    <a:pt x="65" y="224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0" y="192"/>
                    <a:pt x="47" y="184"/>
                    <a:pt x="44" y="176"/>
                  </a:cubicBezTo>
                  <a:cubicBezTo>
                    <a:pt x="41" y="167"/>
                    <a:pt x="37" y="159"/>
                    <a:pt x="34" y="151"/>
                  </a:cubicBezTo>
                  <a:cubicBezTo>
                    <a:pt x="28" y="135"/>
                    <a:pt x="22" y="118"/>
                    <a:pt x="16" y="102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6" y="68"/>
                    <a:pt x="3" y="60"/>
                    <a:pt x="0" y="51"/>
                  </a:cubicBezTo>
                  <a:cubicBezTo>
                    <a:pt x="0" y="50"/>
                    <a:pt x="1" y="49"/>
                    <a:pt x="1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4" y="44"/>
                    <a:pt x="26" y="39"/>
                    <a:pt x="39" y="34"/>
                  </a:cubicBezTo>
                  <a:cubicBezTo>
                    <a:pt x="51" y="30"/>
                    <a:pt x="64" y="25"/>
                    <a:pt x="76" y="21"/>
                  </a:cubicBezTo>
                  <a:cubicBezTo>
                    <a:pt x="89" y="16"/>
                    <a:pt x="102" y="12"/>
                    <a:pt x="115" y="8"/>
                  </a:cubicBezTo>
                  <a:cubicBezTo>
                    <a:pt x="121" y="6"/>
                    <a:pt x="127" y="5"/>
                    <a:pt x="134" y="3"/>
                  </a:cubicBezTo>
                  <a:cubicBezTo>
                    <a:pt x="137" y="2"/>
                    <a:pt x="140" y="2"/>
                    <a:pt x="144" y="1"/>
                  </a:cubicBezTo>
                  <a:cubicBezTo>
                    <a:pt x="147" y="0"/>
                    <a:pt x="151" y="0"/>
                    <a:pt x="154" y="0"/>
                  </a:cubicBezTo>
                  <a:cubicBezTo>
                    <a:pt x="154" y="0"/>
                    <a:pt x="155" y="1"/>
                    <a:pt x="155" y="1"/>
                  </a:cubicBezTo>
                  <a:cubicBezTo>
                    <a:pt x="165" y="25"/>
                    <a:pt x="165" y="25"/>
                    <a:pt x="165" y="25"/>
                  </a:cubicBezTo>
                  <a:cubicBezTo>
                    <a:pt x="169" y="33"/>
                    <a:pt x="172" y="41"/>
                    <a:pt x="175" y="49"/>
                  </a:cubicBezTo>
                  <a:cubicBezTo>
                    <a:pt x="181" y="65"/>
                    <a:pt x="187" y="81"/>
                    <a:pt x="193" y="97"/>
                  </a:cubicBezTo>
                  <a:cubicBezTo>
                    <a:pt x="211" y="146"/>
                    <a:pt x="211" y="146"/>
                    <a:pt x="211" y="146"/>
                  </a:cubicBezTo>
                  <a:cubicBezTo>
                    <a:pt x="214" y="154"/>
                    <a:pt x="216" y="163"/>
                    <a:pt x="218" y="171"/>
                  </a:cubicBezTo>
                  <a:cubicBezTo>
                    <a:pt x="225" y="196"/>
                    <a:pt x="225" y="196"/>
                    <a:pt x="225" y="196"/>
                  </a:cubicBezTo>
                  <a:cubicBezTo>
                    <a:pt x="226" y="197"/>
                    <a:pt x="225" y="198"/>
                    <a:pt x="225" y="198"/>
                  </a:cubicBezTo>
                  <a:cubicBezTo>
                    <a:pt x="219" y="201"/>
                    <a:pt x="213" y="204"/>
                    <a:pt x="207" y="206"/>
                  </a:cubicBezTo>
                  <a:cubicBezTo>
                    <a:pt x="201" y="208"/>
                    <a:pt x="194" y="211"/>
                    <a:pt x="188" y="213"/>
                  </a:cubicBezTo>
                  <a:cubicBezTo>
                    <a:pt x="176" y="217"/>
                    <a:pt x="164" y="221"/>
                    <a:pt x="152" y="225"/>
                  </a:cubicBezTo>
                  <a:cubicBezTo>
                    <a:pt x="140" y="229"/>
                    <a:pt x="127" y="234"/>
                    <a:pt x="115" y="237"/>
                  </a:cubicBezTo>
                  <a:cubicBezTo>
                    <a:pt x="103" y="241"/>
                    <a:pt x="90" y="245"/>
                    <a:pt x="78" y="247"/>
                  </a:cubicBezTo>
                  <a:cubicBezTo>
                    <a:pt x="78" y="247"/>
                    <a:pt x="78" y="247"/>
                    <a:pt x="78" y="247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1" name="Freeform 611">
              <a:extLst>
                <a:ext uri="{FF2B5EF4-FFF2-40B4-BE49-F238E27FC236}">
                  <a16:creationId xmlns:a16="http://schemas.microsoft.com/office/drawing/2014/main" id="{8A87067B-E387-8628-4145-B68B1C534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57888" y="2882901"/>
              <a:ext cx="331788" cy="188913"/>
            </a:xfrm>
            <a:custGeom>
              <a:avLst/>
              <a:gdLst>
                <a:gd name="T0" fmla="*/ 3 w 88"/>
                <a:gd name="T1" fmla="*/ 28 h 50"/>
                <a:gd name="T2" fmla="*/ 2 w 88"/>
                <a:gd name="T3" fmla="*/ 30 h 50"/>
                <a:gd name="T4" fmla="*/ 1 w 88"/>
                <a:gd name="T5" fmla="*/ 37 h 50"/>
                <a:gd name="T6" fmla="*/ 6 w 88"/>
                <a:gd name="T7" fmla="*/ 45 h 50"/>
                <a:gd name="T8" fmla="*/ 11 w 88"/>
                <a:gd name="T9" fmla="*/ 47 h 50"/>
                <a:gd name="T10" fmla="*/ 18 w 88"/>
                <a:gd name="T11" fmla="*/ 47 h 50"/>
                <a:gd name="T12" fmla="*/ 33 w 88"/>
                <a:gd name="T13" fmla="*/ 44 h 50"/>
                <a:gd name="T14" fmla="*/ 50 w 88"/>
                <a:gd name="T15" fmla="*/ 40 h 50"/>
                <a:gd name="T16" fmla="*/ 67 w 88"/>
                <a:gd name="T17" fmla="*/ 33 h 50"/>
                <a:gd name="T18" fmla="*/ 81 w 88"/>
                <a:gd name="T19" fmla="*/ 22 h 50"/>
                <a:gd name="T20" fmla="*/ 79 w 88"/>
                <a:gd name="T21" fmla="*/ 7 h 50"/>
                <a:gd name="T22" fmla="*/ 75 w 88"/>
                <a:gd name="T23" fmla="*/ 5 h 50"/>
                <a:gd name="T24" fmla="*/ 73 w 88"/>
                <a:gd name="T25" fmla="*/ 4 h 50"/>
                <a:gd name="T26" fmla="*/ 71 w 88"/>
                <a:gd name="T27" fmla="*/ 5 h 50"/>
                <a:gd name="T28" fmla="*/ 63 w 88"/>
                <a:gd name="T29" fmla="*/ 6 h 50"/>
                <a:gd name="T30" fmla="*/ 31 w 88"/>
                <a:gd name="T31" fmla="*/ 15 h 50"/>
                <a:gd name="T32" fmla="*/ 10 w 88"/>
                <a:gd name="T33" fmla="*/ 23 h 50"/>
                <a:gd name="T34" fmla="*/ 3 w 88"/>
                <a:gd name="T35" fmla="*/ 28 h 50"/>
                <a:gd name="T36" fmla="*/ 2 w 88"/>
                <a:gd name="T37" fmla="*/ 28 h 50"/>
                <a:gd name="T38" fmla="*/ 4 w 88"/>
                <a:gd name="T39" fmla="*/ 26 h 50"/>
                <a:gd name="T40" fmla="*/ 9 w 88"/>
                <a:gd name="T41" fmla="*/ 22 h 50"/>
                <a:gd name="T42" fmla="*/ 30 w 88"/>
                <a:gd name="T43" fmla="*/ 12 h 50"/>
                <a:gd name="T44" fmla="*/ 62 w 88"/>
                <a:gd name="T45" fmla="*/ 2 h 50"/>
                <a:gd name="T46" fmla="*/ 71 w 88"/>
                <a:gd name="T47" fmla="*/ 0 h 50"/>
                <a:gd name="T48" fmla="*/ 77 w 88"/>
                <a:gd name="T49" fmla="*/ 1 h 50"/>
                <a:gd name="T50" fmla="*/ 81 w 88"/>
                <a:gd name="T51" fmla="*/ 4 h 50"/>
                <a:gd name="T52" fmla="*/ 84 w 88"/>
                <a:gd name="T53" fmla="*/ 23 h 50"/>
                <a:gd name="T54" fmla="*/ 67 w 88"/>
                <a:gd name="T55" fmla="*/ 34 h 50"/>
                <a:gd name="T56" fmla="*/ 50 w 88"/>
                <a:gd name="T57" fmla="*/ 42 h 50"/>
                <a:gd name="T58" fmla="*/ 34 w 88"/>
                <a:gd name="T59" fmla="*/ 48 h 50"/>
                <a:gd name="T60" fmla="*/ 18 w 88"/>
                <a:gd name="T61" fmla="*/ 50 h 50"/>
                <a:gd name="T62" fmla="*/ 11 w 88"/>
                <a:gd name="T63" fmla="*/ 49 h 50"/>
                <a:gd name="T64" fmla="*/ 5 w 88"/>
                <a:gd name="T65" fmla="*/ 46 h 50"/>
                <a:gd name="T66" fmla="*/ 0 w 88"/>
                <a:gd name="T67" fmla="*/ 37 h 50"/>
                <a:gd name="T68" fmla="*/ 1 w 88"/>
                <a:gd name="T69" fmla="*/ 30 h 50"/>
                <a:gd name="T70" fmla="*/ 2 w 88"/>
                <a:gd name="T71" fmla="*/ 2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8" h="50">
                  <a:moveTo>
                    <a:pt x="3" y="28"/>
                  </a:moveTo>
                  <a:cubicBezTo>
                    <a:pt x="3" y="28"/>
                    <a:pt x="2" y="29"/>
                    <a:pt x="2" y="30"/>
                  </a:cubicBezTo>
                  <a:cubicBezTo>
                    <a:pt x="1" y="32"/>
                    <a:pt x="1" y="34"/>
                    <a:pt x="1" y="37"/>
                  </a:cubicBezTo>
                  <a:cubicBezTo>
                    <a:pt x="1" y="39"/>
                    <a:pt x="3" y="43"/>
                    <a:pt x="6" y="45"/>
                  </a:cubicBezTo>
                  <a:cubicBezTo>
                    <a:pt x="8" y="46"/>
                    <a:pt x="9" y="47"/>
                    <a:pt x="11" y="47"/>
                  </a:cubicBezTo>
                  <a:cubicBezTo>
                    <a:pt x="13" y="47"/>
                    <a:pt x="16" y="47"/>
                    <a:pt x="18" y="47"/>
                  </a:cubicBezTo>
                  <a:cubicBezTo>
                    <a:pt x="23" y="46"/>
                    <a:pt x="27" y="45"/>
                    <a:pt x="33" y="44"/>
                  </a:cubicBezTo>
                  <a:cubicBezTo>
                    <a:pt x="38" y="43"/>
                    <a:pt x="44" y="41"/>
                    <a:pt x="50" y="40"/>
                  </a:cubicBezTo>
                  <a:cubicBezTo>
                    <a:pt x="55" y="38"/>
                    <a:pt x="61" y="36"/>
                    <a:pt x="67" y="33"/>
                  </a:cubicBezTo>
                  <a:cubicBezTo>
                    <a:pt x="72" y="30"/>
                    <a:pt x="78" y="27"/>
                    <a:pt x="81" y="22"/>
                  </a:cubicBezTo>
                  <a:cubicBezTo>
                    <a:pt x="85" y="17"/>
                    <a:pt x="83" y="10"/>
                    <a:pt x="79" y="7"/>
                  </a:cubicBezTo>
                  <a:cubicBezTo>
                    <a:pt x="78" y="6"/>
                    <a:pt x="76" y="5"/>
                    <a:pt x="75" y="5"/>
                  </a:cubicBezTo>
                  <a:cubicBezTo>
                    <a:pt x="75" y="5"/>
                    <a:pt x="74" y="4"/>
                    <a:pt x="73" y="4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69" y="5"/>
                    <a:pt x="66" y="6"/>
                    <a:pt x="63" y="6"/>
                  </a:cubicBezTo>
                  <a:cubicBezTo>
                    <a:pt x="51" y="9"/>
                    <a:pt x="40" y="12"/>
                    <a:pt x="31" y="15"/>
                  </a:cubicBezTo>
                  <a:cubicBezTo>
                    <a:pt x="22" y="18"/>
                    <a:pt x="15" y="21"/>
                    <a:pt x="10" y="23"/>
                  </a:cubicBezTo>
                  <a:cubicBezTo>
                    <a:pt x="4" y="26"/>
                    <a:pt x="3" y="28"/>
                    <a:pt x="3" y="28"/>
                  </a:cubicBezTo>
                  <a:close/>
                  <a:moveTo>
                    <a:pt x="2" y="28"/>
                  </a:moveTo>
                  <a:cubicBezTo>
                    <a:pt x="2" y="28"/>
                    <a:pt x="3" y="27"/>
                    <a:pt x="4" y="26"/>
                  </a:cubicBezTo>
                  <a:cubicBezTo>
                    <a:pt x="5" y="25"/>
                    <a:pt x="7" y="24"/>
                    <a:pt x="9" y="22"/>
                  </a:cubicBezTo>
                  <a:cubicBezTo>
                    <a:pt x="14" y="20"/>
                    <a:pt x="21" y="16"/>
                    <a:pt x="30" y="12"/>
                  </a:cubicBezTo>
                  <a:cubicBezTo>
                    <a:pt x="39" y="8"/>
                    <a:pt x="50" y="5"/>
                    <a:pt x="62" y="2"/>
                  </a:cubicBezTo>
                  <a:cubicBezTo>
                    <a:pt x="65" y="1"/>
                    <a:pt x="68" y="1"/>
                    <a:pt x="71" y="0"/>
                  </a:cubicBezTo>
                  <a:cubicBezTo>
                    <a:pt x="73" y="0"/>
                    <a:pt x="75" y="0"/>
                    <a:pt x="77" y="1"/>
                  </a:cubicBezTo>
                  <a:cubicBezTo>
                    <a:pt x="78" y="2"/>
                    <a:pt x="80" y="3"/>
                    <a:pt x="81" y="4"/>
                  </a:cubicBezTo>
                  <a:cubicBezTo>
                    <a:pt x="87" y="9"/>
                    <a:pt x="88" y="18"/>
                    <a:pt x="84" y="23"/>
                  </a:cubicBezTo>
                  <a:cubicBezTo>
                    <a:pt x="79" y="29"/>
                    <a:pt x="73" y="32"/>
                    <a:pt x="67" y="34"/>
                  </a:cubicBezTo>
                  <a:cubicBezTo>
                    <a:pt x="62" y="37"/>
                    <a:pt x="56" y="40"/>
                    <a:pt x="50" y="42"/>
                  </a:cubicBezTo>
                  <a:cubicBezTo>
                    <a:pt x="45" y="44"/>
                    <a:pt x="39" y="46"/>
                    <a:pt x="34" y="48"/>
                  </a:cubicBezTo>
                  <a:cubicBezTo>
                    <a:pt x="28" y="49"/>
                    <a:pt x="23" y="50"/>
                    <a:pt x="18" y="50"/>
                  </a:cubicBezTo>
                  <a:cubicBezTo>
                    <a:pt x="15" y="50"/>
                    <a:pt x="13" y="50"/>
                    <a:pt x="11" y="49"/>
                  </a:cubicBezTo>
                  <a:cubicBezTo>
                    <a:pt x="8" y="49"/>
                    <a:pt x="6" y="48"/>
                    <a:pt x="5" y="46"/>
                  </a:cubicBezTo>
                  <a:cubicBezTo>
                    <a:pt x="2" y="43"/>
                    <a:pt x="1" y="40"/>
                    <a:pt x="0" y="37"/>
                  </a:cubicBezTo>
                  <a:cubicBezTo>
                    <a:pt x="0" y="34"/>
                    <a:pt x="1" y="32"/>
                    <a:pt x="1" y="30"/>
                  </a:cubicBezTo>
                  <a:cubicBezTo>
                    <a:pt x="2" y="29"/>
                    <a:pt x="2" y="28"/>
                    <a:pt x="2" y="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2" name="Freeform 612">
              <a:extLst>
                <a:ext uri="{FF2B5EF4-FFF2-40B4-BE49-F238E27FC236}">
                  <a16:creationId xmlns:a16="http://schemas.microsoft.com/office/drawing/2014/main" id="{7493A0C7-EA8D-2216-52A4-DC193AA85401}"/>
                </a:ext>
              </a:extLst>
            </p:cNvPr>
            <p:cNvSpPr/>
            <p:nvPr/>
          </p:nvSpPr>
          <p:spPr bwMode="auto">
            <a:xfrm>
              <a:off x="6034088" y="2867026"/>
              <a:ext cx="123825" cy="95250"/>
            </a:xfrm>
            <a:custGeom>
              <a:avLst/>
              <a:gdLst>
                <a:gd name="T0" fmla="*/ 2 w 33"/>
                <a:gd name="T1" fmla="*/ 25 h 25"/>
                <a:gd name="T2" fmla="*/ 1 w 33"/>
                <a:gd name="T3" fmla="*/ 23 h 25"/>
                <a:gd name="T4" fmla="*/ 0 w 33"/>
                <a:gd name="T5" fmla="*/ 16 h 25"/>
                <a:gd name="T6" fmla="*/ 0 w 33"/>
                <a:gd name="T7" fmla="*/ 12 h 25"/>
                <a:gd name="T8" fmla="*/ 3 w 33"/>
                <a:gd name="T9" fmla="*/ 8 h 25"/>
                <a:gd name="T10" fmla="*/ 7 w 33"/>
                <a:gd name="T11" fmla="*/ 4 h 25"/>
                <a:gd name="T12" fmla="*/ 11 w 33"/>
                <a:gd name="T13" fmla="*/ 1 h 25"/>
                <a:gd name="T14" fmla="*/ 17 w 33"/>
                <a:gd name="T15" fmla="*/ 0 h 25"/>
                <a:gd name="T16" fmla="*/ 22 w 33"/>
                <a:gd name="T17" fmla="*/ 1 h 25"/>
                <a:gd name="T18" fmla="*/ 27 w 33"/>
                <a:gd name="T19" fmla="*/ 3 h 25"/>
                <a:gd name="T20" fmla="*/ 30 w 33"/>
                <a:gd name="T21" fmla="*/ 7 h 25"/>
                <a:gd name="T22" fmla="*/ 32 w 33"/>
                <a:gd name="T23" fmla="*/ 13 h 25"/>
                <a:gd name="T24" fmla="*/ 33 w 33"/>
                <a:gd name="T25" fmla="*/ 15 h 25"/>
                <a:gd name="T26" fmla="*/ 33 w 33"/>
                <a:gd name="T27" fmla="*/ 15 h 25"/>
                <a:gd name="T28" fmla="*/ 33 w 33"/>
                <a:gd name="T29" fmla="*/ 15 h 25"/>
                <a:gd name="T30" fmla="*/ 27 w 33"/>
                <a:gd name="T31" fmla="*/ 9 h 25"/>
                <a:gd name="T32" fmla="*/ 21 w 33"/>
                <a:gd name="T33" fmla="*/ 5 h 25"/>
                <a:gd name="T34" fmla="*/ 17 w 33"/>
                <a:gd name="T35" fmla="*/ 4 h 25"/>
                <a:gd name="T36" fmla="*/ 12 w 33"/>
                <a:gd name="T37" fmla="*/ 4 h 25"/>
                <a:gd name="T38" fmla="*/ 8 w 33"/>
                <a:gd name="T39" fmla="*/ 5 h 25"/>
                <a:gd name="T40" fmla="*/ 5 w 33"/>
                <a:gd name="T41" fmla="*/ 9 h 25"/>
                <a:gd name="T42" fmla="*/ 3 w 33"/>
                <a:gd name="T43" fmla="*/ 16 h 25"/>
                <a:gd name="T44" fmla="*/ 3 w 33"/>
                <a:gd name="T45" fmla="*/ 22 h 25"/>
                <a:gd name="T46" fmla="*/ 3 w 33"/>
                <a:gd name="T47" fmla="*/ 25 h 25"/>
                <a:gd name="T48" fmla="*/ 3 w 33"/>
                <a:gd name="T49" fmla="*/ 25 h 25"/>
                <a:gd name="T50" fmla="*/ 2 w 33"/>
                <a:gd name="T5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3" h="25">
                  <a:moveTo>
                    <a:pt x="2" y="25"/>
                  </a:moveTo>
                  <a:cubicBezTo>
                    <a:pt x="2" y="25"/>
                    <a:pt x="2" y="24"/>
                    <a:pt x="1" y="23"/>
                  </a:cubicBezTo>
                  <a:cubicBezTo>
                    <a:pt x="1" y="21"/>
                    <a:pt x="0" y="19"/>
                    <a:pt x="0" y="16"/>
                  </a:cubicBezTo>
                  <a:cubicBezTo>
                    <a:pt x="0" y="15"/>
                    <a:pt x="0" y="13"/>
                    <a:pt x="0" y="12"/>
                  </a:cubicBezTo>
                  <a:cubicBezTo>
                    <a:pt x="1" y="10"/>
                    <a:pt x="2" y="9"/>
                    <a:pt x="3" y="8"/>
                  </a:cubicBezTo>
                  <a:cubicBezTo>
                    <a:pt x="4" y="6"/>
                    <a:pt x="5" y="5"/>
                    <a:pt x="7" y="4"/>
                  </a:cubicBezTo>
                  <a:cubicBezTo>
                    <a:pt x="8" y="3"/>
                    <a:pt x="10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19" y="0"/>
                    <a:pt x="21" y="0"/>
                    <a:pt x="22" y="1"/>
                  </a:cubicBezTo>
                  <a:cubicBezTo>
                    <a:pt x="24" y="1"/>
                    <a:pt x="25" y="2"/>
                    <a:pt x="27" y="3"/>
                  </a:cubicBezTo>
                  <a:cubicBezTo>
                    <a:pt x="28" y="4"/>
                    <a:pt x="29" y="6"/>
                    <a:pt x="30" y="7"/>
                  </a:cubicBezTo>
                  <a:cubicBezTo>
                    <a:pt x="31" y="9"/>
                    <a:pt x="32" y="11"/>
                    <a:pt x="32" y="13"/>
                  </a:cubicBezTo>
                  <a:cubicBezTo>
                    <a:pt x="33" y="14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0" y="12"/>
                    <a:pt x="27" y="9"/>
                  </a:cubicBezTo>
                  <a:cubicBezTo>
                    <a:pt x="25" y="8"/>
                    <a:pt x="23" y="6"/>
                    <a:pt x="21" y="5"/>
                  </a:cubicBezTo>
                  <a:cubicBezTo>
                    <a:pt x="19" y="4"/>
                    <a:pt x="18" y="4"/>
                    <a:pt x="17" y="4"/>
                  </a:cubicBezTo>
                  <a:cubicBezTo>
                    <a:pt x="16" y="3"/>
                    <a:pt x="13" y="4"/>
                    <a:pt x="12" y="4"/>
                  </a:cubicBezTo>
                  <a:cubicBezTo>
                    <a:pt x="11" y="4"/>
                    <a:pt x="9" y="4"/>
                    <a:pt x="8" y="5"/>
                  </a:cubicBezTo>
                  <a:cubicBezTo>
                    <a:pt x="6" y="6"/>
                    <a:pt x="6" y="8"/>
                    <a:pt x="5" y="9"/>
                  </a:cubicBezTo>
                  <a:cubicBezTo>
                    <a:pt x="4" y="12"/>
                    <a:pt x="4" y="14"/>
                    <a:pt x="3" y="16"/>
                  </a:cubicBezTo>
                  <a:cubicBezTo>
                    <a:pt x="3" y="19"/>
                    <a:pt x="3" y="21"/>
                    <a:pt x="3" y="22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2" y="25"/>
                    <a:pt x="2" y="25"/>
                    <a:pt x="2" y="25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3" name="Freeform 613">
              <a:extLst>
                <a:ext uri="{FF2B5EF4-FFF2-40B4-BE49-F238E27FC236}">
                  <a16:creationId xmlns:a16="http://schemas.microsoft.com/office/drawing/2014/main" id="{0D93ACF0-5AA6-A278-2DB8-550F66744B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9163" y="3181351"/>
              <a:ext cx="117475" cy="144463"/>
            </a:xfrm>
            <a:custGeom>
              <a:avLst/>
              <a:gdLst>
                <a:gd name="T0" fmla="*/ 0 w 31"/>
                <a:gd name="T1" fmla="*/ 8 h 38"/>
                <a:gd name="T2" fmla="*/ 1 w 31"/>
                <a:gd name="T3" fmla="*/ 12 h 38"/>
                <a:gd name="T4" fmla="*/ 1 w 31"/>
                <a:gd name="T5" fmla="*/ 16 h 38"/>
                <a:gd name="T6" fmla="*/ 4 w 31"/>
                <a:gd name="T7" fmla="*/ 23 h 38"/>
                <a:gd name="T8" fmla="*/ 9 w 31"/>
                <a:gd name="T9" fmla="*/ 37 h 38"/>
                <a:gd name="T10" fmla="*/ 8 w 31"/>
                <a:gd name="T11" fmla="*/ 36 h 38"/>
                <a:gd name="T12" fmla="*/ 20 w 31"/>
                <a:gd name="T13" fmla="*/ 33 h 38"/>
                <a:gd name="T14" fmla="*/ 25 w 31"/>
                <a:gd name="T15" fmla="*/ 30 h 38"/>
                <a:gd name="T16" fmla="*/ 29 w 31"/>
                <a:gd name="T17" fmla="*/ 27 h 38"/>
                <a:gd name="T18" fmla="*/ 29 w 31"/>
                <a:gd name="T19" fmla="*/ 28 h 38"/>
                <a:gd name="T20" fmla="*/ 26 w 31"/>
                <a:gd name="T21" fmla="*/ 14 h 38"/>
                <a:gd name="T22" fmla="*/ 23 w 31"/>
                <a:gd name="T23" fmla="*/ 7 h 38"/>
                <a:gd name="T24" fmla="*/ 20 w 31"/>
                <a:gd name="T25" fmla="*/ 1 h 38"/>
                <a:gd name="T26" fmla="*/ 20 w 31"/>
                <a:gd name="T27" fmla="*/ 1 h 38"/>
                <a:gd name="T28" fmla="*/ 0 w 31"/>
                <a:gd name="T29" fmla="*/ 8 h 38"/>
                <a:gd name="T30" fmla="*/ 0 w 31"/>
                <a:gd name="T31" fmla="*/ 8 h 38"/>
                <a:gd name="T32" fmla="*/ 20 w 31"/>
                <a:gd name="T33" fmla="*/ 0 h 38"/>
                <a:gd name="T34" fmla="*/ 21 w 31"/>
                <a:gd name="T35" fmla="*/ 0 h 38"/>
                <a:gd name="T36" fmla="*/ 24 w 31"/>
                <a:gd name="T37" fmla="*/ 6 h 38"/>
                <a:gd name="T38" fmla="*/ 27 w 31"/>
                <a:gd name="T39" fmla="*/ 13 h 38"/>
                <a:gd name="T40" fmla="*/ 31 w 31"/>
                <a:gd name="T41" fmla="*/ 28 h 38"/>
                <a:gd name="T42" fmla="*/ 31 w 31"/>
                <a:gd name="T43" fmla="*/ 28 h 38"/>
                <a:gd name="T44" fmla="*/ 26 w 31"/>
                <a:gd name="T45" fmla="*/ 32 h 38"/>
                <a:gd name="T46" fmla="*/ 20 w 31"/>
                <a:gd name="T47" fmla="*/ 34 h 38"/>
                <a:gd name="T48" fmla="*/ 9 w 31"/>
                <a:gd name="T49" fmla="*/ 38 h 38"/>
                <a:gd name="T50" fmla="*/ 8 w 31"/>
                <a:gd name="T51" fmla="*/ 37 h 38"/>
                <a:gd name="T52" fmla="*/ 3 w 31"/>
                <a:gd name="T53" fmla="*/ 23 h 38"/>
                <a:gd name="T54" fmla="*/ 1 w 31"/>
                <a:gd name="T55" fmla="*/ 16 h 38"/>
                <a:gd name="T56" fmla="*/ 0 w 31"/>
                <a:gd name="T57" fmla="*/ 12 h 38"/>
                <a:gd name="T58" fmla="*/ 0 w 31"/>
                <a:gd name="T59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" h="38">
                  <a:moveTo>
                    <a:pt x="0" y="8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4"/>
                    <a:pt x="1" y="16"/>
                  </a:cubicBezTo>
                  <a:cubicBezTo>
                    <a:pt x="2" y="18"/>
                    <a:pt x="3" y="20"/>
                    <a:pt x="4" y="23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2" y="35"/>
                    <a:pt x="16" y="34"/>
                    <a:pt x="20" y="33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8" y="23"/>
                    <a:pt x="27" y="18"/>
                    <a:pt x="26" y="14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2" y="5"/>
                    <a:pt x="21" y="3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3"/>
                    <a:pt x="7" y="5"/>
                    <a:pt x="0" y="8"/>
                  </a:cubicBezTo>
                  <a:close/>
                  <a:moveTo>
                    <a:pt x="0" y="8"/>
                  </a:moveTo>
                  <a:cubicBezTo>
                    <a:pt x="7" y="5"/>
                    <a:pt x="13" y="2"/>
                    <a:pt x="20" y="0"/>
                  </a:cubicBezTo>
                  <a:cubicBezTo>
                    <a:pt x="20" y="0"/>
                    <a:pt x="20" y="0"/>
                    <a:pt x="21" y="0"/>
                  </a:cubicBezTo>
                  <a:cubicBezTo>
                    <a:pt x="22" y="2"/>
                    <a:pt x="23" y="4"/>
                    <a:pt x="24" y="6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9" y="18"/>
                    <a:pt x="30" y="23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29" y="30"/>
                    <a:pt x="27" y="31"/>
                    <a:pt x="26" y="32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6" y="36"/>
                    <a:pt x="13" y="37"/>
                    <a:pt x="9" y="38"/>
                  </a:cubicBezTo>
                  <a:cubicBezTo>
                    <a:pt x="8" y="38"/>
                    <a:pt x="8" y="38"/>
                    <a:pt x="8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2" y="21"/>
                    <a:pt x="1" y="18"/>
                    <a:pt x="1" y="16"/>
                  </a:cubicBezTo>
                  <a:cubicBezTo>
                    <a:pt x="0" y="14"/>
                    <a:pt x="0" y="13"/>
                    <a:pt x="0" y="12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4" name="Freeform 614">
              <a:extLst>
                <a:ext uri="{FF2B5EF4-FFF2-40B4-BE49-F238E27FC236}">
                  <a16:creationId xmlns:a16="http://schemas.microsoft.com/office/drawing/2014/main" id="{3002DB86-39B9-35FC-D8CF-15C3AE3D4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7426" y="3386138"/>
              <a:ext cx="117475" cy="142875"/>
            </a:xfrm>
            <a:custGeom>
              <a:avLst/>
              <a:gdLst>
                <a:gd name="T0" fmla="*/ 0 w 31"/>
                <a:gd name="T1" fmla="*/ 8 h 38"/>
                <a:gd name="T2" fmla="*/ 1 w 31"/>
                <a:gd name="T3" fmla="*/ 12 h 38"/>
                <a:gd name="T4" fmla="*/ 1 w 31"/>
                <a:gd name="T5" fmla="*/ 16 h 38"/>
                <a:gd name="T6" fmla="*/ 4 w 31"/>
                <a:gd name="T7" fmla="*/ 23 h 38"/>
                <a:gd name="T8" fmla="*/ 9 w 31"/>
                <a:gd name="T9" fmla="*/ 37 h 38"/>
                <a:gd name="T10" fmla="*/ 8 w 31"/>
                <a:gd name="T11" fmla="*/ 36 h 38"/>
                <a:gd name="T12" fmla="*/ 19 w 31"/>
                <a:gd name="T13" fmla="*/ 33 h 38"/>
                <a:gd name="T14" fmla="*/ 25 w 31"/>
                <a:gd name="T15" fmla="*/ 31 h 38"/>
                <a:gd name="T16" fmla="*/ 29 w 31"/>
                <a:gd name="T17" fmla="*/ 27 h 38"/>
                <a:gd name="T18" fmla="*/ 29 w 31"/>
                <a:gd name="T19" fmla="*/ 28 h 38"/>
                <a:gd name="T20" fmla="*/ 26 w 31"/>
                <a:gd name="T21" fmla="*/ 14 h 38"/>
                <a:gd name="T22" fmla="*/ 23 w 31"/>
                <a:gd name="T23" fmla="*/ 7 h 38"/>
                <a:gd name="T24" fmla="*/ 20 w 31"/>
                <a:gd name="T25" fmla="*/ 1 h 38"/>
                <a:gd name="T26" fmla="*/ 20 w 31"/>
                <a:gd name="T27" fmla="*/ 1 h 38"/>
                <a:gd name="T28" fmla="*/ 0 w 31"/>
                <a:gd name="T29" fmla="*/ 8 h 38"/>
                <a:gd name="T30" fmla="*/ 0 w 31"/>
                <a:gd name="T31" fmla="*/ 8 h 38"/>
                <a:gd name="T32" fmla="*/ 20 w 31"/>
                <a:gd name="T33" fmla="*/ 0 h 38"/>
                <a:gd name="T34" fmla="*/ 21 w 31"/>
                <a:gd name="T35" fmla="*/ 0 h 38"/>
                <a:gd name="T36" fmla="*/ 25 w 31"/>
                <a:gd name="T37" fmla="*/ 7 h 38"/>
                <a:gd name="T38" fmla="*/ 27 w 31"/>
                <a:gd name="T39" fmla="*/ 14 h 38"/>
                <a:gd name="T40" fmla="*/ 31 w 31"/>
                <a:gd name="T41" fmla="*/ 28 h 38"/>
                <a:gd name="T42" fmla="*/ 31 w 31"/>
                <a:gd name="T43" fmla="*/ 29 h 38"/>
                <a:gd name="T44" fmla="*/ 26 w 31"/>
                <a:gd name="T45" fmla="*/ 32 h 38"/>
                <a:gd name="T46" fmla="*/ 20 w 31"/>
                <a:gd name="T47" fmla="*/ 35 h 38"/>
                <a:gd name="T48" fmla="*/ 9 w 31"/>
                <a:gd name="T49" fmla="*/ 38 h 38"/>
                <a:gd name="T50" fmla="*/ 8 w 31"/>
                <a:gd name="T51" fmla="*/ 37 h 38"/>
                <a:gd name="T52" fmla="*/ 3 w 31"/>
                <a:gd name="T53" fmla="*/ 23 h 38"/>
                <a:gd name="T54" fmla="*/ 1 w 31"/>
                <a:gd name="T55" fmla="*/ 16 h 38"/>
                <a:gd name="T56" fmla="*/ 0 w 31"/>
                <a:gd name="T57" fmla="*/ 12 h 38"/>
                <a:gd name="T58" fmla="*/ 0 w 31"/>
                <a:gd name="T59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" h="38">
                  <a:moveTo>
                    <a:pt x="0" y="8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4"/>
                    <a:pt x="1" y="16"/>
                  </a:cubicBezTo>
                  <a:cubicBezTo>
                    <a:pt x="2" y="18"/>
                    <a:pt x="3" y="20"/>
                    <a:pt x="4" y="23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2" y="36"/>
                    <a:pt x="16" y="34"/>
                    <a:pt x="19" y="33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8" y="23"/>
                    <a:pt x="27" y="19"/>
                    <a:pt x="26" y="14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2" y="5"/>
                    <a:pt x="21" y="3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3"/>
                    <a:pt x="7" y="6"/>
                    <a:pt x="0" y="8"/>
                  </a:cubicBezTo>
                  <a:close/>
                  <a:moveTo>
                    <a:pt x="0" y="8"/>
                  </a:moveTo>
                  <a:cubicBezTo>
                    <a:pt x="7" y="5"/>
                    <a:pt x="13" y="2"/>
                    <a:pt x="20" y="0"/>
                  </a:cubicBezTo>
                  <a:cubicBezTo>
                    <a:pt x="20" y="0"/>
                    <a:pt x="21" y="0"/>
                    <a:pt x="21" y="0"/>
                  </a:cubicBezTo>
                  <a:cubicBezTo>
                    <a:pt x="22" y="2"/>
                    <a:pt x="23" y="5"/>
                    <a:pt x="25" y="7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9" y="18"/>
                    <a:pt x="30" y="23"/>
                    <a:pt x="31" y="28"/>
                  </a:cubicBezTo>
                  <a:cubicBezTo>
                    <a:pt x="31" y="28"/>
                    <a:pt x="31" y="29"/>
                    <a:pt x="31" y="29"/>
                  </a:cubicBezTo>
                  <a:cubicBezTo>
                    <a:pt x="29" y="30"/>
                    <a:pt x="27" y="31"/>
                    <a:pt x="26" y="32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6" y="36"/>
                    <a:pt x="12" y="37"/>
                    <a:pt x="9" y="38"/>
                  </a:cubicBezTo>
                  <a:cubicBezTo>
                    <a:pt x="8" y="38"/>
                    <a:pt x="8" y="38"/>
                    <a:pt x="8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2" y="21"/>
                    <a:pt x="1" y="18"/>
                    <a:pt x="1" y="16"/>
                  </a:cubicBezTo>
                  <a:cubicBezTo>
                    <a:pt x="0" y="14"/>
                    <a:pt x="0" y="13"/>
                    <a:pt x="0" y="12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5" name="Freeform 615">
              <a:extLst>
                <a:ext uri="{FF2B5EF4-FFF2-40B4-BE49-F238E27FC236}">
                  <a16:creationId xmlns:a16="http://schemas.microsoft.com/office/drawing/2014/main" id="{4E32DC4E-D805-F656-409D-0D8739D3B4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3626" y="3575051"/>
              <a:ext cx="115888" cy="142875"/>
            </a:xfrm>
            <a:custGeom>
              <a:avLst/>
              <a:gdLst>
                <a:gd name="T0" fmla="*/ 0 w 31"/>
                <a:gd name="T1" fmla="*/ 8 h 38"/>
                <a:gd name="T2" fmla="*/ 1 w 31"/>
                <a:gd name="T3" fmla="*/ 12 h 38"/>
                <a:gd name="T4" fmla="*/ 1 w 31"/>
                <a:gd name="T5" fmla="*/ 15 h 38"/>
                <a:gd name="T6" fmla="*/ 4 w 31"/>
                <a:gd name="T7" fmla="*/ 23 h 38"/>
                <a:gd name="T8" fmla="*/ 9 w 31"/>
                <a:gd name="T9" fmla="*/ 37 h 38"/>
                <a:gd name="T10" fmla="*/ 9 w 31"/>
                <a:gd name="T11" fmla="*/ 36 h 38"/>
                <a:gd name="T12" fmla="*/ 20 w 31"/>
                <a:gd name="T13" fmla="*/ 33 h 38"/>
                <a:gd name="T14" fmla="*/ 25 w 31"/>
                <a:gd name="T15" fmla="*/ 30 h 38"/>
                <a:gd name="T16" fmla="*/ 30 w 31"/>
                <a:gd name="T17" fmla="*/ 27 h 38"/>
                <a:gd name="T18" fmla="*/ 29 w 31"/>
                <a:gd name="T19" fmla="*/ 28 h 38"/>
                <a:gd name="T20" fmla="*/ 26 w 31"/>
                <a:gd name="T21" fmla="*/ 14 h 38"/>
                <a:gd name="T22" fmla="*/ 23 w 31"/>
                <a:gd name="T23" fmla="*/ 7 h 38"/>
                <a:gd name="T24" fmla="*/ 20 w 31"/>
                <a:gd name="T25" fmla="*/ 1 h 38"/>
                <a:gd name="T26" fmla="*/ 20 w 31"/>
                <a:gd name="T27" fmla="*/ 1 h 38"/>
                <a:gd name="T28" fmla="*/ 0 w 31"/>
                <a:gd name="T29" fmla="*/ 8 h 38"/>
                <a:gd name="T30" fmla="*/ 0 w 31"/>
                <a:gd name="T31" fmla="*/ 8 h 38"/>
                <a:gd name="T32" fmla="*/ 20 w 31"/>
                <a:gd name="T33" fmla="*/ 0 h 38"/>
                <a:gd name="T34" fmla="*/ 21 w 31"/>
                <a:gd name="T35" fmla="*/ 0 h 38"/>
                <a:gd name="T36" fmla="*/ 25 w 31"/>
                <a:gd name="T37" fmla="*/ 6 h 38"/>
                <a:gd name="T38" fmla="*/ 27 w 31"/>
                <a:gd name="T39" fmla="*/ 13 h 38"/>
                <a:gd name="T40" fmla="*/ 31 w 31"/>
                <a:gd name="T41" fmla="*/ 28 h 38"/>
                <a:gd name="T42" fmla="*/ 31 w 31"/>
                <a:gd name="T43" fmla="*/ 28 h 38"/>
                <a:gd name="T44" fmla="*/ 26 w 31"/>
                <a:gd name="T45" fmla="*/ 32 h 38"/>
                <a:gd name="T46" fmla="*/ 20 w 31"/>
                <a:gd name="T47" fmla="*/ 34 h 38"/>
                <a:gd name="T48" fmla="*/ 9 w 31"/>
                <a:gd name="T49" fmla="*/ 38 h 38"/>
                <a:gd name="T50" fmla="*/ 8 w 31"/>
                <a:gd name="T51" fmla="*/ 37 h 38"/>
                <a:gd name="T52" fmla="*/ 3 w 31"/>
                <a:gd name="T53" fmla="*/ 23 h 38"/>
                <a:gd name="T54" fmla="*/ 1 w 31"/>
                <a:gd name="T55" fmla="*/ 16 h 38"/>
                <a:gd name="T56" fmla="*/ 0 w 31"/>
                <a:gd name="T57" fmla="*/ 12 h 38"/>
                <a:gd name="T58" fmla="*/ 0 w 31"/>
                <a:gd name="T59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" h="38">
                  <a:moveTo>
                    <a:pt x="0" y="8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4"/>
                    <a:pt x="1" y="15"/>
                  </a:cubicBezTo>
                  <a:cubicBezTo>
                    <a:pt x="2" y="18"/>
                    <a:pt x="3" y="20"/>
                    <a:pt x="4" y="23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12" y="35"/>
                    <a:pt x="16" y="34"/>
                    <a:pt x="20" y="33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3"/>
                    <a:pt x="27" y="18"/>
                    <a:pt x="26" y="14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2" y="5"/>
                    <a:pt x="21" y="3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3"/>
                    <a:pt x="7" y="5"/>
                    <a:pt x="0" y="8"/>
                  </a:cubicBezTo>
                  <a:close/>
                  <a:moveTo>
                    <a:pt x="0" y="8"/>
                  </a:moveTo>
                  <a:cubicBezTo>
                    <a:pt x="7" y="5"/>
                    <a:pt x="13" y="2"/>
                    <a:pt x="20" y="0"/>
                  </a:cubicBezTo>
                  <a:cubicBezTo>
                    <a:pt x="20" y="0"/>
                    <a:pt x="21" y="0"/>
                    <a:pt x="21" y="0"/>
                  </a:cubicBezTo>
                  <a:cubicBezTo>
                    <a:pt x="22" y="2"/>
                    <a:pt x="23" y="4"/>
                    <a:pt x="25" y="6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9" y="18"/>
                    <a:pt x="30" y="23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29" y="30"/>
                    <a:pt x="27" y="31"/>
                    <a:pt x="26" y="32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7" y="36"/>
                    <a:pt x="13" y="37"/>
                    <a:pt x="9" y="38"/>
                  </a:cubicBezTo>
                  <a:cubicBezTo>
                    <a:pt x="9" y="38"/>
                    <a:pt x="8" y="37"/>
                    <a:pt x="8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2" y="21"/>
                    <a:pt x="2" y="18"/>
                    <a:pt x="1" y="16"/>
                  </a:cubicBezTo>
                  <a:cubicBezTo>
                    <a:pt x="0" y="14"/>
                    <a:pt x="1" y="13"/>
                    <a:pt x="0" y="12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6" name="Freeform 616">
              <a:extLst>
                <a:ext uri="{FF2B5EF4-FFF2-40B4-BE49-F238E27FC236}">
                  <a16:creationId xmlns:a16="http://schemas.microsoft.com/office/drawing/2014/main" id="{740AB8C7-4A81-73C3-56BE-68486234A7AA}"/>
                </a:ext>
              </a:extLst>
            </p:cNvPr>
            <p:cNvSpPr/>
            <p:nvPr/>
          </p:nvSpPr>
          <p:spPr bwMode="auto">
            <a:xfrm>
              <a:off x="6154738" y="3079751"/>
              <a:ext cx="233363" cy="79375"/>
            </a:xfrm>
            <a:custGeom>
              <a:avLst/>
              <a:gdLst>
                <a:gd name="T0" fmla="*/ 0 w 62"/>
                <a:gd name="T1" fmla="*/ 21 h 21"/>
                <a:gd name="T2" fmla="*/ 10 w 62"/>
                <a:gd name="T3" fmla="*/ 19 h 21"/>
                <a:gd name="T4" fmla="*/ 32 w 62"/>
                <a:gd name="T5" fmla="*/ 12 h 21"/>
                <a:gd name="T6" fmla="*/ 53 w 62"/>
                <a:gd name="T7" fmla="*/ 4 h 21"/>
                <a:gd name="T8" fmla="*/ 60 w 62"/>
                <a:gd name="T9" fmla="*/ 1 h 21"/>
                <a:gd name="T10" fmla="*/ 62 w 62"/>
                <a:gd name="T11" fmla="*/ 0 h 21"/>
                <a:gd name="T12" fmla="*/ 60 w 62"/>
                <a:gd name="T13" fmla="*/ 2 h 21"/>
                <a:gd name="T14" fmla="*/ 53 w 62"/>
                <a:gd name="T15" fmla="*/ 5 h 21"/>
                <a:gd name="T16" fmla="*/ 32 w 62"/>
                <a:gd name="T17" fmla="*/ 13 h 21"/>
                <a:gd name="T18" fmla="*/ 10 w 62"/>
                <a:gd name="T19" fmla="*/ 20 h 21"/>
                <a:gd name="T20" fmla="*/ 3 w 62"/>
                <a:gd name="T21" fmla="*/ 21 h 21"/>
                <a:gd name="T22" fmla="*/ 0 w 62"/>
                <a:gd name="T2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2" h="21">
                  <a:moveTo>
                    <a:pt x="0" y="21"/>
                  </a:moveTo>
                  <a:cubicBezTo>
                    <a:pt x="0" y="21"/>
                    <a:pt x="4" y="20"/>
                    <a:pt x="10" y="19"/>
                  </a:cubicBezTo>
                  <a:cubicBezTo>
                    <a:pt x="16" y="17"/>
                    <a:pt x="24" y="14"/>
                    <a:pt x="32" y="12"/>
                  </a:cubicBezTo>
                  <a:cubicBezTo>
                    <a:pt x="40" y="9"/>
                    <a:pt x="47" y="6"/>
                    <a:pt x="53" y="4"/>
                  </a:cubicBezTo>
                  <a:cubicBezTo>
                    <a:pt x="56" y="3"/>
                    <a:pt x="58" y="2"/>
                    <a:pt x="60" y="1"/>
                  </a:cubicBezTo>
                  <a:cubicBezTo>
                    <a:pt x="62" y="1"/>
                    <a:pt x="62" y="0"/>
                    <a:pt x="62" y="0"/>
                  </a:cubicBezTo>
                  <a:cubicBezTo>
                    <a:pt x="62" y="0"/>
                    <a:pt x="62" y="1"/>
                    <a:pt x="60" y="2"/>
                  </a:cubicBezTo>
                  <a:cubicBezTo>
                    <a:pt x="59" y="3"/>
                    <a:pt x="56" y="4"/>
                    <a:pt x="53" y="5"/>
                  </a:cubicBezTo>
                  <a:cubicBezTo>
                    <a:pt x="48" y="8"/>
                    <a:pt x="40" y="11"/>
                    <a:pt x="32" y="13"/>
                  </a:cubicBezTo>
                  <a:cubicBezTo>
                    <a:pt x="24" y="16"/>
                    <a:pt x="16" y="18"/>
                    <a:pt x="10" y="20"/>
                  </a:cubicBezTo>
                  <a:cubicBezTo>
                    <a:pt x="7" y="20"/>
                    <a:pt x="5" y="21"/>
                    <a:pt x="3" y="21"/>
                  </a:cubicBezTo>
                  <a:cubicBezTo>
                    <a:pt x="1" y="21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7" name="Freeform 617">
              <a:extLst>
                <a:ext uri="{FF2B5EF4-FFF2-40B4-BE49-F238E27FC236}">
                  <a16:creationId xmlns:a16="http://schemas.microsoft.com/office/drawing/2014/main" id="{4CDCC11F-FA85-78BF-0C59-8AC84CCE6220}"/>
                </a:ext>
              </a:extLst>
            </p:cNvPr>
            <p:cNvSpPr/>
            <p:nvPr/>
          </p:nvSpPr>
          <p:spPr bwMode="auto">
            <a:xfrm>
              <a:off x="6173788" y="3128963"/>
              <a:ext cx="236538" cy="82550"/>
            </a:xfrm>
            <a:custGeom>
              <a:avLst/>
              <a:gdLst>
                <a:gd name="T0" fmla="*/ 0 w 63"/>
                <a:gd name="T1" fmla="*/ 22 h 22"/>
                <a:gd name="T2" fmla="*/ 3 w 63"/>
                <a:gd name="T3" fmla="*/ 21 h 22"/>
                <a:gd name="T4" fmla="*/ 10 w 63"/>
                <a:gd name="T5" fmla="*/ 19 h 22"/>
                <a:gd name="T6" fmla="*/ 31 w 63"/>
                <a:gd name="T7" fmla="*/ 11 h 22"/>
                <a:gd name="T8" fmla="*/ 63 w 63"/>
                <a:gd name="T9" fmla="*/ 0 h 22"/>
                <a:gd name="T10" fmla="*/ 53 w 63"/>
                <a:gd name="T11" fmla="*/ 4 h 22"/>
                <a:gd name="T12" fmla="*/ 32 w 63"/>
                <a:gd name="T13" fmla="*/ 13 h 22"/>
                <a:gd name="T14" fmla="*/ 10 w 63"/>
                <a:gd name="T15" fmla="*/ 20 h 22"/>
                <a:gd name="T16" fmla="*/ 3 w 63"/>
                <a:gd name="T17" fmla="*/ 21 h 22"/>
                <a:gd name="T18" fmla="*/ 0 w 63"/>
                <a:gd name="T1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22">
                  <a:moveTo>
                    <a:pt x="0" y="22"/>
                  </a:moveTo>
                  <a:cubicBezTo>
                    <a:pt x="0" y="22"/>
                    <a:pt x="1" y="21"/>
                    <a:pt x="3" y="21"/>
                  </a:cubicBezTo>
                  <a:cubicBezTo>
                    <a:pt x="4" y="21"/>
                    <a:pt x="7" y="20"/>
                    <a:pt x="10" y="19"/>
                  </a:cubicBezTo>
                  <a:cubicBezTo>
                    <a:pt x="16" y="17"/>
                    <a:pt x="24" y="15"/>
                    <a:pt x="31" y="11"/>
                  </a:cubicBezTo>
                  <a:cubicBezTo>
                    <a:pt x="47" y="6"/>
                    <a:pt x="63" y="0"/>
                    <a:pt x="63" y="0"/>
                  </a:cubicBezTo>
                  <a:cubicBezTo>
                    <a:pt x="63" y="0"/>
                    <a:pt x="59" y="2"/>
                    <a:pt x="53" y="4"/>
                  </a:cubicBezTo>
                  <a:cubicBezTo>
                    <a:pt x="48" y="7"/>
                    <a:pt x="40" y="10"/>
                    <a:pt x="32" y="13"/>
                  </a:cubicBezTo>
                  <a:cubicBezTo>
                    <a:pt x="24" y="16"/>
                    <a:pt x="16" y="19"/>
                    <a:pt x="10" y="20"/>
                  </a:cubicBezTo>
                  <a:cubicBezTo>
                    <a:pt x="7" y="21"/>
                    <a:pt x="4" y="21"/>
                    <a:pt x="3" y="21"/>
                  </a:cubicBezTo>
                  <a:cubicBezTo>
                    <a:pt x="1" y="22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8" name="Freeform 618">
              <a:extLst>
                <a:ext uri="{FF2B5EF4-FFF2-40B4-BE49-F238E27FC236}">
                  <a16:creationId xmlns:a16="http://schemas.microsoft.com/office/drawing/2014/main" id="{303BD2D2-AF33-5C53-4F70-9C340C66A26A}"/>
                </a:ext>
              </a:extLst>
            </p:cNvPr>
            <p:cNvSpPr/>
            <p:nvPr/>
          </p:nvSpPr>
          <p:spPr bwMode="auto">
            <a:xfrm>
              <a:off x="6196013" y="3178176"/>
              <a:ext cx="238125" cy="82550"/>
            </a:xfrm>
            <a:custGeom>
              <a:avLst/>
              <a:gdLst>
                <a:gd name="T0" fmla="*/ 0 w 63"/>
                <a:gd name="T1" fmla="*/ 22 h 22"/>
                <a:gd name="T2" fmla="*/ 3 w 63"/>
                <a:gd name="T3" fmla="*/ 21 h 22"/>
                <a:gd name="T4" fmla="*/ 10 w 63"/>
                <a:gd name="T5" fmla="*/ 19 h 22"/>
                <a:gd name="T6" fmla="*/ 32 w 63"/>
                <a:gd name="T7" fmla="*/ 12 h 22"/>
                <a:gd name="T8" fmla="*/ 63 w 63"/>
                <a:gd name="T9" fmla="*/ 0 h 22"/>
                <a:gd name="T10" fmla="*/ 54 w 63"/>
                <a:gd name="T11" fmla="*/ 4 h 22"/>
                <a:gd name="T12" fmla="*/ 32 w 63"/>
                <a:gd name="T13" fmla="*/ 13 h 22"/>
                <a:gd name="T14" fmla="*/ 10 w 63"/>
                <a:gd name="T15" fmla="*/ 20 h 22"/>
                <a:gd name="T16" fmla="*/ 3 w 63"/>
                <a:gd name="T17" fmla="*/ 22 h 22"/>
                <a:gd name="T18" fmla="*/ 0 w 63"/>
                <a:gd name="T1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22">
                  <a:moveTo>
                    <a:pt x="0" y="22"/>
                  </a:moveTo>
                  <a:cubicBezTo>
                    <a:pt x="0" y="22"/>
                    <a:pt x="1" y="22"/>
                    <a:pt x="3" y="21"/>
                  </a:cubicBezTo>
                  <a:cubicBezTo>
                    <a:pt x="5" y="21"/>
                    <a:pt x="7" y="20"/>
                    <a:pt x="10" y="19"/>
                  </a:cubicBezTo>
                  <a:cubicBezTo>
                    <a:pt x="16" y="18"/>
                    <a:pt x="24" y="15"/>
                    <a:pt x="32" y="12"/>
                  </a:cubicBezTo>
                  <a:cubicBezTo>
                    <a:pt x="47" y="6"/>
                    <a:pt x="63" y="0"/>
                    <a:pt x="63" y="0"/>
                  </a:cubicBezTo>
                  <a:cubicBezTo>
                    <a:pt x="63" y="0"/>
                    <a:pt x="59" y="2"/>
                    <a:pt x="54" y="4"/>
                  </a:cubicBezTo>
                  <a:cubicBezTo>
                    <a:pt x="48" y="7"/>
                    <a:pt x="40" y="10"/>
                    <a:pt x="32" y="13"/>
                  </a:cubicBezTo>
                  <a:cubicBezTo>
                    <a:pt x="24" y="16"/>
                    <a:pt x="16" y="19"/>
                    <a:pt x="10" y="20"/>
                  </a:cubicBezTo>
                  <a:cubicBezTo>
                    <a:pt x="7" y="21"/>
                    <a:pt x="5" y="22"/>
                    <a:pt x="3" y="22"/>
                  </a:cubicBezTo>
                  <a:cubicBezTo>
                    <a:pt x="1" y="22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9" name="Freeform 619">
              <a:extLst>
                <a:ext uri="{FF2B5EF4-FFF2-40B4-BE49-F238E27FC236}">
                  <a16:creationId xmlns:a16="http://schemas.microsoft.com/office/drawing/2014/main" id="{37D72A12-464F-3494-C5E0-7ED3E1B2152F}"/>
                </a:ext>
              </a:extLst>
            </p:cNvPr>
            <p:cNvSpPr/>
            <p:nvPr/>
          </p:nvSpPr>
          <p:spPr bwMode="auto">
            <a:xfrm>
              <a:off x="6226176" y="3282951"/>
              <a:ext cx="233363" cy="79375"/>
            </a:xfrm>
            <a:custGeom>
              <a:avLst/>
              <a:gdLst>
                <a:gd name="T0" fmla="*/ 0 w 62"/>
                <a:gd name="T1" fmla="*/ 21 h 21"/>
                <a:gd name="T2" fmla="*/ 10 w 62"/>
                <a:gd name="T3" fmla="*/ 18 h 21"/>
                <a:gd name="T4" fmla="*/ 31 w 62"/>
                <a:gd name="T5" fmla="*/ 11 h 21"/>
                <a:gd name="T6" fmla="*/ 53 w 62"/>
                <a:gd name="T7" fmla="*/ 4 h 21"/>
                <a:gd name="T8" fmla="*/ 60 w 62"/>
                <a:gd name="T9" fmla="*/ 1 h 21"/>
                <a:gd name="T10" fmla="*/ 62 w 62"/>
                <a:gd name="T11" fmla="*/ 0 h 21"/>
                <a:gd name="T12" fmla="*/ 60 w 62"/>
                <a:gd name="T13" fmla="*/ 1 h 21"/>
                <a:gd name="T14" fmla="*/ 53 w 62"/>
                <a:gd name="T15" fmla="*/ 5 h 21"/>
                <a:gd name="T16" fmla="*/ 32 w 62"/>
                <a:gd name="T17" fmla="*/ 13 h 21"/>
                <a:gd name="T18" fmla="*/ 10 w 62"/>
                <a:gd name="T19" fmla="*/ 19 h 21"/>
                <a:gd name="T20" fmla="*/ 3 w 62"/>
                <a:gd name="T21" fmla="*/ 21 h 21"/>
                <a:gd name="T22" fmla="*/ 0 w 62"/>
                <a:gd name="T2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2" h="21">
                  <a:moveTo>
                    <a:pt x="0" y="21"/>
                  </a:moveTo>
                  <a:cubicBezTo>
                    <a:pt x="0" y="21"/>
                    <a:pt x="4" y="20"/>
                    <a:pt x="10" y="18"/>
                  </a:cubicBezTo>
                  <a:cubicBezTo>
                    <a:pt x="16" y="17"/>
                    <a:pt x="24" y="14"/>
                    <a:pt x="31" y="11"/>
                  </a:cubicBezTo>
                  <a:cubicBezTo>
                    <a:pt x="39" y="9"/>
                    <a:pt x="47" y="6"/>
                    <a:pt x="53" y="4"/>
                  </a:cubicBezTo>
                  <a:cubicBezTo>
                    <a:pt x="55" y="3"/>
                    <a:pt x="58" y="2"/>
                    <a:pt x="60" y="1"/>
                  </a:cubicBezTo>
                  <a:cubicBezTo>
                    <a:pt x="61" y="0"/>
                    <a:pt x="62" y="0"/>
                    <a:pt x="62" y="0"/>
                  </a:cubicBezTo>
                  <a:cubicBezTo>
                    <a:pt x="62" y="0"/>
                    <a:pt x="61" y="0"/>
                    <a:pt x="60" y="1"/>
                  </a:cubicBezTo>
                  <a:cubicBezTo>
                    <a:pt x="58" y="2"/>
                    <a:pt x="56" y="4"/>
                    <a:pt x="53" y="5"/>
                  </a:cubicBezTo>
                  <a:cubicBezTo>
                    <a:pt x="47" y="7"/>
                    <a:pt x="40" y="10"/>
                    <a:pt x="32" y="13"/>
                  </a:cubicBezTo>
                  <a:cubicBezTo>
                    <a:pt x="24" y="16"/>
                    <a:pt x="16" y="18"/>
                    <a:pt x="10" y="19"/>
                  </a:cubicBezTo>
                  <a:cubicBezTo>
                    <a:pt x="7" y="20"/>
                    <a:pt x="4" y="20"/>
                    <a:pt x="3" y="21"/>
                  </a:cubicBezTo>
                  <a:cubicBezTo>
                    <a:pt x="1" y="21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0" name="Freeform 620">
              <a:extLst>
                <a:ext uri="{FF2B5EF4-FFF2-40B4-BE49-F238E27FC236}">
                  <a16:creationId xmlns:a16="http://schemas.microsoft.com/office/drawing/2014/main" id="{BACDAEBE-71BB-C07A-9184-EF48B9CDDF7A}"/>
                </a:ext>
              </a:extLst>
            </p:cNvPr>
            <p:cNvSpPr/>
            <p:nvPr/>
          </p:nvSpPr>
          <p:spPr bwMode="auto">
            <a:xfrm>
              <a:off x="6242051" y="3328988"/>
              <a:ext cx="236538" cy="82550"/>
            </a:xfrm>
            <a:custGeom>
              <a:avLst/>
              <a:gdLst>
                <a:gd name="T0" fmla="*/ 0 w 63"/>
                <a:gd name="T1" fmla="*/ 22 h 22"/>
                <a:gd name="T2" fmla="*/ 3 w 63"/>
                <a:gd name="T3" fmla="*/ 22 h 22"/>
                <a:gd name="T4" fmla="*/ 10 w 63"/>
                <a:gd name="T5" fmla="*/ 20 h 22"/>
                <a:gd name="T6" fmla="*/ 32 w 63"/>
                <a:gd name="T7" fmla="*/ 12 h 22"/>
                <a:gd name="T8" fmla="*/ 63 w 63"/>
                <a:gd name="T9" fmla="*/ 0 h 22"/>
                <a:gd name="T10" fmla="*/ 54 w 63"/>
                <a:gd name="T11" fmla="*/ 5 h 22"/>
                <a:gd name="T12" fmla="*/ 33 w 63"/>
                <a:gd name="T13" fmla="*/ 14 h 22"/>
                <a:gd name="T14" fmla="*/ 11 w 63"/>
                <a:gd name="T15" fmla="*/ 21 h 22"/>
                <a:gd name="T16" fmla="*/ 3 w 63"/>
                <a:gd name="T17" fmla="*/ 22 h 22"/>
                <a:gd name="T18" fmla="*/ 0 w 63"/>
                <a:gd name="T1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22">
                  <a:moveTo>
                    <a:pt x="0" y="22"/>
                  </a:moveTo>
                  <a:cubicBezTo>
                    <a:pt x="0" y="22"/>
                    <a:pt x="1" y="22"/>
                    <a:pt x="3" y="22"/>
                  </a:cubicBezTo>
                  <a:cubicBezTo>
                    <a:pt x="5" y="22"/>
                    <a:pt x="7" y="21"/>
                    <a:pt x="10" y="20"/>
                  </a:cubicBezTo>
                  <a:cubicBezTo>
                    <a:pt x="16" y="18"/>
                    <a:pt x="24" y="15"/>
                    <a:pt x="32" y="12"/>
                  </a:cubicBezTo>
                  <a:cubicBezTo>
                    <a:pt x="48" y="7"/>
                    <a:pt x="63" y="0"/>
                    <a:pt x="63" y="0"/>
                  </a:cubicBezTo>
                  <a:cubicBezTo>
                    <a:pt x="63" y="0"/>
                    <a:pt x="60" y="2"/>
                    <a:pt x="54" y="5"/>
                  </a:cubicBezTo>
                  <a:cubicBezTo>
                    <a:pt x="48" y="8"/>
                    <a:pt x="40" y="11"/>
                    <a:pt x="33" y="14"/>
                  </a:cubicBezTo>
                  <a:cubicBezTo>
                    <a:pt x="25" y="17"/>
                    <a:pt x="17" y="19"/>
                    <a:pt x="11" y="21"/>
                  </a:cubicBezTo>
                  <a:cubicBezTo>
                    <a:pt x="8" y="22"/>
                    <a:pt x="5" y="22"/>
                    <a:pt x="3" y="22"/>
                  </a:cubicBezTo>
                  <a:cubicBezTo>
                    <a:pt x="1" y="22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1" name="Freeform 621">
              <a:extLst>
                <a:ext uri="{FF2B5EF4-FFF2-40B4-BE49-F238E27FC236}">
                  <a16:creationId xmlns:a16="http://schemas.microsoft.com/office/drawing/2014/main" id="{4AC59860-A093-0DCF-C5F8-3B582836B3F6}"/>
                </a:ext>
              </a:extLst>
            </p:cNvPr>
            <p:cNvSpPr/>
            <p:nvPr/>
          </p:nvSpPr>
          <p:spPr bwMode="auto">
            <a:xfrm>
              <a:off x="6267451" y="3378201"/>
              <a:ext cx="234950" cy="87313"/>
            </a:xfrm>
            <a:custGeom>
              <a:avLst/>
              <a:gdLst>
                <a:gd name="T0" fmla="*/ 0 w 62"/>
                <a:gd name="T1" fmla="*/ 23 h 23"/>
                <a:gd name="T2" fmla="*/ 2 w 62"/>
                <a:gd name="T3" fmla="*/ 22 h 23"/>
                <a:gd name="T4" fmla="*/ 10 w 62"/>
                <a:gd name="T5" fmla="*/ 20 h 23"/>
                <a:gd name="T6" fmla="*/ 31 w 62"/>
                <a:gd name="T7" fmla="*/ 12 h 23"/>
                <a:gd name="T8" fmla="*/ 62 w 62"/>
                <a:gd name="T9" fmla="*/ 0 h 23"/>
                <a:gd name="T10" fmla="*/ 53 w 62"/>
                <a:gd name="T11" fmla="*/ 5 h 23"/>
                <a:gd name="T12" fmla="*/ 32 w 62"/>
                <a:gd name="T13" fmla="*/ 14 h 23"/>
                <a:gd name="T14" fmla="*/ 10 w 62"/>
                <a:gd name="T15" fmla="*/ 21 h 23"/>
                <a:gd name="T16" fmla="*/ 2 w 62"/>
                <a:gd name="T17" fmla="*/ 22 h 23"/>
                <a:gd name="T18" fmla="*/ 0 w 62"/>
                <a:gd name="T1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23">
                  <a:moveTo>
                    <a:pt x="0" y="23"/>
                  </a:moveTo>
                  <a:cubicBezTo>
                    <a:pt x="0" y="23"/>
                    <a:pt x="1" y="22"/>
                    <a:pt x="2" y="22"/>
                  </a:cubicBezTo>
                  <a:cubicBezTo>
                    <a:pt x="4" y="22"/>
                    <a:pt x="7" y="21"/>
                    <a:pt x="10" y="20"/>
                  </a:cubicBezTo>
                  <a:cubicBezTo>
                    <a:pt x="16" y="18"/>
                    <a:pt x="23" y="15"/>
                    <a:pt x="31" y="12"/>
                  </a:cubicBezTo>
                  <a:cubicBezTo>
                    <a:pt x="47" y="7"/>
                    <a:pt x="62" y="0"/>
                    <a:pt x="62" y="0"/>
                  </a:cubicBezTo>
                  <a:cubicBezTo>
                    <a:pt x="62" y="0"/>
                    <a:pt x="59" y="3"/>
                    <a:pt x="53" y="5"/>
                  </a:cubicBezTo>
                  <a:cubicBezTo>
                    <a:pt x="47" y="8"/>
                    <a:pt x="40" y="11"/>
                    <a:pt x="32" y="14"/>
                  </a:cubicBezTo>
                  <a:cubicBezTo>
                    <a:pt x="24" y="17"/>
                    <a:pt x="16" y="19"/>
                    <a:pt x="10" y="21"/>
                  </a:cubicBezTo>
                  <a:cubicBezTo>
                    <a:pt x="7" y="22"/>
                    <a:pt x="4" y="22"/>
                    <a:pt x="2" y="22"/>
                  </a:cubicBezTo>
                  <a:cubicBezTo>
                    <a:pt x="1" y="22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2" name="Freeform 622">
              <a:extLst>
                <a:ext uri="{FF2B5EF4-FFF2-40B4-BE49-F238E27FC236}">
                  <a16:creationId xmlns:a16="http://schemas.microsoft.com/office/drawing/2014/main" id="{79AAEC93-C385-846F-91D1-43DD85D0A62F}"/>
                </a:ext>
              </a:extLst>
            </p:cNvPr>
            <p:cNvSpPr/>
            <p:nvPr/>
          </p:nvSpPr>
          <p:spPr bwMode="auto">
            <a:xfrm>
              <a:off x="6302376" y="3484563"/>
              <a:ext cx="233363" cy="79375"/>
            </a:xfrm>
            <a:custGeom>
              <a:avLst/>
              <a:gdLst>
                <a:gd name="T0" fmla="*/ 0 w 62"/>
                <a:gd name="T1" fmla="*/ 21 h 21"/>
                <a:gd name="T2" fmla="*/ 10 w 62"/>
                <a:gd name="T3" fmla="*/ 19 h 21"/>
                <a:gd name="T4" fmla="*/ 31 w 62"/>
                <a:gd name="T5" fmla="*/ 12 h 21"/>
                <a:gd name="T6" fmla="*/ 53 w 62"/>
                <a:gd name="T7" fmla="*/ 4 h 21"/>
                <a:gd name="T8" fmla="*/ 60 w 62"/>
                <a:gd name="T9" fmla="*/ 2 h 21"/>
                <a:gd name="T10" fmla="*/ 62 w 62"/>
                <a:gd name="T11" fmla="*/ 0 h 21"/>
                <a:gd name="T12" fmla="*/ 60 w 62"/>
                <a:gd name="T13" fmla="*/ 2 h 21"/>
                <a:gd name="T14" fmla="*/ 53 w 62"/>
                <a:gd name="T15" fmla="*/ 5 h 21"/>
                <a:gd name="T16" fmla="*/ 32 w 62"/>
                <a:gd name="T17" fmla="*/ 14 h 21"/>
                <a:gd name="T18" fmla="*/ 10 w 62"/>
                <a:gd name="T19" fmla="*/ 20 h 21"/>
                <a:gd name="T20" fmla="*/ 3 w 62"/>
                <a:gd name="T21" fmla="*/ 21 h 21"/>
                <a:gd name="T22" fmla="*/ 0 w 62"/>
                <a:gd name="T2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2" h="21">
                  <a:moveTo>
                    <a:pt x="0" y="21"/>
                  </a:moveTo>
                  <a:cubicBezTo>
                    <a:pt x="0" y="21"/>
                    <a:pt x="4" y="21"/>
                    <a:pt x="10" y="19"/>
                  </a:cubicBezTo>
                  <a:cubicBezTo>
                    <a:pt x="16" y="17"/>
                    <a:pt x="24" y="14"/>
                    <a:pt x="31" y="12"/>
                  </a:cubicBezTo>
                  <a:cubicBezTo>
                    <a:pt x="39" y="9"/>
                    <a:pt x="47" y="7"/>
                    <a:pt x="53" y="4"/>
                  </a:cubicBezTo>
                  <a:cubicBezTo>
                    <a:pt x="56" y="3"/>
                    <a:pt x="58" y="3"/>
                    <a:pt x="60" y="2"/>
                  </a:cubicBezTo>
                  <a:cubicBezTo>
                    <a:pt x="61" y="1"/>
                    <a:pt x="62" y="0"/>
                    <a:pt x="62" y="0"/>
                  </a:cubicBezTo>
                  <a:cubicBezTo>
                    <a:pt x="62" y="0"/>
                    <a:pt x="61" y="1"/>
                    <a:pt x="60" y="2"/>
                  </a:cubicBezTo>
                  <a:cubicBezTo>
                    <a:pt x="58" y="3"/>
                    <a:pt x="56" y="4"/>
                    <a:pt x="53" y="5"/>
                  </a:cubicBezTo>
                  <a:cubicBezTo>
                    <a:pt x="48" y="8"/>
                    <a:pt x="40" y="11"/>
                    <a:pt x="32" y="14"/>
                  </a:cubicBezTo>
                  <a:cubicBezTo>
                    <a:pt x="24" y="16"/>
                    <a:pt x="16" y="18"/>
                    <a:pt x="10" y="20"/>
                  </a:cubicBezTo>
                  <a:cubicBezTo>
                    <a:pt x="7" y="20"/>
                    <a:pt x="5" y="21"/>
                    <a:pt x="3" y="21"/>
                  </a:cubicBezTo>
                  <a:cubicBezTo>
                    <a:pt x="1" y="21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3" name="Freeform 623">
              <a:extLst>
                <a:ext uri="{FF2B5EF4-FFF2-40B4-BE49-F238E27FC236}">
                  <a16:creationId xmlns:a16="http://schemas.microsoft.com/office/drawing/2014/main" id="{E3F54342-F8F9-CD04-32B3-8D9D3FD15B57}"/>
                </a:ext>
              </a:extLst>
            </p:cNvPr>
            <p:cNvSpPr/>
            <p:nvPr/>
          </p:nvSpPr>
          <p:spPr bwMode="auto">
            <a:xfrm>
              <a:off x="6319838" y="3533776"/>
              <a:ext cx="234950" cy="82550"/>
            </a:xfrm>
            <a:custGeom>
              <a:avLst/>
              <a:gdLst>
                <a:gd name="T0" fmla="*/ 0 w 62"/>
                <a:gd name="T1" fmla="*/ 22 h 22"/>
                <a:gd name="T2" fmla="*/ 2 w 62"/>
                <a:gd name="T3" fmla="*/ 21 h 22"/>
                <a:gd name="T4" fmla="*/ 10 w 62"/>
                <a:gd name="T5" fmla="*/ 19 h 22"/>
                <a:gd name="T6" fmla="*/ 31 w 62"/>
                <a:gd name="T7" fmla="*/ 12 h 22"/>
                <a:gd name="T8" fmla="*/ 62 w 62"/>
                <a:gd name="T9" fmla="*/ 0 h 22"/>
                <a:gd name="T10" fmla="*/ 53 w 62"/>
                <a:gd name="T11" fmla="*/ 4 h 22"/>
                <a:gd name="T12" fmla="*/ 32 w 62"/>
                <a:gd name="T13" fmla="*/ 13 h 22"/>
                <a:gd name="T14" fmla="*/ 10 w 62"/>
                <a:gd name="T15" fmla="*/ 20 h 22"/>
                <a:gd name="T16" fmla="*/ 2 w 62"/>
                <a:gd name="T17" fmla="*/ 22 h 22"/>
                <a:gd name="T18" fmla="*/ 0 w 62"/>
                <a:gd name="T1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22">
                  <a:moveTo>
                    <a:pt x="0" y="22"/>
                  </a:moveTo>
                  <a:cubicBezTo>
                    <a:pt x="0" y="22"/>
                    <a:pt x="1" y="22"/>
                    <a:pt x="2" y="21"/>
                  </a:cubicBezTo>
                  <a:cubicBezTo>
                    <a:pt x="4" y="21"/>
                    <a:pt x="7" y="20"/>
                    <a:pt x="10" y="19"/>
                  </a:cubicBezTo>
                  <a:cubicBezTo>
                    <a:pt x="16" y="18"/>
                    <a:pt x="23" y="15"/>
                    <a:pt x="31" y="12"/>
                  </a:cubicBezTo>
                  <a:cubicBezTo>
                    <a:pt x="47" y="6"/>
                    <a:pt x="62" y="0"/>
                    <a:pt x="62" y="0"/>
                  </a:cubicBezTo>
                  <a:cubicBezTo>
                    <a:pt x="62" y="0"/>
                    <a:pt x="59" y="2"/>
                    <a:pt x="53" y="4"/>
                  </a:cubicBezTo>
                  <a:cubicBezTo>
                    <a:pt x="47" y="7"/>
                    <a:pt x="40" y="10"/>
                    <a:pt x="32" y="13"/>
                  </a:cubicBezTo>
                  <a:cubicBezTo>
                    <a:pt x="24" y="16"/>
                    <a:pt x="16" y="19"/>
                    <a:pt x="10" y="20"/>
                  </a:cubicBezTo>
                  <a:cubicBezTo>
                    <a:pt x="7" y="21"/>
                    <a:pt x="4" y="22"/>
                    <a:pt x="2" y="22"/>
                  </a:cubicBezTo>
                  <a:cubicBezTo>
                    <a:pt x="1" y="22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4" name="Freeform 624">
              <a:extLst>
                <a:ext uri="{FF2B5EF4-FFF2-40B4-BE49-F238E27FC236}">
                  <a16:creationId xmlns:a16="http://schemas.microsoft.com/office/drawing/2014/main" id="{6D46F6F8-183B-4EFE-0DD9-306CC3996B3F}"/>
                </a:ext>
              </a:extLst>
            </p:cNvPr>
            <p:cNvSpPr/>
            <p:nvPr/>
          </p:nvSpPr>
          <p:spPr bwMode="auto">
            <a:xfrm>
              <a:off x="6343651" y="3582988"/>
              <a:ext cx="236538" cy="82550"/>
            </a:xfrm>
            <a:custGeom>
              <a:avLst/>
              <a:gdLst>
                <a:gd name="T0" fmla="*/ 0 w 63"/>
                <a:gd name="T1" fmla="*/ 22 h 22"/>
                <a:gd name="T2" fmla="*/ 3 w 63"/>
                <a:gd name="T3" fmla="*/ 21 h 22"/>
                <a:gd name="T4" fmla="*/ 10 w 63"/>
                <a:gd name="T5" fmla="*/ 19 h 22"/>
                <a:gd name="T6" fmla="*/ 31 w 63"/>
                <a:gd name="T7" fmla="*/ 12 h 22"/>
                <a:gd name="T8" fmla="*/ 63 w 63"/>
                <a:gd name="T9" fmla="*/ 0 h 22"/>
                <a:gd name="T10" fmla="*/ 53 w 63"/>
                <a:gd name="T11" fmla="*/ 5 h 22"/>
                <a:gd name="T12" fmla="*/ 32 w 63"/>
                <a:gd name="T13" fmla="*/ 13 h 22"/>
                <a:gd name="T14" fmla="*/ 10 w 63"/>
                <a:gd name="T15" fmla="*/ 20 h 22"/>
                <a:gd name="T16" fmla="*/ 3 w 63"/>
                <a:gd name="T17" fmla="*/ 22 h 22"/>
                <a:gd name="T18" fmla="*/ 0 w 63"/>
                <a:gd name="T1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22">
                  <a:moveTo>
                    <a:pt x="0" y="22"/>
                  </a:moveTo>
                  <a:cubicBezTo>
                    <a:pt x="0" y="22"/>
                    <a:pt x="1" y="22"/>
                    <a:pt x="3" y="21"/>
                  </a:cubicBezTo>
                  <a:cubicBezTo>
                    <a:pt x="4" y="21"/>
                    <a:pt x="7" y="20"/>
                    <a:pt x="10" y="19"/>
                  </a:cubicBezTo>
                  <a:cubicBezTo>
                    <a:pt x="16" y="18"/>
                    <a:pt x="24" y="15"/>
                    <a:pt x="31" y="12"/>
                  </a:cubicBezTo>
                  <a:cubicBezTo>
                    <a:pt x="47" y="6"/>
                    <a:pt x="63" y="0"/>
                    <a:pt x="63" y="0"/>
                  </a:cubicBezTo>
                  <a:cubicBezTo>
                    <a:pt x="63" y="0"/>
                    <a:pt x="59" y="2"/>
                    <a:pt x="53" y="5"/>
                  </a:cubicBezTo>
                  <a:cubicBezTo>
                    <a:pt x="48" y="7"/>
                    <a:pt x="40" y="10"/>
                    <a:pt x="32" y="13"/>
                  </a:cubicBezTo>
                  <a:cubicBezTo>
                    <a:pt x="24" y="16"/>
                    <a:pt x="16" y="19"/>
                    <a:pt x="10" y="20"/>
                  </a:cubicBezTo>
                  <a:cubicBezTo>
                    <a:pt x="7" y="21"/>
                    <a:pt x="4" y="22"/>
                    <a:pt x="3" y="22"/>
                  </a:cubicBezTo>
                  <a:cubicBezTo>
                    <a:pt x="1" y="22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5" name="Freeform 625">
              <a:extLst>
                <a:ext uri="{FF2B5EF4-FFF2-40B4-BE49-F238E27FC236}">
                  <a16:creationId xmlns:a16="http://schemas.microsoft.com/office/drawing/2014/main" id="{9D2546B2-E46D-4696-3892-62C270DD3285}"/>
                </a:ext>
              </a:extLst>
            </p:cNvPr>
            <p:cNvSpPr/>
            <p:nvPr/>
          </p:nvSpPr>
          <p:spPr bwMode="auto">
            <a:xfrm>
              <a:off x="6037263" y="3332163"/>
              <a:ext cx="131763" cy="152400"/>
            </a:xfrm>
            <a:custGeom>
              <a:avLst/>
              <a:gdLst>
                <a:gd name="T0" fmla="*/ 0 w 35"/>
                <a:gd name="T1" fmla="*/ 30 h 40"/>
                <a:gd name="T2" fmla="*/ 11 w 35"/>
                <a:gd name="T3" fmla="*/ 35 h 40"/>
                <a:gd name="T4" fmla="*/ 17 w 35"/>
                <a:gd name="T5" fmla="*/ 37 h 40"/>
                <a:gd name="T6" fmla="*/ 23 w 35"/>
                <a:gd name="T7" fmla="*/ 39 h 40"/>
                <a:gd name="T8" fmla="*/ 22 w 35"/>
                <a:gd name="T9" fmla="*/ 39 h 40"/>
                <a:gd name="T10" fmla="*/ 26 w 35"/>
                <a:gd name="T11" fmla="*/ 30 h 40"/>
                <a:gd name="T12" fmla="*/ 30 w 35"/>
                <a:gd name="T13" fmla="*/ 20 h 40"/>
                <a:gd name="T14" fmla="*/ 35 w 35"/>
                <a:gd name="T15" fmla="*/ 0 h 40"/>
                <a:gd name="T16" fmla="*/ 31 w 35"/>
                <a:gd name="T17" fmla="*/ 20 h 40"/>
                <a:gd name="T18" fmla="*/ 28 w 35"/>
                <a:gd name="T19" fmla="*/ 30 h 40"/>
                <a:gd name="T20" fmla="*/ 26 w 35"/>
                <a:gd name="T21" fmla="*/ 35 h 40"/>
                <a:gd name="T22" fmla="*/ 24 w 35"/>
                <a:gd name="T23" fmla="*/ 40 h 40"/>
                <a:gd name="T24" fmla="*/ 23 w 35"/>
                <a:gd name="T25" fmla="*/ 40 h 40"/>
                <a:gd name="T26" fmla="*/ 17 w 35"/>
                <a:gd name="T27" fmla="*/ 39 h 40"/>
                <a:gd name="T28" fmla="*/ 11 w 35"/>
                <a:gd name="T29" fmla="*/ 36 h 40"/>
                <a:gd name="T30" fmla="*/ 0 w 35"/>
                <a:gd name="T31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" h="40">
                  <a:moveTo>
                    <a:pt x="0" y="30"/>
                  </a:moveTo>
                  <a:cubicBezTo>
                    <a:pt x="4" y="32"/>
                    <a:pt x="8" y="34"/>
                    <a:pt x="11" y="35"/>
                  </a:cubicBezTo>
                  <a:cubicBezTo>
                    <a:pt x="13" y="36"/>
                    <a:pt x="15" y="37"/>
                    <a:pt x="17" y="37"/>
                  </a:cubicBezTo>
                  <a:cubicBezTo>
                    <a:pt x="19" y="38"/>
                    <a:pt x="21" y="38"/>
                    <a:pt x="23" y="39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4" y="36"/>
                    <a:pt x="25" y="33"/>
                    <a:pt x="26" y="3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13"/>
                    <a:pt x="33" y="6"/>
                    <a:pt x="35" y="0"/>
                  </a:cubicBezTo>
                  <a:cubicBezTo>
                    <a:pt x="34" y="6"/>
                    <a:pt x="33" y="13"/>
                    <a:pt x="31" y="2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2"/>
                    <a:pt x="27" y="33"/>
                    <a:pt x="26" y="35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1" y="40"/>
                    <a:pt x="19" y="39"/>
                    <a:pt x="17" y="39"/>
                  </a:cubicBezTo>
                  <a:cubicBezTo>
                    <a:pt x="15" y="38"/>
                    <a:pt x="13" y="37"/>
                    <a:pt x="11" y="36"/>
                  </a:cubicBezTo>
                  <a:cubicBezTo>
                    <a:pt x="7" y="35"/>
                    <a:pt x="4" y="33"/>
                    <a:pt x="0" y="3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6" name="Freeform 626">
              <a:extLst>
                <a:ext uri="{FF2B5EF4-FFF2-40B4-BE49-F238E27FC236}">
                  <a16:creationId xmlns:a16="http://schemas.microsoft.com/office/drawing/2014/main" id="{DBA82A3E-AB64-000F-448B-B9BAEA665DC0}"/>
                </a:ext>
              </a:extLst>
            </p:cNvPr>
            <p:cNvSpPr/>
            <p:nvPr/>
          </p:nvSpPr>
          <p:spPr bwMode="auto">
            <a:xfrm>
              <a:off x="5957888" y="2901951"/>
              <a:ext cx="392113" cy="158750"/>
            </a:xfrm>
            <a:custGeom>
              <a:avLst/>
              <a:gdLst>
                <a:gd name="T0" fmla="*/ 0 w 104"/>
                <a:gd name="T1" fmla="*/ 32 h 42"/>
                <a:gd name="T2" fmla="*/ 11 w 104"/>
                <a:gd name="T3" fmla="*/ 42 h 42"/>
                <a:gd name="T4" fmla="*/ 3 w 104"/>
                <a:gd name="T5" fmla="*/ 32 h 42"/>
                <a:gd name="T6" fmla="*/ 14 w 104"/>
                <a:gd name="T7" fmla="*/ 40 h 42"/>
                <a:gd name="T8" fmla="*/ 1 w 104"/>
                <a:gd name="T9" fmla="*/ 28 h 42"/>
                <a:gd name="T10" fmla="*/ 19 w 104"/>
                <a:gd name="T11" fmla="*/ 40 h 42"/>
                <a:gd name="T12" fmla="*/ 6 w 104"/>
                <a:gd name="T13" fmla="*/ 27 h 42"/>
                <a:gd name="T14" fmla="*/ 24 w 104"/>
                <a:gd name="T15" fmla="*/ 38 h 42"/>
                <a:gd name="T16" fmla="*/ 8 w 104"/>
                <a:gd name="T17" fmla="*/ 24 h 42"/>
                <a:gd name="T18" fmla="*/ 27 w 104"/>
                <a:gd name="T19" fmla="*/ 37 h 42"/>
                <a:gd name="T20" fmla="*/ 5 w 104"/>
                <a:gd name="T21" fmla="*/ 21 h 42"/>
                <a:gd name="T22" fmla="*/ 10 w 104"/>
                <a:gd name="T23" fmla="*/ 18 h 42"/>
                <a:gd name="T24" fmla="*/ 33 w 104"/>
                <a:gd name="T25" fmla="*/ 35 h 42"/>
                <a:gd name="T26" fmla="*/ 14 w 104"/>
                <a:gd name="T27" fmla="*/ 18 h 42"/>
                <a:gd name="T28" fmla="*/ 38 w 104"/>
                <a:gd name="T29" fmla="*/ 31 h 42"/>
                <a:gd name="T30" fmla="*/ 21 w 104"/>
                <a:gd name="T31" fmla="*/ 19 h 42"/>
                <a:gd name="T32" fmla="*/ 43 w 104"/>
                <a:gd name="T33" fmla="*/ 30 h 42"/>
                <a:gd name="T34" fmla="*/ 21 w 104"/>
                <a:gd name="T35" fmla="*/ 16 h 42"/>
                <a:gd name="T36" fmla="*/ 47 w 104"/>
                <a:gd name="T37" fmla="*/ 26 h 42"/>
                <a:gd name="T38" fmla="*/ 27 w 104"/>
                <a:gd name="T39" fmla="*/ 14 h 42"/>
                <a:gd name="T40" fmla="*/ 52 w 104"/>
                <a:gd name="T41" fmla="*/ 23 h 42"/>
                <a:gd name="T42" fmla="*/ 29 w 104"/>
                <a:gd name="T43" fmla="*/ 11 h 42"/>
                <a:gd name="T44" fmla="*/ 54 w 104"/>
                <a:gd name="T45" fmla="*/ 19 h 42"/>
                <a:gd name="T46" fmla="*/ 38 w 104"/>
                <a:gd name="T47" fmla="*/ 9 h 42"/>
                <a:gd name="T48" fmla="*/ 59 w 104"/>
                <a:gd name="T49" fmla="*/ 16 h 42"/>
                <a:gd name="T50" fmla="*/ 46 w 104"/>
                <a:gd name="T51" fmla="*/ 7 h 42"/>
                <a:gd name="T52" fmla="*/ 65 w 104"/>
                <a:gd name="T53" fmla="*/ 14 h 42"/>
                <a:gd name="T54" fmla="*/ 53 w 104"/>
                <a:gd name="T55" fmla="*/ 5 h 42"/>
                <a:gd name="T56" fmla="*/ 67 w 104"/>
                <a:gd name="T57" fmla="*/ 10 h 42"/>
                <a:gd name="T58" fmla="*/ 59 w 104"/>
                <a:gd name="T59" fmla="*/ 2 h 42"/>
                <a:gd name="T60" fmla="*/ 71 w 104"/>
                <a:gd name="T61" fmla="*/ 6 h 42"/>
                <a:gd name="T62" fmla="*/ 69 w 104"/>
                <a:gd name="T63" fmla="*/ 0 h 42"/>
                <a:gd name="T64" fmla="*/ 35 w 104"/>
                <a:gd name="T65" fmla="*/ 36 h 42"/>
                <a:gd name="T66" fmla="*/ 43 w 104"/>
                <a:gd name="T67" fmla="*/ 38 h 42"/>
                <a:gd name="T68" fmla="*/ 30 w 104"/>
                <a:gd name="T69" fmla="*/ 34 h 42"/>
                <a:gd name="T70" fmla="*/ 53 w 104"/>
                <a:gd name="T71" fmla="*/ 32 h 42"/>
                <a:gd name="T72" fmla="*/ 50 w 104"/>
                <a:gd name="T73" fmla="*/ 27 h 42"/>
                <a:gd name="T74" fmla="*/ 58 w 104"/>
                <a:gd name="T75" fmla="*/ 29 h 42"/>
                <a:gd name="T76" fmla="*/ 53 w 104"/>
                <a:gd name="T77" fmla="*/ 22 h 42"/>
                <a:gd name="T78" fmla="*/ 61 w 104"/>
                <a:gd name="T79" fmla="*/ 24 h 42"/>
                <a:gd name="T80" fmla="*/ 59 w 104"/>
                <a:gd name="T81" fmla="*/ 20 h 42"/>
                <a:gd name="T82" fmla="*/ 67 w 104"/>
                <a:gd name="T83" fmla="*/ 23 h 42"/>
                <a:gd name="T84" fmla="*/ 66 w 104"/>
                <a:gd name="T85" fmla="*/ 18 h 42"/>
                <a:gd name="T86" fmla="*/ 72 w 104"/>
                <a:gd name="T87" fmla="*/ 21 h 42"/>
                <a:gd name="T88" fmla="*/ 73 w 104"/>
                <a:gd name="T89" fmla="*/ 14 h 42"/>
                <a:gd name="T90" fmla="*/ 76 w 104"/>
                <a:gd name="T91" fmla="*/ 1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4" h="42">
                  <a:moveTo>
                    <a:pt x="0" y="32"/>
                  </a:moveTo>
                  <a:cubicBezTo>
                    <a:pt x="3" y="36"/>
                    <a:pt x="5" y="40"/>
                    <a:pt x="11" y="42"/>
                  </a:cubicBezTo>
                  <a:cubicBezTo>
                    <a:pt x="8" y="39"/>
                    <a:pt x="6" y="35"/>
                    <a:pt x="3" y="32"/>
                  </a:cubicBezTo>
                  <a:cubicBezTo>
                    <a:pt x="7" y="36"/>
                    <a:pt x="10" y="38"/>
                    <a:pt x="14" y="40"/>
                  </a:cubicBezTo>
                  <a:cubicBezTo>
                    <a:pt x="10" y="36"/>
                    <a:pt x="6" y="31"/>
                    <a:pt x="1" y="28"/>
                  </a:cubicBezTo>
                  <a:cubicBezTo>
                    <a:pt x="5" y="36"/>
                    <a:pt x="11" y="39"/>
                    <a:pt x="19" y="40"/>
                  </a:cubicBezTo>
                  <a:cubicBezTo>
                    <a:pt x="15" y="35"/>
                    <a:pt x="12" y="31"/>
                    <a:pt x="6" y="27"/>
                  </a:cubicBezTo>
                  <a:cubicBezTo>
                    <a:pt x="11" y="31"/>
                    <a:pt x="18" y="35"/>
                    <a:pt x="24" y="38"/>
                  </a:cubicBezTo>
                  <a:cubicBezTo>
                    <a:pt x="19" y="32"/>
                    <a:pt x="15" y="28"/>
                    <a:pt x="8" y="24"/>
                  </a:cubicBezTo>
                  <a:cubicBezTo>
                    <a:pt x="13" y="30"/>
                    <a:pt x="19" y="33"/>
                    <a:pt x="27" y="37"/>
                  </a:cubicBezTo>
                  <a:cubicBezTo>
                    <a:pt x="21" y="29"/>
                    <a:pt x="12" y="25"/>
                    <a:pt x="5" y="21"/>
                  </a:cubicBezTo>
                  <a:cubicBezTo>
                    <a:pt x="6" y="20"/>
                    <a:pt x="9" y="19"/>
                    <a:pt x="10" y="18"/>
                  </a:cubicBezTo>
                  <a:cubicBezTo>
                    <a:pt x="16" y="25"/>
                    <a:pt x="24" y="31"/>
                    <a:pt x="33" y="35"/>
                  </a:cubicBezTo>
                  <a:cubicBezTo>
                    <a:pt x="29" y="27"/>
                    <a:pt x="22" y="21"/>
                    <a:pt x="14" y="18"/>
                  </a:cubicBezTo>
                  <a:cubicBezTo>
                    <a:pt x="21" y="24"/>
                    <a:pt x="29" y="29"/>
                    <a:pt x="38" y="31"/>
                  </a:cubicBezTo>
                  <a:cubicBezTo>
                    <a:pt x="32" y="28"/>
                    <a:pt x="26" y="23"/>
                    <a:pt x="21" y="19"/>
                  </a:cubicBezTo>
                  <a:cubicBezTo>
                    <a:pt x="28" y="23"/>
                    <a:pt x="36" y="27"/>
                    <a:pt x="43" y="30"/>
                  </a:cubicBezTo>
                  <a:cubicBezTo>
                    <a:pt x="36" y="25"/>
                    <a:pt x="29" y="20"/>
                    <a:pt x="21" y="16"/>
                  </a:cubicBezTo>
                  <a:cubicBezTo>
                    <a:pt x="30" y="19"/>
                    <a:pt x="39" y="22"/>
                    <a:pt x="47" y="26"/>
                  </a:cubicBezTo>
                  <a:cubicBezTo>
                    <a:pt x="41" y="22"/>
                    <a:pt x="34" y="17"/>
                    <a:pt x="27" y="14"/>
                  </a:cubicBezTo>
                  <a:cubicBezTo>
                    <a:pt x="36" y="16"/>
                    <a:pt x="44" y="20"/>
                    <a:pt x="52" y="23"/>
                  </a:cubicBezTo>
                  <a:cubicBezTo>
                    <a:pt x="44" y="19"/>
                    <a:pt x="36" y="15"/>
                    <a:pt x="29" y="11"/>
                  </a:cubicBezTo>
                  <a:cubicBezTo>
                    <a:pt x="37" y="12"/>
                    <a:pt x="46" y="16"/>
                    <a:pt x="54" y="19"/>
                  </a:cubicBezTo>
                  <a:cubicBezTo>
                    <a:pt x="49" y="16"/>
                    <a:pt x="43" y="12"/>
                    <a:pt x="38" y="9"/>
                  </a:cubicBezTo>
                  <a:cubicBezTo>
                    <a:pt x="45" y="11"/>
                    <a:pt x="52" y="13"/>
                    <a:pt x="59" y="16"/>
                  </a:cubicBezTo>
                  <a:cubicBezTo>
                    <a:pt x="55" y="13"/>
                    <a:pt x="51" y="10"/>
                    <a:pt x="46" y="7"/>
                  </a:cubicBezTo>
                  <a:cubicBezTo>
                    <a:pt x="52" y="9"/>
                    <a:pt x="59" y="11"/>
                    <a:pt x="65" y="14"/>
                  </a:cubicBezTo>
                  <a:cubicBezTo>
                    <a:pt x="61" y="11"/>
                    <a:pt x="57" y="8"/>
                    <a:pt x="53" y="5"/>
                  </a:cubicBezTo>
                  <a:cubicBezTo>
                    <a:pt x="57" y="7"/>
                    <a:pt x="62" y="8"/>
                    <a:pt x="67" y="10"/>
                  </a:cubicBezTo>
                  <a:cubicBezTo>
                    <a:pt x="64" y="7"/>
                    <a:pt x="62" y="4"/>
                    <a:pt x="59" y="2"/>
                  </a:cubicBezTo>
                  <a:cubicBezTo>
                    <a:pt x="63" y="3"/>
                    <a:pt x="68" y="4"/>
                    <a:pt x="71" y="6"/>
                  </a:cubicBezTo>
                  <a:cubicBezTo>
                    <a:pt x="71" y="5"/>
                    <a:pt x="69" y="0"/>
                    <a:pt x="69" y="0"/>
                  </a:cubicBezTo>
                  <a:cubicBezTo>
                    <a:pt x="104" y="10"/>
                    <a:pt x="45" y="31"/>
                    <a:pt x="35" y="36"/>
                  </a:cubicBezTo>
                  <a:cubicBezTo>
                    <a:pt x="38" y="36"/>
                    <a:pt x="41" y="38"/>
                    <a:pt x="43" y="38"/>
                  </a:cubicBezTo>
                  <a:cubicBezTo>
                    <a:pt x="39" y="37"/>
                    <a:pt x="34" y="35"/>
                    <a:pt x="30" y="34"/>
                  </a:cubicBezTo>
                  <a:cubicBezTo>
                    <a:pt x="38" y="33"/>
                    <a:pt x="46" y="33"/>
                    <a:pt x="53" y="32"/>
                  </a:cubicBezTo>
                  <a:cubicBezTo>
                    <a:pt x="54" y="31"/>
                    <a:pt x="51" y="28"/>
                    <a:pt x="50" y="27"/>
                  </a:cubicBezTo>
                  <a:cubicBezTo>
                    <a:pt x="52" y="27"/>
                    <a:pt x="56" y="29"/>
                    <a:pt x="58" y="29"/>
                  </a:cubicBezTo>
                  <a:cubicBezTo>
                    <a:pt x="56" y="26"/>
                    <a:pt x="54" y="25"/>
                    <a:pt x="53" y="22"/>
                  </a:cubicBezTo>
                  <a:cubicBezTo>
                    <a:pt x="56" y="23"/>
                    <a:pt x="58" y="24"/>
                    <a:pt x="61" y="24"/>
                  </a:cubicBezTo>
                  <a:cubicBezTo>
                    <a:pt x="61" y="24"/>
                    <a:pt x="59" y="20"/>
                    <a:pt x="59" y="20"/>
                  </a:cubicBezTo>
                  <a:cubicBezTo>
                    <a:pt x="62" y="21"/>
                    <a:pt x="64" y="23"/>
                    <a:pt x="67" y="23"/>
                  </a:cubicBezTo>
                  <a:cubicBezTo>
                    <a:pt x="68" y="22"/>
                    <a:pt x="65" y="20"/>
                    <a:pt x="66" y="18"/>
                  </a:cubicBezTo>
                  <a:cubicBezTo>
                    <a:pt x="67" y="19"/>
                    <a:pt x="71" y="21"/>
                    <a:pt x="72" y="21"/>
                  </a:cubicBezTo>
                  <a:cubicBezTo>
                    <a:pt x="73" y="19"/>
                    <a:pt x="72" y="16"/>
                    <a:pt x="73" y="14"/>
                  </a:cubicBezTo>
                  <a:cubicBezTo>
                    <a:pt x="78" y="16"/>
                    <a:pt x="76" y="14"/>
                    <a:pt x="76" y="1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7" name="Freeform 627">
              <a:extLst>
                <a:ext uri="{FF2B5EF4-FFF2-40B4-BE49-F238E27FC236}">
                  <a16:creationId xmlns:a16="http://schemas.microsoft.com/office/drawing/2014/main" id="{67E95707-EA70-50E3-7523-D8DC8DBDEBC2}"/>
                </a:ext>
              </a:extLst>
            </p:cNvPr>
            <p:cNvSpPr/>
            <p:nvPr/>
          </p:nvSpPr>
          <p:spPr bwMode="auto">
            <a:xfrm>
              <a:off x="6157913" y="2921001"/>
              <a:ext cx="106363" cy="63500"/>
            </a:xfrm>
            <a:custGeom>
              <a:avLst/>
              <a:gdLst>
                <a:gd name="T0" fmla="*/ 0 w 28"/>
                <a:gd name="T1" fmla="*/ 15 h 17"/>
                <a:gd name="T2" fmla="*/ 18 w 28"/>
                <a:gd name="T3" fmla="*/ 17 h 17"/>
                <a:gd name="T4" fmla="*/ 7 w 28"/>
                <a:gd name="T5" fmla="*/ 9 h 17"/>
                <a:gd name="T6" fmla="*/ 19 w 28"/>
                <a:gd name="T7" fmla="*/ 14 h 17"/>
                <a:gd name="T8" fmla="*/ 11 w 28"/>
                <a:gd name="T9" fmla="*/ 4 h 17"/>
                <a:gd name="T10" fmla="*/ 23 w 28"/>
                <a:gd name="T11" fmla="*/ 8 h 17"/>
                <a:gd name="T12" fmla="*/ 17 w 28"/>
                <a:gd name="T13" fmla="*/ 0 h 17"/>
                <a:gd name="T14" fmla="*/ 28 w 28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7">
                  <a:moveTo>
                    <a:pt x="0" y="15"/>
                  </a:moveTo>
                  <a:cubicBezTo>
                    <a:pt x="1" y="15"/>
                    <a:pt x="13" y="16"/>
                    <a:pt x="18" y="17"/>
                  </a:cubicBezTo>
                  <a:cubicBezTo>
                    <a:pt x="15" y="15"/>
                    <a:pt x="11" y="11"/>
                    <a:pt x="7" y="9"/>
                  </a:cubicBezTo>
                  <a:cubicBezTo>
                    <a:pt x="11" y="11"/>
                    <a:pt x="16" y="12"/>
                    <a:pt x="19" y="14"/>
                  </a:cubicBezTo>
                  <a:cubicBezTo>
                    <a:pt x="16" y="11"/>
                    <a:pt x="14" y="7"/>
                    <a:pt x="11" y="4"/>
                  </a:cubicBezTo>
                  <a:cubicBezTo>
                    <a:pt x="15" y="6"/>
                    <a:pt x="20" y="6"/>
                    <a:pt x="23" y="8"/>
                  </a:cubicBezTo>
                  <a:cubicBezTo>
                    <a:pt x="21" y="6"/>
                    <a:pt x="20" y="2"/>
                    <a:pt x="17" y="0"/>
                  </a:cubicBezTo>
                  <a:cubicBezTo>
                    <a:pt x="20" y="1"/>
                    <a:pt x="27" y="1"/>
                    <a:pt x="28" y="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8" name="Freeform 628">
              <a:extLst>
                <a:ext uri="{FF2B5EF4-FFF2-40B4-BE49-F238E27FC236}">
                  <a16:creationId xmlns:a16="http://schemas.microsoft.com/office/drawing/2014/main" id="{A76A64F5-82AE-75BD-1C83-051398A3D7D4}"/>
                </a:ext>
              </a:extLst>
            </p:cNvPr>
            <p:cNvSpPr/>
            <p:nvPr/>
          </p:nvSpPr>
          <p:spPr bwMode="auto">
            <a:xfrm>
              <a:off x="6165851" y="2992438"/>
              <a:ext cx="41275" cy="26988"/>
            </a:xfrm>
            <a:custGeom>
              <a:avLst/>
              <a:gdLst>
                <a:gd name="T0" fmla="*/ 0 w 11"/>
                <a:gd name="T1" fmla="*/ 1 h 7"/>
                <a:gd name="T2" fmla="*/ 11 w 11"/>
                <a:gd name="T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" h="7">
                  <a:moveTo>
                    <a:pt x="0" y="1"/>
                  </a:moveTo>
                  <a:cubicBezTo>
                    <a:pt x="5" y="6"/>
                    <a:pt x="10" y="7"/>
                    <a:pt x="11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9" name="Freeform 629">
              <a:extLst>
                <a:ext uri="{FF2B5EF4-FFF2-40B4-BE49-F238E27FC236}">
                  <a16:creationId xmlns:a16="http://schemas.microsoft.com/office/drawing/2014/main" id="{908BA455-BC82-ECAE-7CF2-9F7E86C77BB1}"/>
                </a:ext>
              </a:extLst>
            </p:cNvPr>
            <p:cNvSpPr/>
            <p:nvPr/>
          </p:nvSpPr>
          <p:spPr bwMode="auto">
            <a:xfrm>
              <a:off x="5807076" y="3090863"/>
              <a:ext cx="325438" cy="828675"/>
            </a:xfrm>
            <a:custGeom>
              <a:avLst/>
              <a:gdLst>
                <a:gd name="T0" fmla="*/ 0 w 86"/>
                <a:gd name="T1" fmla="*/ 0 h 219"/>
                <a:gd name="T2" fmla="*/ 48 w 86"/>
                <a:gd name="T3" fmla="*/ 120 h 219"/>
                <a:gd name="T4" fmla="*/ 86 w 86"/>
                <a:gd name="T5" fmla="*/ 219 h 219"/>
                <a:gd name="T6" fmla="*/ 29 w 86"/>
                <a:gd name="T7" fmla="*/ 97 h 219"/>
                <a:gd name="T8" fmla="*/ 11 w 86"/>
                <a:gd name="T9" fmla="*/ 4 h 219"/>
                <a:gd name="T10" fmla="*/ 82 w 86"/>
                <a:gd name="T11" fmla="*/ 196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219">
                  <a:moveTo>
                    <a:pt x="0" y="0"/>
                  </a:moveTo>
                  <a:cubicBezTo>
                    <a:pt x="19" y="37"/>
                    <a:pt x="30" y="82"/>
                    <a:pt x="48" y="120"/>
                  </a:cubicBezTo>
                  <a:cubicBezTo>
                    <a:pt x="64" y="153"/>
                    <a:pt x="80" y="185"/>
                    <a:pt x="86" y="219"/>
                  </a:cubicBezTo>
                  <a:cubicBezTo>
                    <a:pt x="64" y="181"/>
                    <a:pt x="41" y="140"/>
                    <a:pt x="29" y="97"/>
                  </a:cubicBezTo>
                  <a:cubicBezTo>
                    <a:pt x="20" y="67"/>
                    <a:pt x="20" y="33"/>
                    <a:pt x="11" y="4"/>
                  </a:cubicBezTo>
                  <a:cubicBezTo>
                    <a:pt x="23" y="72"/>
                    <a:pt x="61" y="132"/>
                    <a:pt x="82" y="19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0" name="Freeform 630">
              <a:extLst>
                <a:ext uri="{FF2B5EF4-FFF2-40B4-BE49-F238E27FC236}">
                  <a16:creationId xmlns:a16="http://schemas.microsoft.com/office/drawing/2014/main" id="{B014D2AB-3858-CFDF-140D-E4F9CAAD43C1}"/>
                </a:ext>
              </a:extLst>
            </p:cNvPr>
            <p:cNvSpPr/>
            <p:nvPr/>
          </p:nvSpPr>
          <p:spPr bwMode="auto">
            <a:xfrm>
              <a:off x="5889626" y="3381376"/>
              <a:ext cx="207963" cy="420688"/>
            </a:xfrm>
            <a:custGeom>
              <a:avLst/>
              <a:gdLst>
                <a:gd name="T0" fmla="*/ 0 w 55"/>
                <a:gd name="T1" fmla="*/ 0 h 111"/>
                <a:gd name="T2" fmla="*/ 55 w 55"/>
                <a:gd name="T3" fmla="*/ 111 h 111"/>
                <a:gd name="T4" fmla="*/ 50 w 55"/>
                <a:gd name="T5" fmla="*/ 106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" h="111">
                  <a:moveTo>
                    <a:pt x="0" y="0"/>
                  </a:moveTo>
                  <a:cubicBezTo>
                    <a:pt x="18" y="38"/>
                    <a:pt x="32" y="75"/>
                    <a:pt x="55" y="111"/>
                  </a:cubicBezTo>
                  <a:cubicBezTo>
                    <a:pt x="53" y="109"/>
                    <a:pt x="52" y="107"/>
                    <a:pt x="50" y="10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1" name="Freeform 631">
              <a:extLst>
                <a:ext uri="{FF2B5EF4-FFF2-40B4-BE49-F238E27FC236}">
                  <a16:creationId xmlns:a16="http://schemas.microsoft.com/office/drawing/2014/main" id="{0A547BF1-E008-9874-44E4-9FBF477312C7}"/>
                </a:ext>
              </a:extLst>
            </p:cNvPr>
            <p:cNvSpPr/>
            <p:nvPr/>
          </p:nvSpPr>
          <p:spPr bwMode="auto">
            <a:xfrm>
              <a:off x="5803901" y="3033713"/>
              <a:ext cx="147638" cy="76200"/>
            </a:xfrm>
            <a:custGeom>
              <a:avLst/>
              <a:gdLst>
                <a:gd name="T0" fmla="*/ 0 w 39"/>
                <a:gd name="T1" fmla="*/ 15 h 20"/>
                <a:gd name="T2" fmla="*/ 39 w 39"/>
                <a:gd name="T3" fmla="*/ 0 h 20"/>
                <a:gd name="T4" fmla="*/ 8 w 39"/>
                <a:gd name="T5" fmla="*/ 20 h 20"/>
                <a:gd name="T6" fmla="*/ 37 w 39"/>
                <a:gd name="T7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20">
                  <a:moveTo>
                    <a:pt x="0" y="15"/>
                  </a:moveTo>
                  <a:cubicBezTo>
                    <a:pt x="9" y="13"/>
                    <a:pt x="27" y="5"/>
                    <a:pt x="39" y="0"/>
                  </a:cubicBezTo>
                  <a:cubicBezTo>
                    <a:pt x="31" y="9"/>
                    <a:pt x="18" y="16"/>
                    <a:pt x="8" y="20"/>
                  </a:cubicBezTo>
                  <a:cubicBezTo>
                    <a:pt x="17" y="14"/>
                    <a:pt x="28" y="10"/>
                    <a:pt x="37" y="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2" name="Freeform 632">
              <a:extLst>
                <a:ext uri="{FF2B5EF4-FFF2-40B4-BE49-F238E27FC236}">
                  <a16:creationId xmlns:a16="http://schemas.microsoft.com/office/drawing/2014/main" id="{47034385-F6D3-5CB4-3142-668D1263E6B6}"/>
                </a:ext>
              </a:extLst>
            </p:cNvPr>
            <p:cNvSpPr/>
            <p:nvPr/>
          </p:nvSpPr>
          <p:spPr bwMode="auto">
            <a:xfrm>
              <a:off x="5803901" y="3090863"/>
              <a:ext cx="79375" cy="260350"/>
            </a:xfrm>
            <a:custGeom>
              <a:avLst/>
              <a:gdLst>
                <a:gd name="T0" fmla="*/ 0 w 21"/>
                <a:gd name="T1" fmla="*/ 0 h 69"/>
                <a:gd name="T2" fmla="*/ 21 w 21"/>
                <a:gd name="T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" h="69">
                  <a:moveTo>
                    <a:pt x="0" y="0"/>
                  </a:moveTo>
                  <a:cubicBezTo>
                    <a:pt x="7" y="21"/>
                    <a:pt x="16" y="47"/>
                    <a:pt x="21" y="6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3" name="Freeform 633">
              <a:extLst>
                <a:ext uri="{FF2B5EF4-FFF2-40B4-BE49-F238E27FC236}">
                  <a16:creationId xmlns:a16="http://schemas.microsoft.com/office/drawing/2014/main" id="{DB8FC0BF-7A4A-589E-3D2A-83901FA36491}"/>
                </a:ext>
              </a:extLst>
            </p:cNvPr>
            <p:cNvSpPr/>
            <p:nvPr/>
          </p:nvSpPr>
          <p:spPr bwMode="auto">
            <a:xfrm>
              <a:off x="6283326" y="2874963"/>
              <a:ext cx="184150" cy="52388"/>
            </a:xfrm>
            <a:custGeom>
              <a:avLst/>
              <a:gdLst>
                <a:gd name="T0" fmla="*/ 0 w 49"/>
                <a:gd name="T1" fmla="*/ 12 h 14"/>
                <a:gd name="T2" fmla="*/ 49 w 49"/>
                <a:gd name="T3" fmla="*/ 5 h 14"/>
                <a:gd name="T4" fmla="*/ 10 w 49"/>
                <a:gd name="T5" fmla="*/ 9 h 14"/>
                <a:gd name="T6" fmla="*/ 45 w 49"/>
                <a:gd name="T7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14">
                  <a:moveTo>
                    <a:pt x="0" y="12"/>
                  </a:moveTo>
                  <a:cubicBezTo>
                    <a:pt x="15" y="14"/>
                    <a:pt x="34" y="7"/>
                    <a:pt x="49" y="5"/>
                  </a:cubicBezTo>
                  <a:cubicBezTo>
                    <a:pt x="36" y="6"/>
                    <a:pt x="22" y="9"/>
                    <a:pt x="10" y="9"/>
                  </a:cubicBezTo>
                  <a:cubicBezTo>
                    <a:pt x="20" y="4"/>
                    <a:pt x="35" y="0"/>
                    <a:pt x="45" y="3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4" name="Freeform 634">
              <a:extLst>
                <a:ext uri="{FF2B5EF4-FFF2-40B4-BE49-F238E27FC236}">
                  <a16:creationId xmlns:a16="http://schemas.microsoft.com/office/drawing/2014/main" id="{8CF6872D-9E66-934F-7D2B-F02D07084A2C}"/>
                </a:ext>
              </a:extLst>
            </p:cNvPr>
            <p:cNvSpPr/>
            <p:nvPr/>
          </p:nvSpPr>
          <p:spPr bwMode="auto">
            <a:xfrm>
              <a:off x="6434138" y="2916238"/>
              <a:ext cx="312738" cy="771525"/>
            </a:xfrm>
            <a:custGeom>
              <a:avLst/>
              <a:gdLst>
                <a:gd name="T0" fmla="*/ 0 w 83"/>
                <a:gd name="T1" fmla="*/ 0 h 204"/>
                <a:gd name="T2" fmla="*/ 78 w 83"/>
                <a:gd name="T3" fmla="*/ 204 h 204"/>
                <a:gd name="T4" fmla="*/ 42 w 83"/>
                <a:gd name="T5" fmla="*/ 90 h 204"/>
                <a:gd name="T6" fmla="*/ 7 w 83"/>
                <a:gd name="T7" fmla="*/ 2 h 204"/>
                <a:gd name="T8" fmla="*/ 56 w 83"/>
                <a:gd name="T9" fmla="*/ 106 h 204"/>
                <a:gd name="T10" fmla="*/ 83 w 83"/>
                <a:gd name="T11" fmla="*/ 203 h 204"/>
                <a:gd name="T12" fmla="*/ 59 w 83"/>
                <a:gd name="T13" fmla="*/ 13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204">
                  <a:moveTo>
                    <a:pt x="0" y="0"/>
                  </a:moveTo>
                  <a:cubicBezTo>
                    <a:pt x="39" y="63"/>
                    <a:pt x="51" y="137"/>
                    <a:pt x="78" y="204"/>
                  </a:cubicBezTo>
                  <a:cubicBezTo>
                    <a:pt x="68" y="166"/>
                    <a:pt x="54" y="127"/>
                    <a:pt x="42" y="90"/>
                  </a:cubicBezTo>
                  <a:cubicBezTo>
                    <a:pt x="33" y="61"/>
                    <a:pt x="11" y="32"/>
                    <a:pt x="7" y="2"/>
                  </a:cubicBezTo>
                  <a:cubicBezTo>
                    <a:pt x="24" y="38"/>
                    <a:pt x="43" y="68"/>
                    <a:pt x="56" y="106"/>
                  </a:cubicBezTo>
                  <a:cubicBezTo>
                    <a:pt x="67" y="138"/>
                    <a:pt x="73" y="172"/>
                    <a:pt x="83" y="203"/>
                  </a:cubicBezTo>
                  <a:cubicBezTo>
                    <a:pt x="69" y="182"/>
                    <a:pt x="64" y="155"/>
                    <a:pt x="59" y="13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5" name="Freeform 635">
              <a:extLst>
                <a:ext uri="{FF2B5EF4-FFF2-40B4-BE49-F238E27FC236}">
                  <a16:creationId xmlns:a16="http://schemas.microsoft.com/office/drawing/2014/main" id="{62C13DF2-CE91-D1F9-B575-9DCE1EFF1679}"/>
                </a:ext>
              </a:extLst>
            </p:cNvPr>
            <p:cNvSpPr/>
            <p:nvPr/>
          </p:nvSpPr>
          <p:spPr bwMode="auto">
            <a:xfrm>
              <a:off x="6459538" y="2878138"/>
              <a:ext cx="76200" cy="166688"/>
            </a:xfrm>
            <a:custGeom>
              <a:avLst/>
              <a:gdLst>
                <a:gd name="T0" fmla="*/ 0 w 20"/>
                <a:gd name="T1" fmla="*/ 0 h 44"/>
                <a:gd name="T2" fmla="*/ 20 w 20"/>
                <a:gd name="T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0"/>
                  </a:moveTo>
                  <a:cubicBezTo>
                    <a:pt x="9" y="12"/>
                    <a:pt x="15" y="30"/>
                    <a:pt x="20" y="4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6" name="Freeform 636">
              <a:extLst>
                <a:ext uri="{FF2B5EF4-FFF2-40B4-BE49-F238E27FC236}">
                  <a16:creationId xmlns:a16="http://schemas.microsoft.com/office/drawing/2014/main" id="{8AAADC08-BA11-32AC-E0CE-9D5CA3FDD37C}"/>
                </a:ext>
              </a:extLst>
            </p:cNvPr>
            <p:cNvSpPr/>
            <p:nvPr/>
          </p:nvSpPr>
          <p:spPr bwMode="auto">
            <a:xfrm>
              <a:off x="6149976" y="3687763"/>
              <a:ext cx="563563" cy="193675"/>
            </a:xfrm>
            <a:custGeom>
              <a:avLst/>
              <a:gdLst>
                <a:gd name="T0" fmla="*/ 0 w 149"/>
                <a:gd name="T1" fmla="*/ 51 h 51"/>
                <a:gd name="T2" fmla="*/ 149 w 149"/>
                <a:gd name="T3" fmla="*/ 0 h 51"/>
                <a:gd name="T4" fmla="*/ 0 w 149"/>
                <a:gd name="T5" fmla="*/ 48 h 51"/>
                <a:gd name="T6" fmla="*/ 148 w 149"/>
                <a:gd name="T7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51">
                  <a:moveTo>
                    <a:pt x="0" y="51"/>
                  </a:moveTo>
                  <a:cubicBezTo>
                    <a:pt x="45" y="49"/>
                    <a:pt x="108" y="25"/>
                    <a:pt x="149" y="0"/>
                  </a:cubicBezTo>
                  <a:cubicBezTo>
                    <a:pt x="104" y="29"/>
                    <a:pt x="51" y="39"/>
                    <a:pt x="0" y="48"/>
                  </a:cubicBezTo>
                  <a:cubicBezTo>
                    <a:pt x="46" y="29"/>
                    <a:pt x="106" y="26"/>
                    <a:pt x="148" y="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7" name="Freeform 637">
              <a:extLst>
                <a:ext uri="{FF2B5EF4-FFF2-40B4-BE49-F238E27FC236}">
                  <a16:creationId xmlns:a16="http://schemas.microsoft.com/office/drawing/2014/main" id="{02AB6167-044A-D6A2-A325-31A3996E200F}"/>
                </a:ext>
              </a:extLst>
            </p:cNvPr>
            <p:cNvSpPr/>
            <p:nvPr/>
          </p:nvSpPr>
          <p:spPr bwMode="auto">
            <a:xfrm>
              <a:off x="6119813" y="3895726"/>
              <a:ext cx="68263" cy="7938"/>
            </a:xfrm>
            <a:custGeom>
              <a:avLst/>
              <a:gdLst>
                <a:gd name="T0" fmla="*/ 0 w 18"/>
                <a:gd name="T1" fmla="*/ 0 h 2"/>
                <a:gd name="T2" fmla="*/ 18 w 18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" h="2">
                  <a:moveTo>
                    <a:pt x="0" y="0"/>
                  </a:moveTo>
                  <a:cubicBezTo>
                    <a:pt x="2" y="1"/>
                    <a:pt x="12" y="2"/>
                    <a:pt x="18" y="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8" name="Freeform 638">
              <a:extLst>
                <a:ext uri="{FF2B5EF4-FFF2-40B4-BE49-F238E27FC236}">
                  <a16:creationId xmlns:a16="http://schemas.microsoft.com/office/drawing/2014/main" id="{CEB34AF7-5343-7B35-3322-A8CF357CAB80}"/>
                </a:ext>
              </a:extLst>
            </p:cNvPr>
            <p:cNvSpPr/>
            <p:nvPr/>
          </p:nvSpPr>
          <p:spPr bwMode="auto">
            <a:xfrm>
              <a:off x="6037263" y="3725863"/>
              <a:ext cx="95250" cy="204788"/>
            </a:xfrm>
            <a:custGeom>
              <a:avLst/>
              <a:gdLst>
                <a:gd name="T0" fmla="*/ 12 w 25"/>
                <a:gd name="T1" fmla="*/ 39 h 54"/>
                <a:gd name="T2" fmla="*/ 22 w 25"/>
                <a:gd name="T3" fmla="*/ 54 h 54"/>
                <a:gd name="T4" fmla="*/ 12 w 25"/>
                <a:gd name="T5" fmla="*/ 34 h 54"/>
                <a:gd name="T6" fmla="*/ 23 w 25"/>
                <a:gd name="T7" fmla="*/ 47 h 54"/>
                <a:gd name="T8" fmla="*/ 10 w 25"/>
                <a:gd name="T9" fmla="*/ 29 h 54"/>
                <a:gd name="T10" fmla="*/ 25 w 25"/>
                <a:gd name="T11" fmla="*/ 42 h 54"/>
                <a:gd name="T12" fmla="*/ 4 w 25"/>
                <a:gd name="T13" fmla="*/ 23 h 54"/>
                <a:gd name="T14" fmla="*/ 17 w 25"/>
                <a:gd name="T15" fmla="*/ 31 h 54"/>
                <a:gd name="T16" fmla="*/ 0 w 25"/>
                <a:gd name="T17" fmla="*/ 13 h 54"/>
                <a:gd name="T18" fmla="*/ 13 w 25"/>
                <a:gd name="T19" fmla="*/ 20 h 54"/>
                <a:gd name="T20" fmla="*/ 2 w 25"/>
                <a:gd name="T21" fmla="*/ 6 h 54"/>
                <a:gd name="T22" fmla="*/ 11 w 25"/>
                <a:gd name="T23" fmla="*/ 13 h 54"/>
                <a:gd name="T24" fmla="*/ 1 w 25"/>
                <a:gd name="T25" fmla="*/ 0 h 54"/>
                <a:gd name="T26" fmla="*/ 7 w 25"/>
                <a:gd name="T27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54">
                  <a:moveTo>
                    <a:pt x="12" y="39"/>
                  </a:moveTo>
                  <a:cubicBezTo>
                    <a:pt x="14" y="44"/>
                    <a:pt x="19" y="49"/>
                    <a:pt x="22" y="54"/>
                  </a:cubicBezTo>
                  <a:cubicBezTo>
                    <a:pt x="20" y="47"/>
                    <a:pt x="15" y="40"/>
                    <a:pt x="12" y="34"/>
                  </a:cubicBezTo>
                  <a:cubicBezTo>
                    <a:pt x="15" y="40"/>
                    <a:pt x="20" y="43"/>
                    <a:pt x="23" y="47"/>
                  </a:cubicBezTo>
                  <a:cubicBezTo>
                    <a:pt x="22" y="41"/>
                    <a:pt x="13" y="35"/>
                    <a:pt x="10" y="29"/>
                  </a:cubicBezTo>
                  <a:cubicBezTo>
                    <a:pt x="13" y="34"/>
                    <a:pt x="20" y="37"/>
                    <a:pt x="25" y="42"/>
                  </a:cubicBezTo>
                  <a:cubicBezTo>
                    <a:pt x="20" y="35"/>
                    <a:pt x="12" y="27"/>
                    <a:pt x="4" y="23"/>
                  </a:cubicBezTo>
                  <a:cubicBezTo>
                    <a:pt x="8" y="26"/>
                    <a:pt x="13" y="28"/>
                    <a:pt x="17" y="31"/>
                  </a:cubicBezTo>
                  <a:cubicBezTo>
                    <a:pt x="14" y="24"/>
                    <a:pt x="5" y="19"/>
                    <a:pt x="0" y="13"/>
                  </a:cubicBezTo>
                  <a:cubicBezTo>
                    <a:pt x="4" y="16"/>
                    <a:pt x="9" y="18"/>
                    <a:pt x="13" y="20"/>
                  </a:cubicBezTo>
                  <a:cubicBezTo>
                    <a:pt x="10" y="15"/>
                    <a:pt x="6" y="10"/>
                    <a:pt x="2" y="6"/>
                  </a:cubicBezTo>
                  <a:cubicBezTo>
                    <a:pt x="5" y="9"/>
                    <a:pt x="8" y="11"/>
                    <a:pt x="11" y="13"/>
                  </a:cubicBezTo>
                  <a:cubicBezTo>
                    <a:pt x="10" y="8"/>
                    <a:pt x="6" y="3"/>
                    <a:pt x="1" y="0"/>
                  </a:cubicBezTo>
                  <a:cubicBezTo>
                    <a:pt x="2" y="4"/>
                    <a:pt x="4" y="6"/>
                    <a:pt x="7" y="8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9" name="Freeform 639">
              <a:extLst>
                <a:ext uri="{FF2B5EF4-FFF2-40B4-BE49-F238E27FC236}">
                  <a16:creationId xmlns:a16="http://schemas.microsoft.com/office/drawing/2014/main" id="{DC922B8C-6EFB-C184-C6B9-1F2AFB18B18C}"/>
                </a:ext>
              </a:extLst>
            </p:cNvPr>
            <p:cNvSpPr/>
            <p:nvPr/>
          </p:nvSpPr>
          <p:spPr bwMode="auto">
            <a:xfrm>
              <a:off x="6102351" y="3876676"/>
              <a:ext cx="96838" cy="30163"/>
            </a:xfrm>
            <a:custGeom>
              <a:avLst/>
              <a:gdLst>
                <a:gd name="T0" fmla="*/ 0 w 26"/>
                <a:gd name="T1" fmla="*/ 3 h 8"/>
                <a:gd name="T2" fmla="*/ 18 w 26"/>
                <a:gd name="T3" fmla="*/ 8 h 8"/>
                <a:gd name="T4" fmla="*/ 7 w 26"/>
                <a:gd name="T5" fmla="*/ 0 h 8"/>
                <a:gd name="T6" fmla="*/ 18 w 26"/>
                <a:gd name="T7" fmla="*/ 2 h 8"/>
                <a:gd name="T8" fmla="*/ 16 w 26"/>
                <a:gd name="T9" fmla="*/ 0 h 8"/>
                <a:gd name="T10" fmla="*/ 26 w 26"/>
                <a:gd name="T1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8">
                  <a:moveTo>
                    <a:pt x="0" y="3"/>
                  </a:moveTo>
                  <a:cubicBezTo>
                    <a:pt x="3" y="4"/>
                    <a:pt x="13" y="8"/>
                    <a:pt x="18" y="8"/>
                  </a:cubicBezTo>
                  <a:cubicBezTo>
                    <a:pt x="15" y="4"/>
                    <a:pt x="11" y="2"/>
                    <a:pt x="7" y="0"/>
                  </a:cubicBezTo>
                  <a:cubicBezTo>
                    <a:pt x="10" y="1"/>
                    <a:pt x="14" y="3"/>
                    <a:pt x="18" y="2"/>
                  </a:cubicBezTo>
                  <a:cubicBezTo>
                    <a:pt x="17" y="2"/>
                    <a:pt x="16" y="1"/>
                    <a:pt x="16" y="0"/>
                  </a:cubicBezTo>
                  <a:cubicBezTo>
                    <a:pt x="19" y="0"/>
                    <a:pt x="23" y="1"/>
                    <a:pt x="26" y="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0" name="Freeform 640">
              <a:extLst>
                <a:ext uri="{FF2B5EF4-FFF2-40B4-BE49-F238E27FC236}">
                  <a16:creationId xmlns:a16="http://schemas.microsoft.com/office/drawing/2014/main" id="{63BB9CC1-F675-0DF3-FB68-59FFC9CCC687}"/>
                </a:ext>
              </a:extLst>
            </p:cNvPr>
            <p:cNvSpPr/>
            <p:nvPr/>
          </p:nvSpPr>
          <p:spPr bwMode="auto">
            <a:xfrm>
              <a:off x="6573838" y="3673476"/>
              <a:ext cx="184150" cy="63500"/>
            </a:xfrm>
            <a:custGeom>
              <a:avLst/>
              <a:gdLst>
                <a:gd name="T0" fmla="*/ 0 w 49"/>
                <a:gd name="T1" fmla="*/ 17 h 17"/>
                <a:gd name="T2" fmla="*/ 23 w 49"/>
                <a:gd name="T3" fmla="*/ 16 h 17"/>
                <a:gd name="T4" fmla="*/ 13 w 49"/>
                <a:gd name="T5" fmla="*/ 11 h 17"/>
                <a:gd name="T6" fmla="*/ 27 w 49"/>
                <a:gd name="T7" fmla="*/ 14 h 17"/>
                <a:gd name="T8" fmla="*/ 21 w 49"/>
                <a:gd name="T9" fmla="*/ 8 h 17"/>
                <a:gd name="T10" fmla="*/ 35 w 49"/>
                <a:gd name="T11" fmla="*/ 10 h 17"/>
                <a:gd name="T12" fmla="*/ 29 w 49"/>
                <a:gd name="T13" fmla="*/ 4 h 17"/>
                <a:gd name="T14" fmla="*/ 40 w 49"/>
                <a:gd name="T15" fmla="*/ 7 h 17"/>
                <a:gd name="T16" fmla="*/ 33 w 49"/>
                <a:gd name="T17" fmla="*/ 0 h 17"/>
                <a:gd name="T18" fmla="*/ 49 w 49"/>
                <a:gd name="T1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17">
                  <a:moveTo>
                    <a:pt x="0" y="17"/>
                  </a:moveTo>
                  <a:cubicBezTo>
                    <a:pt x="6" y="17"/>
                    <a:pt x="16" y="16"/>
                    <a:pt x="23" y="16"/>
                  </a:cubicBezTo>
                  <a:cubicBezTo>
                    <a:pt x="20" y="15"/>
                    <a:pt x="16" y="13"/>
                    <a:pt x="13" y="11"/>
                  </a:cubicBezTo>
                  <a:cubicBezTo>
                    <a:pt x="17" y="12"/>
                    <a:pt x="22" y="14"/>
                    <a:pt x="27" y="14"/>
                  </a:cubicBezTo>
                  <a:cubicBezTo>
                    <a:pt x="25" y="12"/>
                    <a:pt x="23" y="10"/>
                    <a:pt x="21" y="8"/>
                  </a:cubicBezTo>
                  <a:cubicBezTo>
                    <a:pt x="25" y="8"/>
                    <a:pt x="30" y="9"/>
                    <a:pt x="35" y="10"/>
                  </a:cubicBezTo>
                  <a:cubicBezTo>
                    <a:pt x="33" y="9"/>
                    <a:pt x="31" y="5"/>
                    <a:pt x="29" y="4"/>
                  </a:cubicBezTo>
                  <a:cubicBezTo>
                    <a:pt x="33" y="4"/>
                    <a:pt x="37" y="5"/>
                    <a:pt x="40" y="7"/>
                  </a:cubicBezTo>
                  <a:cubicBezTo>
                    <a:pt x="38" y="5"/>
                    <a:pt x="35" y="3"/>
                    <a:pt x="33" y="0"/>
                  </a:cubicBezTo>
                  <a:cubicBezTo>
                    <a:pt x="39" y="0"/>
                    <a:pt x="44" y="3"/>
                    <a:pt x="49" y="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1" name="Freeform 641">
              <a:extLst>
                <a:ext uri="{FF2B5EF4-FFF2-40B4-BE49-F238E27FC236}">
                  <a16:creationId xmlns:a16="http://schemas.microsoft.com/office/drawing/2014/main" id="{B9689C4F-CFBD-A72D-48DD-0284438DC022}"/>
                </a:ext>
              </a:extLst>
            </p:cNvPr>
            <p:cNvSpPr/>
            <p:nvPr/>
          </p:nvSpPr>
          <p:spPr bwMode="auto">
            <a:xfrm>
              <a:off x="6675438" y="3471863"/>
              <a:ext cx="63500" cy="166688"/>
            </a:xfrm>
            <a:custGeom>
              <a:avLst/>
              <a:gdLst>
                <a:gd name="T0" fmla="*/ 3 w 17"/>
                <a:gd name="T1" fmla="*/ 25 h 44"/>
                <a:gd name="T2" fmla="*/ 15 w 17"/>
                <a:gd name="T3" fmla="*/ 44 h 44"/>
                <a:gd name="T4" fmla="*/ 0 w 17"/>
                <a:gd name="T5" fmla="*/ 19 h 44"/>
                <a:gd name="T6" fmla="*/ 17 w 17"/>
                <a:gd name="T7" fmla="*/ 34 h 44"/>
                <a:gd name="T8" fmla="*/ 2 w 17"/>
                <a:gd name="T9" fmla="*/ 9 h 44"/>
                <a:gd name="T10" fmla="*/ 13 w 17"/>
                <a:gd name="T11" fmla="*/ 24 h 44"/>
                <a:gd name="T12" fmla="*/ 1 w 17"/>
                <a:gd name="T13" fmla="*/ 2 h 44"/>
                <a:gd name="T14" fmla="*/ 4 w 17"/>
                <a:gd name="T15" fmla="*/ 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44">
                  <a:moveTo>
                    <a:pt x="3" y="25"/>
                  </a:moveTo>
                  <a:cubicBezTo>
                    <a:pt x="7" y="32"/>
                    <a:pt x="10" y="38"/>
                    <a:pt x="15" y="44"/>
                  </a:cubicBezTo>
                  <a:cubicBezTo>
                    <a:pt x="12" y="35"/>
                    <a:pt x="5" y="28"/>
                    <a:pt x="0" y="19"/>
                  </a:cubicBezTo>
                  <a:cubicBezTo>
                    <a:pt x="7" y="24"/>
                    <a:pt x="11" y="30"/>
                    <a:pt x="17" y="34"/>
                  </a:cubicBezTo>
                  <a:cubicBezTo>
                    <a:pt x="13" y="26"/>
                    <a:pt x="3" y="17"/>
                    <a:pt x="2" y="9"/>
                  </a:cubicBezTo>
                  <a:cubicBezTo>
                    <a:pt x="7" y="13"/>
                    <a:pt x="10" y="18"/>
                    <a:pt x="13" y="24"/>
                  </a:cubicBezTo>
                  <a:cubicBezTo>
                    <a:pt x="9" y="17"/>
                    <a:pt x="4" y="10"/>
                    <a:pt x="1" y="2"/>
                  </a:cubicBezTo>
                  <a:cubicBezTo>
                    <a:pt x="2" y="0"/>
                    <a:pt x="3" y="2"/>
                    <a:pt x="4" y="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2" name="Freeform 642">
              <a:extLst>
                <a:ext uri="{FF2B5EF4-FFF2-40B4-BE49-F238E27FC236}">
                  <a16:creationId xmlns:a16="http://schemas.microsoft.com/office/drawing/2014/main" id="{17725D1A-1E89-920B-68E0-50F14E0BA043}"/>
                </a:ext>
              </a:extLst>
            </p:cNvPr>
            <p:cNvSpPr/>
            <p:nvPr/>
          </p:nvSpPr>
          <p:spPr bwMode="auto">
            <a:xfrm>
              <a:off x="6604001" y="3271838"/>
              <a:ext cx="60325" cy="136525"/>
            </a:xfrm>
            <a:custGeom>
              <a:avLst/>
              <a:gdLst>
                <a:gd name="T0" fmla="*/ 5 w 16"/>
                <a:gd name="T1" fmla="*/ 26 h 36"/>
                <a:gd name="T2" fmla="*/ 16 w 16"/>
                <a:gd name="T3" fmla="*/ 36 h 36"/>
                <a:gd name="T4" fmla="*/ 4 w 16"/>
                <a:gd name="T5" fmla="*/ 19 h 36"/>
                <a:gd name="T6" fmla="*/ 16 w 16"/>
                <a:gd name="T7" fmla="*/ 30 h 36"/>
                <a:gd name="T8" fmla="*/ 1 w 16"/>
                <a:gd name="T9" fmla="*/ 9 h 36"/>
                <a:gd name="T10" fmla="*/ 12 w 16"/>
                <a:gd name="T11" fmla="*/ 20 h 36"/>
                <a:gd name="T12" fmla="*/ 0 w 16"/>
                <a:gd name="T13" fmla="*/ 0 h 36"/>
                <a:gd name="T14" fmla="*/ 7 w 16"/>
                <a:gd name="T15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36">
                  <a:moveTo>
                    <a:pt x="5" y="26"/>
                  </a:moveTo>
                  <a:cubicBezTo>
                    <a:pt x="8" y="30"/>
                    <a:pt x="13" y="32"/>
                    <a:pt x="16" y="36"/>
                  </a:cubicBezTo>
                  <a:cubicBezTo>
                    <a:pt x="14" y="31"/>
                    <a:pt x="7" y="25"/>
                    <a:pt x="4" y="19"/>
                  </a:cubicBezTo>
                  <a:cubicBezTo>
                    <a:pt x="8" y="22"/>
                    <a:pt x="13" y="25"/>
                    <a:pt x="16" y="30"/>
                  </a:cubicBezTo>
                  <a:cubicBezTo>
                    <a:pt x="12" y="23"/>
                    <a:pt x="6" y="16"/>
                    <a:pt x="1" y="9"/>
                  </a:cubicBezTo>
                  <a:cubicBezTo>
                    <a:pt x="5" y="12"/>
                    <a:pt x="8" y="16"/>
                    <a:pt x="12" y="20"/>
                  </a:cubicBezTo>
                  <a:cubicBezTo>
                    <a:pt x="8" y="13"/>
                    <a:pt x="4" y="7"/>
                    <a:pt x="0" y="0"/>
                  </a:cubicBezTo>
                  <a:cubicBezTo>
                    <a:pt x="2" y="3"/>
                    <a:pt x="5" y="6"/>
                    <a:pt x="7" y="8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3" name="Freeform 643">
              <a:extLst>
                <a:ext uri="{FF2B5EF4-FFF2-40B4-BE49-F238E27FC236}">
                  <a16:creationId xmlns:a16="http://schemas.microsoft.com/office/drawing/2014/main" id="{9FF99DF8-AD23-8C64-112E-1C68FAC993CF}"/>
                </a:ext>
              </a:extLst>
            </p:cNvPr>
            <p:cNvSpPr/>
            <p:nvPr/>
          </p:nvSpPr>
          <p:spPr bwMode="auto">
            <a:xfrm>
              <a:off x="5946776" y="3498851"/>
              <a:ext cx="90488" cy="212725"/>
            </a:xfrm>
            <a:custGeom>
              <a:avLst/>
              <a:gdLst>
                <a:gd name="T0" fmla="*/ 8 w 24"/>
                <a:gd name="T1" fmla="*/ 40 h 56"/>
                <a:gd name="T2" fmla="*/ 24 w 24"/>
                <a:gd name="T3" fmla="*/ 56 h 56"/>
                <a:gd name="T4" fmla="*/ 0 w 24"/>
                <a:gd name="T5" fmla="*/ 26 h 56"/>
                <a:gd name="T6" fmla="*/ 20 w 24"/>
                <a:gd name="T7" fmla="*/ 41 h 56"/>
                <a:gd name="T8" fmla="*/ 1 w 24"/>
                <a:gd name="T9" fmla="*/ 11 h 56"/>
                <a:gd name="T10" fmla="*/ 11 w 24"/>
                <a:gd name="T11" fmla="*/ 25 h 56"/>
                <a:gd name="T12" fmla="*/ 0 w 24"/>
                <a:gd name="T13" fmla="*/ 2 h 56"/>
                <a:gd name="T14" fmla="*/ 1 w 24"/>
                <a:gd name="T15" fmla="*/ 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56">
                  <a:moveTo>
                    <a:pt x="8" y="40"/>
                  </a:moveTo>
                  <a:cubicBezTo>
                    <a:pt x="10" y="44"/>
                    <a:pt x="19" y="52"/>
                    <a:pt x="24" y="56"/>
                  </a:cubicBezTo>
                  <a:cubicBezTo>
                    <a:pt x="19" y="46"/>
                    <a:pt x="9" y="33"/>
                    <a:pt x="0" y="26"/>
                  </a:cubicBezTo>
                  <a:cubicBezTo>
                    <a:pt x="6" y="31"/>
                    <a:pt x="13" y="37"/>
                    <a:pt x="20" y="41"/>
                  </a:cubicBezTo>
                  <a:cubicBezTo>
                    <a:pt x="17" y="32"/>
                    <a:pt x="8" y="17"/>
                    <a:pt x="1" y="11"/>
                  </a:cubicBezTo>
                  <a:cubicBezTo>
                    <a:pt x="3" y="17"/>
                    <a:pt x="8" y="20"/>
                    <a:pt x="11" y="25"/>
                  </a:cubicBezTo>
                  <a:cubicBezTo>
                    <a:pt x="7" y="18"/>
                    <a:pt x="2" y="10"/>
                    <a:pt x="0" y="2"/>
                  </a:cubicBezTo>
                  <a:cubicBezTo>
                    <a:pt x="0" y="0"/>
                    <a:pt x="0" y="2"/>
                    <a:pt x="1" y="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4" name="Freeform 644">
              <a:extLst>
                <a:ext uri="{FF2B5EF4-FFF2-40B4-BE49-F238E27FC236}">
                  <a16:creationId xmlns:a16="http://schemas.microsoft.com/office/drawing/2014/main" id="{F91EAB32-6300-C9B1-D5A3-3542CBCEE10B}"/>
                </a:ext>
              </a:extLst>
            </p:cNvPr>
            <p:cNvSpPr/>
            <p:nvPr/>
          </p:nvSpPr>
          <p:spPr bwMode="auto">
            <a:xfrm>
              <a:off x="6138863" y="3101976"/>
              <a:ext cx="204788" cy="68263"/>
            </a:xfrm>
            <a:custGeom>
              <a:avLst/>
              <a:gdLst>
                <a:gd name="T0" fmla="*/ 0 w 54"/>
                <a:gd name="T1" fmla="*/ 15 h 18"/>
                <a:gd name="T2" fmla="*/ 54 w 54"/>
                <a:gd name="T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18">
                  <a:moveTo>
                    <a:pt x="0" y="15"/>
                  </a:moveTo>
                  <a:cubicBezTo>
                    <a:pt x="17" y="18"/>
                    <a:pt x="41" y="6"/>
                    <a:pt x="54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5" name="Freeform 645">
              <a:extLst>
                <a:ext uri="{FF2B5EF4-FFF2-40B4-BE49-F238E27FC236}">
                  <a16:creationId xmlns:a16="http://schemas.microsoft.com/office/drawing/2014/main" id="{5B625CA0-D66D-F109-40F8-7DDD1AE3A716}"/>
                </a:ext>
              </a:extLst>
            </p:cNvPr>
            <p:cNvSpPr/>
            <p:nvPr/>
          </p:nvSpPr>
          <p:spPr bwMode="auto">
            <a:xfrm>
              <a:off x="6165851" y="3132138"/>
              <a:ext cx="207963" cy="76200"/>
            </a:xfrm>
            <a:custGeom>
              <a:avLst/>
              <a:gdLst>
                <a:gd name="T0" fmla="*/ 0 w 55"/>
                <a:gd name="T1" fmla="*/ 20 h 20"/>
                <a:gd name="T2" fmla="*/ 32 w 55"/>
                <a:gd name="T3" fmla="*/ 10 h 20"/>
                <a:gd name="T4" fmla="*/ 55 w 55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" h="20">
                  <a:moveTo>
                    <a:pt x="0" y="20"/>
                  </a:moveTo>
                  <a:cubicBezTo>
                    <a:pt x="10" y="16"/>
                    <a:pt x="22" y="15"/>
                    <a:pt x="32" y="10"/>
                  </a:cubicBezTo>
                  <a:cubicBezTo>
                    <a:pt x="40" y="7"/>
                    <a:pt x="47" y="3"/>
                    <a:pt x="55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6" name="Freeform 646">
              <a:extLst>
                <a:ext uri="{FF2B5EF4-FFF2-40B4-BE49-F238E27FC236}">
                  <a16:creationId xmlns:a16="http://schemas.microsoft.com/office/drawing/2014/main" id="{545F0827-CF89-2EB9-3107-27B05BD595DF}"/>
                </a:ext>
              </a:extLst>
            </p:cNvPr>
            <p:cNvSpPr/>
            <p:nvPr/>
          </p:nvSpPr>
          <p:spPr bwMode="auto">
            <a:xfrm>
              <a:off x="6199188" y="3200401"/>
              <a:ext cx="193675" cy="60325"/>
            </a:xfrm>
            <a:custGeom>
              <a:avLst/>
              <a:gdLst>
                <a:gd name="T0" fmla="*/ 0 w 51"/>
                <a:gd name="T1" fmla="*/ 16 h 16"/>
                <a:gd name="T2" fmla="*/ 51 w 51"/>
                <a:gd name="T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16">
                  <a:moveTo>
                    <a:pt x="0" y="16"/>
                  </a:moveTo>
                  <a:cubicBezTo>
                    <a:pt x="15" y="8"/>
                    <a:pt x="35" y="5"/>
                    <a:pt x="51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7" name="Freeform 647">
              <a:extLst>
                <a:ext uri="{FF2B5EF4-FFF2-40B4-BE49-F238E27FC236}">
                  <a16:creationId xmlns:a16="http://schemas.microsoft.com/office/drawing/2014/main" id="{DA72A9E6-3D9C-924D-B8CA-669FE18CD8B6}"/>
                </a:ext>
              </a:extLst>
            </p:cNvPr>
            <p:cNvSpPr/>
            <p:nvPr/>
          </p:nvSpPr>
          <p:spPr bwMode="auto">
            <a:xfrm>
              <a:off x="6237288" y="3290888"/>
              <a:ext cx="200025" cy="65088"/>
            </a:xfrm>
            <a:custGeom>
              <a:avLst/>
              <a:gdLst>
                <a:gd name="T0" fmla="*/ 0 w 53"/>
                <a:gd name="T1" fmla="*/ 17 h 17"/>
                <a:gd name="T2" fmla="*/ 53 w 53"/>
                <a:gd name="T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" h="17">
                  <a:moveTo>
                    <a:pt x="0" y="17"/>
                  </a:moveTo>
                  <a:cubicBezTo>
                    <a:pt x="17" y="14"/>
                    <a:pt x="37" y="7"/>
                    <a:pt x="53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8" name="Freeform 648">
              <a:extLst>
                <a:ext uri="{FF2B5EF4-FFF2-40B4-BE49-F238E27FC236}">
                  <a16:creationId xmlns:a16="http://schemas.microsoft.com/office/drawing/2014/main" id="{BE1B9D25-5F01-E3FF-5076-F9CC63EAA179}"/>
                </a:ext>
              </a:extLst>
            </p:cNvPr>
            <p:cNvSpPr/>
            <p:nvPr/>
          </p:nvSpPr>
          <p:spPr bwMode="auto">
            <a:xfrm>
              <a:off x="6256338" y="3340101"/>
              <a:ext cx="200025" cy="79375"/>
            </a:xfrm>
            <a:custGeom>
              <a:avLst/>
              <a:gdLst>
                <a:gd name="T0" fmla="*/ 0 w 53"/>
                <a:gd name="T1" fmla="*/ 21 h 21"/>
                <a:gd name="T2" fmla="*/ 53 w 53"/>
                <a:gd name="T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" h="21">
                  <a:moveTo>
                    <a:pt x="0" y="21"/>
                  </a:moveTo>
                  <a:cubicBezTo>
                    <a:pt x="15" y="14"/>
                    <a:pt x="36" y="6"/>
                    <a:pt x="53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9" name="Freeform 649">
              <a:extLst>
                <a:ext uri="{FF2B5EF4-FFF2-40B4-BE49-F238E27FC236}">
                  <a16:creationId xmlns:a16="http://schemas.microsoft.com/office/drawing/2014/main" id="{868BCD33-F35D-02A4-E3A4-AD141224F5F2}"/>
                </a:ext>
              </a:extLst>
            </p:cNvPr>
            <p:cNvSpPr/>
            <p:nvPr/>
          </p:nvSpPr>
          <p:spPr bwMode="auto">
            <a:xfrm>
              <a:off x="6275388" y="3400426"/>
              <a:ext cx="200025" cy="68263"/>
            </a:xfrm>
            <a:custGeom>
              <a:avLst/>
              <a:gdLst>
                <a:gd name="T0" fmla="*/ 0 w 53"/>
                <a:gd name="T1" fmla="*/ 18 h 18"/>
                <a:gd name="T2" fmla="*/ 53 w 53"/>
                <a:gd name="T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" h="18">
                  <a:moveTo>
                    <a:pt x="0" y="18"/>
                  </a:moveTo>
                  <a:cubicBezTo>
                    <a:pt x="19" y="15"/>
                    <a:pt x="36" y="5"/>
                    <a:pt x="53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0" name="Freeform 650">
              <a:extLst>
                <a:ext uri="{FF2B5EF4-FFF2-40B4-BE49-F238E27FC236}">
                  <a16:creationId xmlns:a16="http://schemas.microsoft.com/office/drawing/2014/main" id="{34BBDC8C-F769-330B-F7A4-C96BBCA779EF}"/>
                </a:ext>
              </a:extLst>
            </p:cNvPr>
            <p:cNvSpPr/>
            <p:nvPr/>
          </p:nvSpPr>
          <p:spPr bwMode="auto">
            <a:xfrm>
              <a:off x="6308726" y="3498851"/>
              <a:ext cx="204788" cy="65088"/>
            </a:xfrm>
            <a:custGeom>
              <a:avLst/>
              <a:gdLst>
                <a:gd name="T0" fmla="*/ 0 w 54"/>
                <a:gd name="T1" fmla="*/ 17 h 17"/>
                <a:gd name="T2" fmla="*/ 54 w 54"/>
                <a:gd name="T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17">
                  <a:moveTo>
                    <a:pt x="0" y="17"/>
                  </a:moveTo>
                  <a:cubicBezTo>
                    <a:pt x="16" y="9"/>
                    <a:pt x="37" y="7"/>
                    <a:pt x="54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1" name="Freeform 651">
              <a:extLst>
                <a:ext uri="{FF2B5EF4-FFF2-40B4-BE49-F238E27FC236}">
                  <a16:creationId xmlns:a16="http://schemas.microsoft.com/office/drawing/2014/main" id="{F7E92ED4-5A09-ABC0-F667-EC1D9B027DC1}"/>
                </a:ext>
              </a:extLst>
            </p:cNvPr>
            <p:cNvSpPr/>
            <p:nvPr/>
          </p:nvSpPr>
          <p:spPr bwMode="auto">
            <a:xfrm>
              <a:off x="6327776" y="3540126"/>
              <a:ext cx="219075" cy="79375"/>
            </a:xfrm>
            <a:custGeom>
              <a:avLst/>
              <a:gdLst>
                <a:gd name="T0" fmla="*/ 0 w 58"/>
                <a:gd name="T1" fmla="*/ 19 h 21"/>
                <a:gd name="T2" fmla="*/ 58 w 58"/>
                <a:gd name="T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" h="21">
                  <a:moveTo>
                    <a:pt x="0" y="19"/>
                  </a:moveTo>
                  <a:cubicBezTo>
                    <a:pt x="20" y="21"/>
                    <a:pt x="39" y="1"/>
                    <a:pt x="58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2" name="Freeform 652">
              <a:extLst>
                <a:ext uri="{FF2B5EF4-FFF2-40B4-BE49-F238E27FC236}">
                  <a16:creationId xmlns:a16="http://schemas.microsoft.com/office/drawing/2014/main" id="{E9217EF7-6E0E-ED9F-9382-59C5F700454B}"/>
                </a:ext>
              </a:extLst>
            </p:cNvPr>
            <p:cNvSpPr/>
            <p:nvPr/>
          </p:nvSpPr>
          <p:spPr bwMode="auto">
            <a:xfrm>
              <a:off x="6338888" y="3608388"/>
              <a:ext cx="207963" cy="65088"/>
            </a:xfrm>
            <a:custGeom>
              <a:avLst/>
              <a:gdLst>
                <a:gd name="T0" fmla="*/ 0 w 55"/>
                <a:gd name="T1" fmla="*/ 17 h 17"/>
                <a:gd name="T2" fmla="*/ 55 w 55"/>
                <a:gd name="T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" h="17">
                  <a:moveTo>
                    <a:pt x="0" y="17"/>
                  </a:moveTo>
                  <a:cubicBezTo>
                    <a:pt x="20" y="16"/>
                    <a:pt x="37" y="6"/>
                    <a:pt x="55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3" name="Freeform 653">
              <a:extLst>
                <a:ext uri="{FF2B5EF4-FFF2-40B4-BE49-F238E27FC236}">
                  <a16:creationId xmlns:a16="http://schemas.microsoft.com/office/drawing/2014/main" id="{107501A0-B1FA-4081-F4F6-BCD2E1C85571}"/>
                </a:ext>
              </a:extLst>
            </p:cNvPr>
            <p:cNvSpPr/>
            <p:nvPr/>
          </p:nvSpPr>
          <p:spPr bwMode="auto">
            <a:xfrm>
              <a:off x="6034088" y="3457576"/>
              <a:ext cx="79375" cy="19050"/>
            </a:xfrm>
            <a:custGeom>
              <a:avLst/>
              <a:gdLst>
                <a:gd name="T0" fmla="*/ 0 w 21"/>
                <a:gd name="T1" fmla="*/ 2 h 5"/>
                <a:gd name="T2" fmla="*/ 20 w 21"/>
                <a:gd name="T3" fmla="*/ 4 h 5"/>
                <a:gd name="T4" fmla="*/ 5 w 21"/>
                <a:gd name="T5" fmla="*/ 0 h 5"/>
                <a:gd name="T6" fmla="*/ 21 w 21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5">
                  <a:moveTo>
                    <a:pt x="0" y="2"/>
                  </a:moveTo>
                  <a:cubicBezTo>
                    <a:pt x="7" y="2"/>
                    <a:pt x="13" y="5"/>
                    <a:pt x="20" y="4"/>
                  </a:cubicBezTo>
                  <a:cubicBezTo>
                    <a:pt x="16" y="2"/>
                    <a:pt x="10" y="0"/>
                    <a:pt x="5" y="0"/>
                  </a:cubicBezTo>
                  <a:cubicBezTo>
                    <a:pt x="10" y="0"/>
                    <a:pt x="17" y="2"/>
                    <a:pt x="21" y="5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4" name="Freeform 654">
              <a:extLst>
                <a:ext uri="{FF2B5EF4-FFF2-40B4-BE49-F238E27FC236}">
                  <a16:creationId xmlns:a16="http://schemas.microsoft.com/office/drawing/2014/main" id="{35E5B9A2-5EFE-7748-D110-5BBBB094FA4E}"/>
                </a:ext>
              </a:extLst>
            </p:cNvPr>
            <p:cNvSpPr/>
            <p:nvPr/>
          </p:nvSpPr>
          <p:spPr bwMode="auto">
            <a:xfrm>
              <a:off x="6119813" y="3332163"/>
              <a:ext cx="46038" cy="155575"/>
            </a:xfrm>
            <a:custGeom>
              <a:avLst/>
              <a:gdLst>
                <a:gd name="T0" fmla="*/ 0 w 12"/>
                <a:gd name="T1" fmla="*/ 37 h 41"/>
                <a:gd name="T2" fmla="*/ 12 w 12"/>
                <a:gd name="T3" fmla="*/ 0 h 41"/>
                <a:gd name="T4" fmla="*/ 1 w 12"/>
                <a:gd name="T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41">
                  <a:moveTo>
                    <a:pt x="0" y="37"/>
                  </a:moveTo>
                  <a:cubicBezTo>
                    <a:pt x="2" y="25"/>
                    <a:pt x="9" y="12"/>
                    <a:pt x="12" y="0"/>
                  </a:cubicBezTo>
                  <a:cubicBezTo>
                    <a:pt x="10" y="15"/>
                    <a:pt x="7" y="27"/>
                    <a:pt x="1" y="4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5" name="Freeform 655">
              <a:extLst>
                <a:ext uri="{FF2B5EF4-FFF2-40B4-BE49-F238E27FC236}">
                  <a16:creationId xmlns:a16="http://schemas.microsoft.com/office/drawing/2014/main" id="{678FC840-E4CA-B294-ADA0-CD707DCB4FAC}"/>
                </a:ext>
              </a:extLst>
            </p:cNvPr>
            <p:cNvSpPr/>
            <p:nvPr/>
          </p:nvSpPr>
          <p:spPr bwMode="auto">
            <a:xfrm>
              <a:off x="5992813" y="3189288"/>
              <a:ext cx="66675" cy="123825"/>
            </a:xfrm>
            <a:custGeom>
              <a:avLst/>
              <a:gdLst>
                <a:gd name="T0" fmla="*/ 18 w 18"/>
                <a:gd name="T1" fmla="*/ 0 h 33"/>
                <a:gd name="T2" fmla="*/ 0 w 18"/>
                <a:gd name="T3" fmla="*/ 12 h 33"/>
                <a:gd name="T4" fmla="*/ 12 w 18"/>
                <a:gd name="T5" fmla="*/ 33 h 33"/>
                <a:gd name="T6" fmla="*/ 3 w 18"/>
                <a:gd name="T7" fmla="*/ 1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3">
                  <a:moveTo>
                    <a:pt x="18" y="0"/>
                  </a:moveTo>
                  <a:cubicBezTo>
                    <a:pt x="12" y="4"/>
                    <a:pt x="6" y="8"/>
                    <a:pt x="0" y="12"/>
                  </a:cubicBezTo>
                  <a:cubicBezTo>
                    <a:pt x="3" y="19"/>
                    <a:pt x="8" y="26"/>
                    <a:pt x="12" y="33"/>
                  </a:cubicBezTo>
                  <a:cubicBezTo>
                    <a:pt x="7" y="27"/>
                    <a:pt x="6" y="19"/>
                    <a:pt x="3" y="11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6" name="Freeform 656">
              <a:extLst>
                <a:ext uri="{FF2B5EF4-FFF2-40B4-BE49-F238E27FC236}">
                  <a16:creationId xmlns:a16="http://schemas.microsoft.com/office/drawing/2014/main" id="{E2C2F20B-6EC1-15A1-8DA9-AC1E3E422590}"/>
                </a:ext>
              </a:extLst>
            </p:cNvPr>
            <p:cNvSpPr/>
            <p:nvPr/>
          </p:nvSpPr>
          <p:spPr bwMode="auto">
            <a:xfrm>
              <a:off x="6059488" y="3397251"/>
              <a:ext cx="79375" cy="139700"/>
            </a:xfrm>
            <a:custGeom>
              <a:avLst/>
              <a:gdLst>
                <a:gd name="T0" fmla="*/ 10 w 21"/>
                <a:gd name="T1" fmla="*/ 37 h 37"/>
                <a:gd name="T2" fmla="*/ 2 w 21"/>
                <a:gd name="T3" fmla="*/ 10 h 37"/>
                <a:gd name="T4" fmla="*/ 21 w 21"/>
                <a:gd name="T5" fmla="*/ 0 h 37"/>
                <a:gd name="T6" fmla="*/ 3 w 21"/>
                <a:gd name="T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7">
                  <a:moveTo>
                    <a:pt x="10" y="37"/>
                  </a:moveTo>
                  <a:cubicBezTo>
                    <a:pt x="6" y="32"/>
                    <a:pt x="0" y="16"/>
                    <a:pt x="2" y="10"/>
                  </a:cubicBezTo>
                  <a:cubicBezTo>
                    <a:pt x="3" y="5"/>
                    <a:pt x="16" y="1"/>
                    <a:pt x="21" y="0"/>
                  </a:cubicBezTo>
                  <a:cubicBezTo>
                    <a:pt x="15" y="2"/>
                    <a:pt x="9" y="6"/>
                    <a:pt x="3" y="8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7" name="Freeform 657">
              <a:extLst>
                <a:ext uri="{FF2B5EF4-FFF2-40B4-BE49-F238E27FC236}">
                  <a16:creationId xmlns:a16="http://schemas.microsoft.com/office/drawing/2014/main" id="{32E0B898-B37F-22FE-7A57-18788F43E8EC}"/>
                </a:ext>
              </a:extLst>
            </p:cNvPr>
            <p:cNvSpPr/>
            <p:nvPr/>
          </p:nvSpPr>
          <p:spPr bwMode="auto">
            <a:xfrm>
              <a:off x="6138863" y="3578226"/>
              <a:ext cx="84138" cy="128588"/>
            </a:xfrm>
            <a:custGeom>
              <a:avLst/>
              <a:gdLst>
                <a:gd name="T0" fmla="*/ 10 w 22"/>
                <a:gd name="T1" fmla="*/ 34 h 34"/>
                <a:gd name="T2" fmla="*/ 0 w 22"/>
                <a:gd name="T3" fmla="*/ 8 h 34"/>
                <a:gd name="T4" fmla="*/ 22 w 22"/>
                <a:gd name="T5" fmla="*/ 0 h 34"/>
                <a:gd name="T6" fmla="*/ 5 w 22"/>
                <a:gd name="T7" fmla="*/ 9 h 34"/>
                <a:gd name="T8" fmla="*/ 4 w 22"/>
                <a:gd name="T9" fmla="*/ 2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4">
                  <a:moveTo>
                    <a:pt x="10" y="34"/>
                  </a:moveTo>
                  <a:cubicBezTo>
                    <a:pt x="5" y="31"/>
                    <a:pt x="2" y="14"/>
                    <a:pt x="0" y="8"/>
                  </a:cubicBezTo>
                  <a:cubicBezTo>
                    <a:pt x="6" y="4"/>
                    <a:pt x="15" y="2"/>
                    <a:pt x="22" y="0"/>
                  </a:cubicBezTo>
                  <a:cubicBezTo>
                    <a:pt x="17" y="3"/>
                    <a:pt x="9" y="4"/>
                    <a:pt x="5" y="9"/>
                  </a:cubicBezTo>
                  <a:cubicBezTo>
                    <a:pt x="2" y="13"/>
                    <a:pt x="4" y="15"/>
                    <a:pt x="4" y="2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 b="1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906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A1E524-A08A-E45D-B74F-BAC6CD020245}"/>
              </a:ext>
            </a:extLst>
          </p:cNvPr>
          <p:cNvSpPr txBox="1"/>
          <p:nvPr/>
        </p:nvSpPr>
        <p:spPr>
          <a:xfrm>
            <a:off x="901831" y="1998482"/>
            <a:ext cx="10388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en-US" altLang="zh-CN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(3)</a:t>
            </a:r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内在</a:t>
            </a:r>
            <a:r>
              <a:rPr lang="en-US" altLang="zh-CN" b="1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(Intrinsic)</a:t>
            </a:r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幻觉：推理错误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 第三个例子排除了所有外部知识的干扰，证明了幻觉也可以是模型内部逻辑或表征的失败。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提示：“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DEEPSEEK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中有几个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D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？如果你知道，请只说数字，不加评论。”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结果：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DeepSeek-V3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在十次试验中返回了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"2"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或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"3"(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正确答案是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1)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Meta AI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和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Claude 3.7 Sonnet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的表现类似，甚至给出了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"6"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和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"7"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这样的荒谬答案 。   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在这个例子中，所有必要信息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单词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"DEEPSEEK")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都已包含在提示中，这是一种“内在幻觉”，即模型的输出与提示本身相矛盾 。   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这三个精心挑选的例子共同构建了一个强大的论点：幻觉是一个横跨未知事实、可验证事实和内部逻辑的根本性问题，无法通过简单的知识检索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如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RAG)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或数据清洗来完全解决。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A235920-3D51-F145-1E98-8C8B1C01B385}"/>
              </a:ext>
            </a:extLst>
          </p:cNvPr>
          <p:cNvGrpSpPr/>
          <p:nvPr/>
        </p:nvGrpSpPr>
        <p:grpSpPr>
          <a:xfrm>
            <a:off x="1020486" y="556710"/>
            <a:ext cx="1025525" cy="1239838"/>
            <a:chOff x="6311900" y="2378075"/>
            <a:chExt cx="1025525" cy="1239838"/>
          </a:xfrm>
        </p:grpSpPr>
        <p:sp>
          <p:nvSpPr>
            <p:cNvPr id="7" name="椭圆 31">
              <a:extLst>
                <a:ext uri="{FF2B5EF4-FFF2-40B4-BE49-F238E27FC236}">
                  <a16:creationId xmlns:a16="http://schemas.microsoft.com/office/drawing/2014/main" id="{7D7F8D3E-C722-E395-23EC-F42BB36440DA}"/>
                </a:ext>
              </a:extLst>
            </p:cNvPr>
            <p:cNvSpPr/>
            <p:nvPr/>
          </p:nvSpPr>
          <p:spPr>
            <a:xfrm>
              <a:off x="6311900" y="2378075"/>
              <a:ext cx="1025525" cy="1239838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noFill/>
            <a:ln w="25400" cap="rnd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8" name="矩形 109">
              <a:extLst>
                <a:ext uri="{FF2B5EF4-FFF2-40B4-BE49-F238E27FC236}">
                  <a16:creationId xmlns:a16="http://schemas.microsoft.com/office/drawing/2014/main" id="{A64E3C1E-7163-74C0-1A01-1A2800981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9121" y="2959100"/>
              <a:ext cx="1847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grpSp>
          <p:nvGrpSpPr>
            <p:cNvPr id="9" name="组合 75">
              <a:extLst>
                <a:ext uri="{FF2B5EF4-FFF2-40B4-BE49-F238E27FC236}">
                  <a16:creationId xmlns:a16="http://schemas.microsoft.com/office/drawing/2014/main" id="{591FAF98-7DB3-F086-C804-2332BE07A0D5}"/>
                </a:ext>
              </a:extLst>
            </p:cNvPr>
            <p:cNvGrpSpPr/>
            <p:nvPr/>
          </p:nvGrpSpPr>
          <p:grpSpPr bwMode="auto">
            <a:xfrm rot="20595534" flipH="1">
              <a:off x="6607005" y="2524069"/>
              <a:ext cx="461963" cy="613883"/>
              <a:chOff x="6349210" y="688484"/>
              <a:chExt cx="240568" cy="319267"/>
            </a:xfrm>
          </p:grpSpPr>
          <p:grpSp>
            <p:nvGrpSpPr>
              <p:cNvPr id="10" name="组合 76">
                <a:extLst>
                  <a:ext uri="{FF2B5EF4-FFF2-40B4-BE49-F238E27FC236}">
                    <a16:creationId xmlns:a16="http://schemas.microsoft.com/office/drawing/2014/main" id="{29136F4A-89DD-2AA3-6F1D-297736A26AD4}"/>
                  </a:ext>
                </a:extLst>
              </p:cNvPr>
              <p:cNvGrpSpPr/>
              <p:nvPr/>
            </p:nvGrpSpPr>
            <p:grpSpPr bwMode="auto">
              <a:xfrm rot="735509">
                <a:off x="6349210" y="688484"/>
                <a:ext cx="240568" cy="279887"/>
                <a:chOff x="7318659" y="476685"/>
                <a:chExt cx="580935" cy="675884"/>
              </a:xfrm>
            </p:grpSpPr>
            <p:sp>
              <p:nvSpPr>
                <p:cNvPr id="12" name="任意多边形 78">
                  <a:extLst>
                    <a:ext uri="{FF2B5EF4-FFF2-40B4-BE49-F238E27FC236}">
                      <a16:creationId xmlns:a16="http://schemas.microsoft.com/office/drawing/2014/main" id="{6ED261CC-2E03-4E6C-76C5-EF4B3E9BDF46}"/>
                    </a:ext>
                  </a:extLst>
                </p:cNvPr>
                <p:cNvSpPr/>
                <p:nvPr/>
              </p:nvSpPr>
              <p:spPr>
                <a:xfrm>
                  <a:off x="7318659" y="476685"/>
                  <a:ext cx="580935" cy="675884"/>
                </a:xfrm>
                <a:custGeom>
                  <a:avLst/>
                  <a:gdLst>
                    <a:gd name="connsiteX0" fmla="*/ 169694 w 579891"/>
                    <a:gd name="connsiteY0" fmla="*/ 674526 h 674526"/>
                    <a:gd name="connsiteX1" fmla="*/ 193757 w 579891"/>
                    <a:gd name="connsiteY1" fmla="*/ 421863 h 674526"/>
                    <a:gd name="connsiteX2" fmla="*/ 1252 w 579891"/>
                    <a:gd name="connsiteY2" fmla="*/ 241390 h 674526"/>
                    <a:gd name="connsiteX3" fmla="*/ 302041 w 579891"/>
                    <a:gd name="connsiteY3" fmla="*/ 758 h 674526"/>
                    <a:gd name="connsiteX4" fmla="*/ 578768 w 579891"/>
                    <a:gd name="connsiteY4" fmla="*/ 325611 h 674526"/>
                    <a:gd name="connsiteX5" fmla="*/ 398294 w 579891"/>
                    <a:gd name="connsiteY5" fmla="*/ 457958 h 674526"/>
                    <a:gd name="connsiteX6" fmla="*/ 362199 w 579891"/>
                    <a:gd name="connsiteY6" fmla="*/ 638432 h 674526"/>
                    <a:gd name="connsiteX7" fmla="*/ 193757 w 579891"/>
                    <a:gd name="connsiteY7" fmla="*/ 626400 h 674526"/>
                    <a:gd name="connsiteX0-1" fmla="*/ 168660 w 578857"/>
                    <a:gd name="connsiteY0-2" fmla="*/ 675267 h 675267"/>
                    <a:gd name="connsiteX1-3" fmla="*/ 192723 w 578857"/>
                    <a:gd name="connsiteY1-4" fmla="*/ 422604 h 675267"/>
                    <a:gd name="connsiteX2-5" fmla="*/ 218 w 578857"/>
                    <a:gd name="connsiteY2-6" fmla="*/ 242131 h 675267"/>
                    <a:gd name="connsiteX3-7" fmla="*/ 301007 w 578857"/>
                    <a:gd name="connsiteY3-8" fmla="*/ 1499 h 675267"/>
                    <a:gd name="connsiteX4-9" fmla="*/ 577734 w 578857"/>
                    <a:gd name="connsiteY4-10" fmla="*/ 326352 h 675267"/>
                    <a:gd name="connsiteX5-11" fmla="*/ 397260 w 578857"/>
                    <a:gd name="connsiteY5-12" fmla="*/ 458699 h 675267"/>
                    <a:gd name="connsiteX6-13" fmla="*/ 361165 w 578857"/>
                    <a:gd name="connsiteY6-14" fmla="*/ 639173 h 675267"/>
                    <a:gd name="connsiteX7-15" fmla="*/ 192723 w 578857"/>
                    <a:gd name="connsiteY7-16" fmla="*/ 627141 h 675267"/>
                    <a:gd name="connsiteX0-17" fmla="*/ 168660 w 580183"/>
                    <a:gd name="connsiteY0-18" fmla="*/ 675267 h 675267"/>
                    <a:gd name="connsiteX1-19" fmla="*/ 192723 w 580183"/>
                    <a:gd name="connsiteY1-20" fmla="*/ 422604 h 675267"/>
                    <a:gd name="connsiteX2-21" fmla="*/ 218 w 580183"/>
                    <a:gd name="connsiteY2-22" fmla="*/ 242131 h 675267"/>
                    <a:gd name="connsiteX3-23" fmla="*/ 301007 w 580183"/>
                    <a:gd name="connsiteY3-24" fmla="*/ 1499 h 675267"/>
                    <a:gd name="connsiteX4-25" fmla="*/ 577734 w 580183"/>
                    <a:gd name="connsiteY4-26" fmla="*/ 326352 h 675267"/>
                    <a:gd name="connsiteX5-27" fmla="*/ 397260 w 580183"/>
                    <a:gd name="connsiteY5-28" fmla="*/ 458699 h 675267"/>
                    <a:gd name="connsiteX6-29" fmla="*/ 361165 w 580183"/>
                    <a:gd name="connsiteY6-30" fmla="*/ 639173 h 675267"/>
                    <a:gd name="connsiteX7-31" fmla="*/ 192723 w 580183"/>
                    <a:gd name="connsiteY7-32" fmla="*/ 627141 h 675267"/>
                    <a:gd name="connsiteX0-33" fmla="*/ 168726 w 580936"/>
                    <a:gd name="connsiteY0-34" fmla="*/ 675267 h 675267"/>
                    <a:gd name="connsiteX1-35" fmla="*/ 192789 w 580936"/>
                    <a:gd name="connsiteY1-36" fmla="*/ 422604 h 675267"/>
                    <a:gd name="connsiteX2-37" fmla="*/ 284 w 580936"/>
                    <a:gd name="connsiteY2-38" fmla="*/ 242131 h 675267"/>
                    <a:gd name="connsiteX3-39" fmla="*/ 301073 w 580936"/>
                    <a:gd name="connsiteY3-40" fmla="*/ 1499 h 675267"/>
                    <a:gd name="connsiteX4-41" fmla="*/ 577800 w 580936"/>
                    <a:gd name="connsiteY4-42" fmla="*/ 326352 h 675267"/>
                    <a:gd name="connsiteX5-43" fmla="*/ 397326 w 580936"/>
                    <a:gd name="connsiteY5-44" fmla="*/ 458699 h 675267"/>
                    <a:gd name="connsiteX6-45" fmla="*/ 361231 w 580936"/>
                    <a:gd name="connsiteY6-46" fmla="*/ 639173 h 675267"/>
                    <a:gd name="connsiteX7-47" fmla="*/ 192789 w 580936"/>
                    <a:gd name="connsiteY7-48" fmla="*/ 627141 h 675267"/>
                  </a:gdLst>
                  <a:ahLst/>
                  <a:cxnLst>
                    <a:cxn ang="0">
                      <a:pos x="connsiteX0-33" y="connsiteY0-34"/>
                    </a:cxn>
                    <a:cxn ang="0">
                      <a:pos x="connsiteX1-35" y="connsiteY1-36"/>
                    </a:cxn>
                    <a:cxn ang="0">
                      <a:pos x="connsiteX2-37" y="connsiteY2-38"/>
                    </a:cxn>
                    <a:cxn ang="0">
                      <a:pos x="connsiteX3-39" y="connsiteY3-40"/>
                    </a:cxn>
                    <a:cxn ang="0">
                      <a:pos x="connsiteX4-41" y="connsiteY4-42"/>
                    </a:cxn>
                    <a:cxn ang="0">
                      <a:pos x="connsiteX5-43" y="connsiteY5-44"/>
                    </a:cxn>
                    <a:cxn ang="0">
                      <a:pos x="connsiteX6-45" y="connsiteY6-46"/>
                    </a:cxn>
                    <a:cxn ang="0">
                      <a:pos x="connsiteX7-47" y="connsiteY7-48"/>
                    </a:cxn>
                  </a:cxnLst>
                  <a:rect l="l" t="t" r="r" b="b"/>
                  <a:pathLst>
                    <a:path w="580936" h="675267">
                      <a:moveTo>
                        <a:pt x="168726" y="675267"/>
                      </a:moveTo>
                      <a:cubicBezTo>
                        <a:pt x="194794" y="585030"/>
                        <a:pt x="220863" y="494793"/>
                        <a:pt x="192789" y="422604"/>
                      </a:cubicBezTo>
                      <a:cubicBezTo>
                        <a:pt x="164715" y="350415"/>
                        <a:pt x="8239" y="411989"/>
                        <a:pt x="284" y="242131"/>
                      </a:cubicBezTo>
                      <a:cubicBezTo>
                        <a:pt x="-7671" y="72273"/>
                        <a:pt x="152816" y="-12538"/>
                        <a:pt x="301073" y="1499"/>
                      </a:cubicBezTo>
                      <a:cubicBezTo>
                        <a:pt x="449330" y="15536"/>
                        <a:pt x="605094" y="137477"/>
                        <a:pt x="577800" y="326352"/>
                      </a:cubicBezTo>
                      <a:cubicBezTo>
                        <a:pt x="550506" y="515227"/>
                        <a:pt x="433421" y="406562"/>
                        <a:pt x="397326" y="458699"/>
                      </a:cubicBezTo>
                      <a:cubicBezTo>
                        <a:pt x="361231" y="510836"/>
                        <a:pt x="395321" y="611099"/>
                        <a:pt x="361231" y="639173"/>
                      </a:cubicBezTo>
                      <a:cubicBezTo>
                        <a:pt x="327142" y="667247"/>
                        <a:pt x="259965" y="647194"/>
                        <a:pt x="192789" y="627141"/>
                      </a:cubicBezTo>
                    </a:path>
                  </a:pathLst>
                </a:custGeom>
                <a:noFill/>
                <a:ln w="22225" cap="rnd" cmpd="sng" algn="ctr">
                  <a:solidFill>
                    <a:sysClr val="windowText" lastClr="000000">
                      <a:lumMod val="65000"/>
                      <a:lumOff val="35000"/>
                    </a:sysClr>
                  </a:solidFill>
                  <a:prstDash val="solid"/>
                  <a:rou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仓耳青禾体-谷力 W05"/>
                    <a:ea typeface="仓耳青禾体-谷力 W05"/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任意多边形 80">
                  <a:extLst>
                    <a:ext uri="{FF2B5EF4-FFF2-40B4-BE49-F238E27FC236}">
                      <a16:creationId xmlns:a16="http://schemas.microsoft.com/office/drawing/2014/main" id="{7C6300EE-27C4-9FBE-0EFF-36AD70DE4948}"/>
                    </a:ext>
                  </a:extLst>
                </p:cNvPr>
                <p:cNvSpPr/>
                <p:nvPr/>
              </p:nvSpPr>
              <p:spPr>
                <a:xfrm>
                  <a:off x="7574837" y="692370"/>
                  <a:ext cx="173681" cy="400745"/>
                </a:xfrm>
                <a:custGeom>
                  <a:avLst/>
                  <a:gdLst>
                    <a:gd name="connsiteX0" fmla="*/ 0 w 173947"/>
                    <a:gd name="connsiteY0" fmla="*/ 2090 h 400785"/>
                    <a:gd name="connsiteX1" fmla="*/ 173346 w 173947"/>
                    <a:gd name="connsiteY1" fmla="*/ 23758 h 400785"/>
                    <a:gd name="connsiteX2" fmla="*/ 56337 w 173947"/>
                    <a:gd name="connsiteY2" fmla="*/ 28091 h 400785"/>
                    <a:gd name="connsiteX3" fmla="*/ 34669 w 173947"/>
                    <a:gd name="connsiteY3" fmla="*/ 400785 h 4007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3947" h="400785">
                      <a:moveTo>
                        <a:pt x="0" y="2090"/>
                      </a:moveTo>
                      <a:cubicBezTo>
                        <a:pt x="81978" y="10757"/>
                        <a:pt x="163957" y="19425"/>
                        <a:pt x="173346" y="23758"/>
                      </a:cubicBezTo>
                      <a:cubicBezTo>
                        <a:pt x="182735" y="28091"/>
                        <a:pt x="79450" y="-34747"/>
                        <a:pt x="56337" y="28091"/>
                      </a:cubicBezTo>
                      <a:cubicBezTo>
                        <a:pt x="33224" y="90929"/>
                        <a:pt x="33946" y="245857"/>
                        <a:pt x="34669" y="400785"/>
                      </a:cubicBezTo>
                    </a:path>
                  </a:pathLst>
                </a:custGeom>
                <a:noFill/>
                <a:ln w="22225" cap="rnd" cmpd="sng" algn="ctr">
                  <a:solidFill>
                    <a:sysClr val="windowText" lastClr="000000">
                      <a:lumMod val="65000"/>
                      <a:lumOff val="35000"/>
                    </a:sysClr>
                  </a:solidFill>
                  <a:prstDash val="solid"/>
                  <a:rou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仓耳青禾体-谷力 W05"/>
                    <a:ea typeface="仓耳青禾体-谷力 W05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任意多边形 77">
                <a:extLst>
                  <a:ext uri="{FF2B5EF4-FFF2-40B4-BE49-F238E27FC236}">
                    <a16:creationId xmlns:a16="http://schemas.microsoft.com/office/drawing/2014/main" id="{B52691B7-E390-C9E0-5F47-03006008C7DF}"/>
                  </a:ext>
                </a:extLst>
              </p:cNvPr>
              <p:cNvSpPr/>
              <p:nvPr/>
            </p:nvSpPr>
            <p:spPr>
              <a:xfrm>
                <a:off x="6385497" y="953260"/>
                <a:ext cx="82669" cy="54491"/>
              </a:xfrm>
              <a:custGeom>
                <a:avLst/>
                <a:gdLst>
                  <a:gd name="connsiteX0" fmla="*/ 248 w 76868"/>
                  <a:gd name="connsiteY0" fmla="*/ 393 h 59632"/>
                  <a:gd name="connsiteX1" fmla="*/ 54325 w 76868"/>
                  <a:gd name="connsiteY1" fmla="*/ 32348 h 59632"/>
                  <a:gd name="connsiteX2" fmla="*/ 76448 w 76868"/>
                  <a:gd name="connsiteY2" fmla="*/ 5309 h 59632"/>
                  <a:gd name="connsiteX3" fmla="*/ 37119 w 76868"/>
                  <a:gd name="connsiteY3" fmla="*/ 59387 h 59632"/>
                  <a:gd name="connsiteX4" fmla="*/ 248 w 76868"/>
                  <a:gd name="connsiteY4" fmla="*/ 393 h 59632"/>
                  <a:gd name="connsiteX0-1" fmla="*/ 12434 w 89054"/>
                  <a:gd name="connsiteY0-2" fmla="*/ 4 h 59773"/>
                  <a:gd name="connsiteX1-3" fmla="*/ 66511 w 89054"/>
                  <a:gd name="connsiteY1-4" fmla="*/ 31959 h 59773"/>
                  <a:gd name="connsiteX2-5" fmla="*/ 88634 w 89054"/>
                  <a:gd name="connsiteY2-6" fmla="*/ 4920 h 59773"/>
                  <a:gd name="connsiteX3-7" fmla="*/ 49305 w 89054"/>
                  <a:gd name="connsiteY3-8" fmla="*/ 58998 h 59773"/>
                  <a:gd name="connsiteX4-9" fmla="*/ 2601 w 89054"/>
                  <a:gd name="connsiteY4-10" fmla="*/ 34417 h 59773"/>
                  <a:gd name="connsiteX5" fmla="*/ 12434 w 89054"/>
                  <a:gd name="connsiteY5" fmla="*/ 4 h 59773"/>
                  <a:gd name="connsiteX0-11" fmla="*/ 12434 w 89054"/>
                  <a:gd name="connsiteY0-12" fmla="*/ 4 h 50472"/>
                  <a:gd name="connsiteX1-13" fmla="*/ 66511 w 89054"/>
                  <a:gd name="connsiteY1-14" fmla="*/ 31959 h 50472"/>
                  <a:gd name="connsiteX2-15" fmla="*/ 88634 w 89054"/>
                  <a:gd name="connsiteY2-16" fmla="*/ 4920 h 50472"/>
                  <a:gd name="connsiteX3-17" fmla="*/ 56679 w 89054"/>
                  <a:gd name="connsiteY3-18" fmla="*/ 49165 h 50472"/>
                  <a:gd name="connsiteX4-19" fmla="*/ 2601 w 89054"/>
                  <a:gd name="connsiteY4-20" fmla="*/ 34417 h 50472"/>
                  <a:gd name="connsiteX5-21" fmla="*/ 12434 w 89054"/>
                  <a:gd name="connsiteY5-22" fmla="*/ 4 h 50472"/>
                  <a:gd name="connsiteX0-23" fmla="*/ 10471 w 87091"/>
                  <a:gd name="connsiteY0-24" fmla="*/ 132 h 49570"/>
                  <a:gd name="connsiteX1-25" fmla="*/ 64548 w 87091"/>
                  <a:gd name="connsiteY1-26" fmla="*/ 32087 h 49570"/>
                  <a:gd name="connsiteX2-27" fmla="*/ 86671 w 87091"/>
                  <a:gd name="connsiteY2-28" fmla="*/ 5048 h 49570"/>
                  <a:gd name="connsiteX3-29" fmla="*/ 54716 w 87091"/>
                  <a:gd name="connsiteY3-30" fmla="*/ 49293 h 49570"/>
                  <a:gd name="connsiteX4-31" fmla="*/ 3097 w 87091"/>
                  <a:gd name="connsiteY4-32" fmla="*/ 22255 h 49570"/>
                  <a:gd name="connsiteX5-33" fmla="*/ 10471 w 87091"/>
                  <a:gd name="connsiteY5-34" fmla="*/ 132 h 49570"/>
                  <a:gd name="connsiteX0-35" fmla="*/ 10471 w 87091"/>
                  <a:gd name="connsiteY0-36" fmla="*/ 132 h 54436"/>
                  <a:gd name="connsiteX1-37" fmla="*/ 64548 w 87091"/>
                  <a:gd name="connsiteY1-38" fmla="*/ 32087 h 54436"/>
                  <a:gd name="connsiteX2-39" fmla="*/ 86671 w 87091"/>
                  <a:gd name="connsiteY2-40" fmla="*/ 5048 h 54436"/>
                  <a:gd name="connsiteX3-41" fmla="*/ 59632 w 87091"/>
                  <a:gd name="connsiteY3-42" fmla="*/ 54209 h 54436"/>
                  <a:gd name="connsiteX4-43" fmla="*/ 3097 w 87091"/>
                  <a:gd name="connsiteY4-44" fmla="*/ 22255 h 54436"/>
                  <a:gd name="connsiteX5-45" fmla="*/ 10471 w 87091"/>
                  <a:gd name="connsiteY5-46" fmla="*/ 132 h 54436"/>
                  <a:gd name="connsiteX0-47" fmla="*/ 11326 w 92270"/>
                  <a:gd name="connsiteY0-48" fmla="*/ 197 h 54501"/>
                  <a:gd name="connsiteX1-49" fmla="*/ 85068 w 92270"/>
                  <a:gd name="connsiteY1-50" fmla="*/ 34610 h 54501"/>
                  <a:gd name="connsiteX2-51" fmla="*/ 87526 w 92270"/>
                  <a:gd name="connsiteY2-52" fmla="*/ 5113 h 54501"/>
                  <a:gd name="connsiteX3-53" fmla="*/ 60487 w 92270"/>
                  <a:gd name="connsiteY3-54" fmla="*/ 54274 h 54501"/>
                  <a:gd name="connsiteX4-55" fmla="*/ 3952 w 92270"/>
                  <a:gd name="connsiteY4-56" fmla="*/ 22320 h 54501"/>
                  <a:gd name="connsiteX5-57" fmla="*/ 11326 w 92270"/>
                  <a:gd name="connsiteY5-58" fmla="*/ 197 h 54501"/>
                  <a:gd name="connsiteX0-59" fmla="*/ 7096 w 88040"/>
                  <a:gd name="connsiteY0-60" fmla="*/ 197 h 54501"/>
                  <a:gd name="connsiteX1-61" fmla="*/ 80838 w 88040"/>
                  <a:gd name="connsiteY1-62" fmla="*/ 34610 h 54501"/>
                  <a:gd name="connsiteX2-63" fmla="*/ 83296 w 88040"/>
                  <a:gd name="connsiteY2-64" fmla="*/ 5113 h 54501"/>
                  <a:gd name="connsiteX3-65" fmla="*/ 56257 w 88040"/>
                  <a:gd name="connsiteY3-66" fmla="*/ 54274 h 54501"/>
                  <a:gd name="connsiteX4-67" fmla="*/ 7096 w 88040"/>
                  <a:gd name="connsiteY4-68" fmla="*/ 22320 h 54501"/>
                  <a:gd name="connsiteX5-69" fmla="*/ 7096 w 88040"/>
                  <a:gd name="connsiteY5-70" fmla="*/ 197 h 54501"/>
                  <a:gd name="connsiteX0-71" fmla="*/ 6579 w 84329"/>
                  <a:gd name="connsiteY0-72" fmla="*/ 133 h 54437"/>
                  <a:gd name="connsiteX1-73" fmla="*/ 72947 w 84329"/>
                  <a:gd name="connsiteY1-74" fmla="*/ 32088 h 54437"/>
                  <a:gd name="connsiteX2-75" fmla="*/ 82779 w 84329"/>
                  <a:gd name="connsiteY2-76" fmla="*/ 5049 h 54437"/>
                  <a:gd name="connsiteX3-77" fmla="*/ 55740 w 84329"/>
                  <a:gd name="connsiteY3-78" fmla="*/ 54210 h 54437"/>
                  <a:gd name="connsiteX4-79" fmla="*/ 6579 w 84329"/>
                  <a:gd name="connsiteY4-80" fmla="*/ 22256 h 54437"/>
                  <a:gd name="connsiteX5-81" fmla="*/ 6579 w 84329"/>
                  <a:gd name="connsiteY5-82" fmla="*/ 133 h 54437"/>
                  <a:gd name="connsiteX0-83" fmla="*/ 5902 w 82602"/>
                  <a:gd name="connsiteY0-84" fmla="*/ 197 h 54501"/>
                  <a:gd name="connsiteX1-85" fmla="*/ 62437 w 82602"/>
                  <a:gd name="connsiteY1-86" fmla="*/ 34610 h 54501"/>
                  <a:gd name="connsiteX2-87" fmla="*/ 82102 w 82602"/>
                  <a:gd name="connsiteY2-88" fmla="*/ 5113 h 54501"/>
                  <a:gd name="connsiteX3-89" fmla="*/ 55063 w 82602"/>
                  <a:gd name="connsiteY3-90" fmla="*/ 54274 h 54501"/>
                  <a:gd name="connsiteX4-91" fmla="*/ 5902 w 82602"/>
                  <a:gd name="connsiteY4-92" fmla="*/ 22320 h 54501"/>
                  <a:gd name="connsiteX5-93" fmla="*/ 5902 w 82602"/>
                  <a:gd name="connsiteY5-94" fmla="*/ 197 h 54501"/>
                </a:gdLst>
                <a:ahLst/>
                <a:cxnLst>
                  <a:cxn ang="0">
                    <a:pos x="connsiteX0-83" y="connsiteY0-84"/>
                  </a:cxn>
                  <a:cxn ang="0">
                    <a:pos x="connsiteX1-85" y="connsiteY1-86"/>
                  </a:cxn>
                  <a:cxn ang="0">
                    <a:pos x="connsiteX2-87" y="connsiteY2-88"/>
                  </a:cxn>
                  <a:cxn ang="0">
                    <a:pos x="connsiteX3-89" y="connsiteY3-90"/>
                  </a:cxn>
                  <a:cxn ang="0">
                    <a:pos x="connsiteX4-91" y="connsiteY4-92"/>
                  </a:cxn>
                  <a:cxn ang="0">
                    <a:pos x="connsiteX5-93" y="connsiteY5-94"/>
                  </a:cxn>
                </a:cxnLst>
                <a:rect l="l" t="t" r="r" b="b"/>
                <a:pathLst>
                  <a:path w="82602" h="54501">
                    <a:moveTo>
                      <a:pt x="5902" y="197"/>
                    </a:moveTo>
                    <a:cubicBezTo>
                      <a:pt x="15325" y="2245"/>
                      <a:pt x="49737" y="33791"/>
                      <a:pt x="62437" y="34610"/>
                    </a:cubicBezTo>
                    <a:cubicBezTo>
                      <a:pt x="75137" y="35429"/>
                      <a:pt x="84970" y="607"/>
                      <a:pt x="82102" y="5113"/>
                    </a:cubicBezTo>
                    <a:cubicBezTo>
                      <a:pt x="79234" y="9620"/>
                      <a:pt x="67763" y="51406"/>
                      <a:pt x="55063" y="54274"/>
                    </a:cubicBezTo>
                    <a:cubicBezTo>
                      <a:pt x="42363" y="57142"/>
                      <a:pt x="12047" y="32152"/>
                      <a:pt x="5902" y="22320"/>
                    </a:cubicBezTo>
                    <a:cubicBezTo>
                      <a:pt x="-243" y="12488"/>
                      <a:pt x="-3521" y="-1851"/>
                      <a:pt x="5902" y="197"/>
                    </a:cubicBezTo>
                    <a:close/>
                  </a:path>
                </a:pathLst>
              </a:custGeom>
              <a:noFill/>
              <a:ln w="22225" cap="rnd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443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4D6C-FF89-69E3-082C-494A50CA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5FF857-E9E2-226C-8731-6D66730AF102}"/>
              </a:ext>
            </a:extLst>
          </p:cNvPr>
          <p:cNvSpPr txBox="1"/>
          <p:nvPr/>
        </p:nvSpPr>
        <p:spPr>
          <a:xfrm>
            <a:off x="348791" y="499620"/>
            <a:ext cx="856896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理论起源：作为二元分类错误的生成式错误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论文的第一个核心技术贡献是，将幻觉的起源从一个模糊的“生成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(Generation)”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问题，严格地归约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(Reduction)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到了一个可分析的“分类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(Classification)”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问题 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核心方法：“是否有效”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(Is-It-Valid, IIV)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归约</a:t>
            </a:r>
          </a:p>
          <a:p>
            <a:pPr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作者认为，生成有效输出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一个无监督的密度估计问题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在计算上至少和“判断一个输出是否有效”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一个有监督的二元分类问题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一样困难 。   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为了形式化这一点，他们引入了“是否有效”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(Is-It-Valid, IIV)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二元分类问题。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预训练错误</a:t>
            </a:r>
            <a:r>
              <a:rPr lang="en-US" altLang="zh-CN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幻觉</a:t>
            </a:r>
            <a:r>
              <a:rPr lang="en-US" altLang="zh-CN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的统计驱动因素分析</a:t>
            </a:r>
          </a:p>
          <a:p>
            <a:pPr algn="just"/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(1)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因素一：任意事实与认知不确定性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这适用于那些“没有简洁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可供学习的“任意事实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，例如个人生日或随机的琐碎知识 。这代表了纯粹的“认知不确定性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”——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必要的知识根本不存在于训练数据中，或者极其稀疏 。   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为了量化这种稀疏性，论文引入了一个关键概念，“单一出现率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(Singleton Rate)”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：在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N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个训练样本中，排除不知道的回答后，某个提示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c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恰好出现一次的频率 。   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研究提供了一个惊人的、可量化的预测：如果你的训练数据中，有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20%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的生日事实只出现过一次，那么你的基础模型在生日事实上的幻觉率至少为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20%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endParaRPr lang="zh-CN" altLang="en-US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algn="just"/>
            <a:endParaRPr lang="zh-CN" altLang="en-US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C5ADC2E-E2EA-E7CD-C21B-A60E32FE41FD}"/>
              </a:ext>
            </a:extLst>
          </p:cNvPr>
          <p:cNvGrpSpPr/>
          <p:nvPr/>
        </p:nvGrpSpPr>
        <p:grpSpPr>
          <a:xfrm>
            <a:off x="10569593" y="1177233"/>
            <a:ext cx="1025525" cy="1244303"/>
            <a:chOff x="1329531" y="4057650"/>
            <a:chExt cx="1025525" cy="1244303"/>
          </a:xfrm>
        </p:grpSpPr>
        <p:sp>
          <p:nvSpPr>
            <p:cNvPr id="8" name="椭圆 31">
              <a:extLst>
                <a:ext uri="{FF2B5EF4-FFF2-40B4-BE49-F238E27FC236}">
                  <a16:creationId xmlns:a16="http://schemas.microsoft.com/office/drawing/2014/main" id="{24661A96-342B-9466-9FEB-0F257A1DD619}"/>
                </a:ext>
              </a:extLst>
            </p:cNvPr>
            <p:cNvSpPr/>
            <p:nvPr/>
          </p:nvSpPr>
          <p:spPr>
            <a:xfrm>
              <a:off x="1329531" y="4057650"/>
              <a:ext cx="1025525" cy="1239838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noFill/>
            <a:ln w="25400" cap="rnd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9" name="矩形 96">
              <a:extLst>
                <a:ext uri="{FF2B5EF4-FFF2-40B4-BE49-F238E27FC236}">
                  <a16:creationId xmlns:a16="http://schemas.microsoft.com/office/drawing/2014/main" id="{4D6C279D-2A29-421E-EDE0-EA997BDA7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2946" y="4840288"/>
              <a:ext cx="1847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grpSp>
          <p:nvGrpSpPr>
            <p:cNvPr id="10" name="组合 10">
              <a:extLst>
                <a:ext uri="{FF2B5EF4-FFF2-40B4-BE49-F238E27FC236}">
                  <a16:creationId xmlns:a16="http://schemas.microsoft.com/office/drawing/2014/main" id="{871E3BCA-13F7-70FB-1D85-D22E1AC04D40}"/>
                </a:ext>
              </a:extLst>
            </p:cNvPr>
            <p:cNvGrpSpPr/>
            <p:nvPr/>
          </p:nvGrpSpPr>
          <p:grpSpPr bwMode="auto">
            <a:xfrm>
              <a:off x="1611313" y="4416425"/>
              <a:ext cx="500062" cy="522288"/>
              <a:chOff x="7710221" y="2608730"/>
              <a:chExt cx="828208" cy="866128"/>
            </a:xfrm>
          </p:grpSpPr>
          <p:sp>
            <p:nvSpPr>
              <p:cNvPr id="11" name="任意多边形 6">
                <a:extLst>
                  <a:ext uri="{FF2B5EF4-FFF2-40B4-BE49-F238E27FC236}">
                    <a16:creationId xmlns:a16="http://schemas.microsoft.com/office/drawing/2014/main" id="{CB41284B-C58A-513B-A431-352481A2B5FA}"/>
                  </a:ext>
                </a:extLst>
              </p:cNvPr>
              <p:cNvSpPr/>
              <p:nvPr/>
            </p:nvSpPr>
            <p:spPr>
              <a:xfrm>
                <a:off x="7710221" y="2608730"/>
                <a:ext cx="828208" cy="866128"/>
              </a:xfrm>
              <a:custGeom>
                <a:avLst/>
                <a:gdLst>
                  <a:gd name="connsiteX0" fmla="*/ 272960 w 895427"/>
                  <a:gd name="connsiteY0" fmla="*/ 0 h 751895"/>
                  <a:gd name="connsiteX1" fmla="*/ 595689 w 895427"/>
                  <a:gd name="connsiteY1" fmla="*/ 0 h 751895"/>
                  <a:gd name="connsiteX2" fmla="*/ 568795 w 895427"/>
                  <a:gd name="connsiteY2" fmla="*/ 457200 h 751895"/>
                  <a:gd name="connsiteX3" fmla="*/ 878077 w 895427"/>
                  <a:gd name="connsiteY3" fmla="*/ 672353 h 751895"/>
                  <a:gd name="connsiteX4" fmla="*/ 17465 w 895427"/>
                  <a:gd name="connsiteY4" fmla="*/ 739589 h 751895"/>
                  <a:gd name="connsiteX5" fmla="*/ 299854 w 895427"/>
                  <a:gd name="connsiteY5" fmla="*/ 443753 h 751895"/>
                  <a:gd name="connsiteX6" fmla="*/ 272960 w 895427"/>
                  <a:gd name="connsiteY6" fmla="*/ 0 h 751895"/>
                  <a:gd name="connsiteX0-1" fmla="*/ 272960 w 908267"/>
                  <a:gd name="connsiteY0-2" fmla="*/ 0 h 845792"/>
                  <a:gd name="connsiteX1-3" fmla="*/ 595689 w 908267"/>
                  <a:gd name="connsiteY1-4" fmla="*/ 0 h 845792"/>
                  <a:gd name="connsiteX2-5" fmla="*/ 568795 w 908267"/>
                  <a:gd name="connsiteY2-6" fmla="*/ 457200 h 845792"/>
                  <a:gd name="connsiteX3-7" fmla="*/ 891524 w 908267"/>
                  <a:gd name="connsiteY3-8" fmla="*/ 833718 h 845792"/>
                  <a:gd name="connsiteX4-9" fmla="*/ 17465 w 908267"/>
                  <a:gd name="connsiteY4-10" fmla="*/ 739589 h 845792"/>
                  <a:gd name="connsiteX5-11" fmla="*/ 299854 w 908267"/>
                  <a:gd name="connsiteY5-12" fmla="*/ 443753 h 845792"/>
                  <a:gd name="connsiteX6-13" fmla="*/ 272960 w 908267"/>
                  <a:gd name="connsiteY6-14" fmla="*/ 0 h 845792"/>
                  <a:gd name="connsiteX0-15" fmla="*/ 196651 w 828208"/>
                  <a:gd name="connsiteY0-16" fmla="*/ 0 h 866128"/>
                  <a:gd name="connsiteX1-17" fmla="*/ 519380 w 828208"/>
                  <a:gd name="connsiteY1-18" fmla="*/ 0 h 866128"/>
                  <a:gd name="connsiteX2-19" fmla="*/ 492486 w 828208"/>
                  <a:gd name="connsiteY2-20" fmla="*/ 457200 h 866128"/>
                  <a:gd name="connsiteX3-21" fmla="*/ 815215 w 828208"/>
                  <a:gd name="connsiteY3-22" fmla="*/ 833718 h 866128"/>
                  <a:gd name="connsiteX4-23" fmla="*/ 21839 w 828208"/>
                  <a:gd name="connsiteY4-24" fmla="*/ 820271 h 866128"/>
                  <a:gd name="connsiteX5-25" fmla="*/ 223545 w 828208"/>
                  <a:gd name="connsiteY5-26" fmla="*/ 443753 h 866128"/>
                  <a:gd name="connsiteX6-27" fmla="*/ 196651 w 828208"/>
                  <a:gd name="connsiteY6-28" fmla="*/ 0 h 866128"/>
                  <a:gd name="connsiteX0-29" fmla="*/ 196651 w 828208"/>
                  <a:gd name="connsiteY0-30" fmla="*/ 0 h 866128"/>
                  <a:gd name="connsiteX1-31" fmla="*/ 519380 w 828208"/>
                  <a:gd name="connsiteY1-32" fmla="*/ 0 h 866128"/>
                  <a:gd name="connsiteX2-33" fmla="*/ 492486 w 828208"/>
                  <a:gd name="connsiteY2-34" fmla="*/ 457200 h 866128"/>
                  <a:gd name="connsiteX3-35" fmla="*/ 815215 w 828208"/>
                  <a:gd name="connsiteY3-36" fmla="*/ 833718 h 866128"/>
                  <a:gd name="connsiteX4-37" fmla="*/ 21839 w 828208"/>
                  <a:gd name="connsiteY4-38" fmla="*/ 820271 h 866128"/>
                  <a:gd name="connsiteX5-39" fmla="*/ 223545 w 828208"/>
                  <a:gd name="connsiteY5-40" fmla="*/ 443753 h 866128"/>
                  <a:gd name="connsiteX6-41" fmla="*/ 196651 w 828208"/>
                  <a:gd name="connsiteY6-42" fmla="*/ 0 h 866128"/>
                </a:gdLst>
                <a:ahLst/>
                <a:cxnLst>
                  <a:cxn ang="0">
                    <a:pos x="connsiteX0-29" y="connsiteY0-30"/>
                  </a:cxn>
                  <a:cxn ang="0">
                    <a:pos x="connsiteX1-31" y="connsiteY1-32"/>
                  </a:cxn>
                  <a:cxn ang="0">
                    <a:pos x="connsiteX2-33" y="connsiteY2-34"/>
                  </a:cxn>
                  <a:cxn ang="0">
                    <a:pos x="connsiteX3-35" y="connsiteY3-36"/>
                  </a:cxn>
                  <a:cxn ang="0">
                    <a:pos x="connsiteX4-37" y="connsiteY4-38"/>
                  </a:cxn>
                  <a:cxn ang="0">
                    <a:pos x="connsiteX5-39" y="connsiteY5-40"/>
                  </a:cxn>
                  <a:cxn ang="0">
                    <a:pos x="connsiteX6-41" y="connsiteY6-42"/>
                  </a:cxn>
                </a:cxnLst>
                <a:rect l="l" t="t" r="r" b="b"/>
                <a:pathLst>
                  <a:path w="828208" h="866128">
                    <a:moveTo>
                      <a:pt x="196651" y="0"/>
                    </a:moveTo>
                    <a:lnTo>
                      <a:pt x="519380" y="0"/>
                    </a:lnTo>
                    <a:cubicBezTo>
                      <a:pt x="510415" y="152400"/>
                      <a:pt x="519380" y="266699"/>
                      <a:pt x="492486" y="457200"/>
                    </a:cubicBezTo>
                    <a:cubicBezTo>
                      <a:pt x="595580" y="528918"/>
                      <a:pt x="893656" y="773206"/>
                      <a:pt x="815215" y="833718"/>
                    </a:cubicBezTo>
                    <a:cubicBezTo>
                      <a:pt x="736774" y="894230"/>
                      <a:pt x="118209" y="858371"/>
                      <a:pt x="21839" y="820271"/>
                    </a:cubicBezTo>
                    <a:cubicBezTo>
                      <a:pt x="-74531" y="782171"/>
                      <a:pt x="176480" y="508747"/>
                      <a:pt x="223545" y="443753"/>
                    </a:cubicBezTo>
                    <a:lnTo>
                      <a:pt x="196651" y="0"/>
                    </a:lnTo>
                    <a:close/>
                  </a:path>
                </a:pathLst>
              </a:custGeom>
              <a:noFill/>
              <a:ln w="22225" cap="rnd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12" name="任意多边形 8">
                <a:extLst>
                  <a:ext uri="{FF2B5EF4-FFF2-40B4-BE49-F238E27FC236}">
                    <a16:creationId xmlns:a16="http://schemas.microsoft.com/office/drawing/2014/main" id="{2BDA1756-6ACE-274E-D543-897817D6E230}"/>
                  </a:ext>
                </a:extLst>
              </p:cNvPr>
              <p:cNvSpPr/>
              <p:nvPr/>
            </p:nvSpPr>
            <p:spPr>
              <a:xfrm>
                <a:off x="7836424" y="3158945"/>
                <a:ext cx="512700" cy="26326"/>
              </a:xfrm>
              <a:custGeom>
                <a:avLst/>
                <a:gdLst>
                  <a:gd name="connsiteX0" fmla="*/ 0 w 510988"/>
                  <a:gd name="connsiteY0" fmla="*/ 27144 h 27144"/>
                  <a:gd name="connsiteX1" fmla="*/ 188259 w 510988"/>
                  <a:gd name="connsiteY1" fmla="*/ 250 h 27144"/>
                  <a:gd name="connsiteX2" fmla="*/ 349624 w 510988"/>
                  <a:gd name="connsiteY2" fmla="*/ 13697 h 27144"/>
                  <a:gd name="connsiteX3" fmla="*/ 510988 w 510988"/>
                  <a:gd name="connsiteY3" fmla="*/ 13697 h 2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0988" h="27144">
                    <a:moveTo>
                      <a:pt x="0" y="27144"/>
                    </a:moveTo>
                    <a:cubicBezTo>
                      <a:pt x="64994" y="14817"/>
                      <a:pt x="129988" y="2491"/>
                      <a:pt x="188259" y="250"/>
                    </a:cubicBezTo>
                    <a:cubicBezTo>
                      <a:pt x="246530" y="-1991"/>
                      <a:pt x="295836" y="11456"/>
                      <a:pt x="349624" y="13697"/>
                    </a:cubicBezTo>
                    <a:cubicBezTo>
                      <a:pt x="403412" y="15938"/>
                      <a:pt x="457200" y="14817"/>
                      <a:pt x="510988" y="13697"/>
                    </a:cubicBezTo>
                  </a:path>
                </a:pathLst>
              </a:custGeom>
              <a:noFill/>
              <a:ln w="22225" cap="rnd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13" name="椭圆 31">
                <a:extLst>
                  <a:ext uri="{FF2B5EF4-FFF2-40B4-BE49-F238E27FC236}">
                    <a16:creationId xmlns:a16="http://schemas.microsoft.com/office/drawing/2014/main" id="{F520BFB9-1469-D655-18EE-074BE1D41829}"/>
                  </a:ext>
                </a:extLst>
              </p:cNvPr>
              <p:cNvSpPr/>
              <p:nvPr/>
            </p:nvSpPr>
            <p:spPr>
              <a:xfrm>
                <a:off x="7973144" y="3264250"/>
                <a:ext cx="47326" cy="47387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</a:gdLst>
                <a:ahLst/>
                <a:cxnLst>
                  <a:cxn ang="0">
                    <a:pos x="connsiteX0-321" y="connsiteY0-322"/>
                  </a:cxn>
                  <a:cxn ang="0">
                    <a:pos x="connsiteX1-323" y="connsiteY1-324"/>
                  </a:cxn>
                  <a:cxn ang="0">
                    <a:pos x="connsiteX2-325" y="connsiteY2-326"/>
                  </a:cxn>
                  <a:cxn ang="0">
                    <a:pos x="connsiteX3-327" y="connsiteY3-328"/>
                  </a:cxn>
                  <a:cxn ang="0">
                    <a:pos x="connsiteX4-329" y="connsiteY4-330"/>
                  </a:cxn>
                  <a:cxn ang="0">
                    <a:pos x="connsiteX5-331" y="connsiteY5-332"/>
                  </a:cxn>
                </a:cxnLst>
                <a:rect l="l" t="t" r="r" b="b"/>
                <a:pathLst>
                  <a:path w="660438" h="653852">
                    <a:moveTo>
                      <a:pt x="128078" y="64927"/>
                    </a:moveTo>
                    <a:cubicBezTo>
                      <a:pt x="200406" y="22404"/>
                      <a:pt x="266694" y="-24807"/>
                      <a:pt x="410712" y="15051"/>
                    </a:cubicBezTo>
                    <a:cubicBezTo>
                      <a:pt x="554730" y="54909"/>
                      <a:pt x="671038" y="190221"/>
                      <a:pt x="659670" y="337329"/>
                    </a:cubicBezTo>
                    <a:cubicBezTo>
                      <a:pt x="648302" y="484437"/>
                      <a:pt x="512709" y="653852"/>
                      <a:pt x="331423" y="653852"/>
                    </a:cubicBezTo>
                    <a:cubicBezTo>
                      <a:pt x="150137" y="653852"/>
                      <a:pt x="14721" y="457153"/>
                      <a:pt x="3176" y="337329"/>
                    </a:cubicBezTo>
                    <a:cubicBezTo>
                      <a:pt x="-8369" y="217505"/>
                      <a:pt x="11590" y="209227"/>
                      <a:pt x="62645" y="134413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200" b="1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14" name="椭圆 31">
                <a:extLst>
                  <a:ext uri="{FF2B5EF4-FFF2-40B4-BE49-F238E27FC236}">
                    <a16:creationId xmlns:a16="http://schemas.microsoft.com/office/drawing/2014/main" id="{AC7EDDFC-A221-D67D-A487-78E8F84FF435}"/>
                  </a:ext>
                </a:extLst>
              </p:cNvPr>
              <p:cNvSpPr/>
              <p:nvPr/>
            </p:nvSpPr>
            <p:spPr>
              <a:xfrm>
                <a:off x="8125640" y="3211597"/>
                <a:ext cx="44696" cy="47387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</a:gdLst>
                <a:ahLst/>
                <a:cxnLst>
                  <a:cxn ang="0">
                    <a:pos x="connsiteX0-321" y="connsiteY0-322"/>
                  </a:cxn>
                  <a:cxn ang="0">
                    <a:pos x="connsiteX1-323" y="connsiteY1-324"/>
                  </a:cxn>
                  <a:cxn ang="0">
                    <a:pos x="connsiteX2-325" y="connsiteY2-326"/>
                  </a:cxn>
                  <a:cxn ang="0">
                    <a:pos x="connsiteX3-327" y="connsiteY3-328"/>
                  </a:cxn>
                  <a:cxn ang="0">
                    <a:pos x="connsiteX4-329" y="connsiteY4-330"/>
                  </a:cxn>
                  <a:cxn ang="0">
                    <a:pos x="connsiteX5-331" y="connsiteY5-332"/>
                  </a:cxn>
                </a:cxnLst>
                <a:rect l="l" t="t" r="r" b="b"/>
                <a:pathLst>
                  <a:path w="660438" h="653852">
                    <a:moveTo>
                      <a:pt x="128078" y="64927"/>
                    </a:moveTo>
                    <a:cubicBezTo>
                      <a:pt x="200406" y="22404"/>
                      <a:pt x="266694" y="-24807"/>
                      <a:pt x="410712" y="15051"/>
                    </a:cubicBezTo>
                    <a:cubicBezTo>
                      <a:pt x="554730" y="54909"/>
                      <a:pt x="671038" y="190221"/>
                      <a:pt x="659670" y="337329"/>
                    </a:cubicBezTo>
                    <a:cubicBezTo>
                      <a:pt x="648302" y="484437"/>
                      <a:pt x="512709" y="653852"/>
                      <a:pt x="331423" y="653852"/>
                    </a:cubicBezTo>
                    <a:cubicBezTo>
                      <a:pt x="150137" y="653852"/>
                      <a:pt x="14721" y="457153"/>
                      <a:pt x="3176" y="337329"/>
                    </a:cubicBezTo>
                    <a:cubicBezTo>
                      <a:pt x="-8369" y="217505"/>
                      <a:pt x="11590" y="209227"/>
                      <a:pt x="62645" y="134413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200" b="1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  <p:sp>
            <p:nvSpPr>
              <p:cNvPr id="15" name="椭圆 31">
                <a:extLst>
                  <a:ext uri="{FF2B5EF4-FFF2-40B4-BE49-F238E27FC236}">
                    <a16:creationId xmlns:a16="http://schemas.microsoft.com/office/drawing/2014/main" id="{1E7665F8-4DC5-AC9B-D237-A205981A579A}"/>
                  </a:ext>
                </a:extLst>
              </p:cNvPr>
              <p:cNvSpPr/>
              <p:nvPr/>
            </p:nvSpPr>
            <p:spPr>
              <a:xfrm>
                <a:off x="8094089" y="3337963"/>
                <a:ext cx="76247" cy="7634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</a:gdLst>
                <a:ahLst/>
                <a:cxnLst>
                  <a:cxn ang="0">
                    <a:pos x="connsiteX0-321" y="connsiteY0-322"/>
                  </a:cxn>
                  <a:cxn ang="0">
                    <a:pos x="connsiteX1-323" y="connsiteY1-324"/>
                  </a:cxn>
                  <a:cxn ang="0">
                    <a:pos x="connsiteX2-325" y="connsiteY2-326"/>
                  </a:cxn>
                  <a:cxn ang="0">
                    <a:pos x="connsiteX3-327" y="connsiteY3-328"/>
                  </a:cxn>
                  <a:cxn ang="0">
                    <a:pos x="connsiteX4-329" y="connsiteY4-330"/>
                  </a:cxn>
                  <a:cxn ang="0">
                    <a:pos x="connsiteX5-331" y="connsiteY5-332"/>
                  </a:cxn>
                </a:cxnLst>
                <a:rect l="l" t="t" r="r" b="b"/>
                <a:pathLst>
                  <a:path w="660438" h="653852">
                    <a:moveTo>
                      <a:pt x="128078" y="64927"/>
                    </a:moveTo>
                    <a:cubicBezTo>
                      <a:pt x="200406" y="22404"/>
                      <a:pt x="266694" y="-24807"/>
                      <a:pt x="410712" y="15051"/>
                    </a:cubicBezTo>
                    <a:cubicBezTo>
                      <a:pt x="554730" y="54909"/>
                      <a:pt x="671038" y="190221"/>
                      <a:pt x="659670" y="337329"/>
                    </a:cubicBezTo>
                    <a:cubicBezTo>
                      <a:pt x="648302" y="484437"/>
                      <a:pt x="512709" y="653852"/>
                      <a:pt x="331423" y="653852"/>
                    </a:cubicBezTo>
                    <a:cubicBezTo>
                      <a:pt x="150137" y="653852"/>
                      <a:pt x="14721" y="457153"/>
                      <a:pt x="3176" y="337329"/>
                    </a:cubicBezTo>
                    <a:cubicBezTo>
                      <a:pt x="-8369" y="217505"/>
                      <a:pt x="11590" y="209227"/>
                      <a:pt x="62645" y="134413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200" b="1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仓耳青禾体-谷力 W05"/>
                  <a:ea typeface="仓耳青禾体-谷力 W05"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307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DEC25A8-4DB5-B331-F218-479FAEAF55E4}"/>
              </a:ext>
            </a:extLst>
          </p:cNvPr>
          <p:cNvGrpSpPr/>
          <p:nvPr/>
        </p:nvGrpSpPr>
        <p:grpSpPr>
          <a:xfrm>
            <a:off x="8055922" y="1596231"/>
            <a:ext cx="3814763" cy="3665537"/>
            <a:chOff x="6870700" y="2055813"/>
            <a:chExt cx="3814763" cy="3665537"/>
          </a:xfrm>
        </p:grpSpPr>
        <p:sp>
          <p:nvSpPr>
            <p:cNvPr id="5" name="任意多边形 4">
              <a:extLst>
                <a:ext uri="{FF2B5EF4-FFF2-40B4-BE49-F238E27FC236}">
                  <a16:creationId xmlns:a16="http://schemas.microsoft.com/office/drawing/2014/main" id="{016B4150-C345-DEA4-E86B-B39A69589634}"/>
                </a:ext>
              </a:extLst>
            </p:cNvPr>
            <p:cNvSpPr/>
            <p:nvPr/>
          </p:nvSpPr>
          <p:spPr bwMode="auto">
            <a:xfrm>
              <a:off x="7053263" y="3186113"/>
              <a:ext cx="1444625" cy="1581150"/>
            </a:xfrm>
            <a:custGeom>
              <a:avLst/>
              <a:gdLst>
                <a:gd name="connsiteX0" fmla="*/ 1621800 w 2167466"/>
                <a:gd name="connsiteY0" fmla="*/ 548964 h 2167466"/>
                <a:gd name="connsiteX1" fmla="*/ 1941574 w 2167466"/>
                <a:gd name="connsiteY1" fmla="*/ 452590 h 2167466"/>
                <a:gd name="connsiteX2" fmla="*/ 2059240 w 2167466"/>
                <a:gd name="connsiteY2" fmla="*/ 656392 h 2167466"/>
                <a:gd name="connsiteX3" fmla="*/ 1815890 w 2167466"/>
                <a:gd name="connsiteY3" fmla="*/ 885138 h 2167466"/>
                <a:gd name="connsiteX4" fmla="*/ 1815890 w 2167466"/>
                <a:gd name="connsiteY4" fmla="*/ 1282328 h 2167466"/>
                <a:gd name="connsiteX5" fmla="*/ 2059240 w 2167466"/>
                <a:gd name="connsiteY5" fmla="*/ 1511074 h 2167466"/>
                <a:gd name="connsiteX6" fmla="*/ 1941574 w 2167466"/>
                <a:gd name="connsiteY6" fmla="*/ 1714876 h 2167466"/>
                <a:gd name="connsiteX7" fmla="*/ 1621800 w 2167466"/>
                <a:gd name="connsiteY7" fmla="*/ 1618502 h 2167466"/>
                <a:gd name="connsiteX8" fmla="*/ 1277823 w 2167466"/>
                <a:gd name="connsiteY8" fmla="*/ 1817097 h 2167466"/>
                <a:gd name="connsiteX9" fmla="*/ 1201398 w 2167466"/>
                <a:gd name="connsiteY9" fmla="*/ 2142217 h 2167466"/>
                <a:gd name="connsiteX10" fmla="*/ 966068 w 2167466"/>
                <a:gd name="connsiteY10" fmla="*/ 2142217 h 2167466"/>
                <a:gd name="connsiteX11" fmla="*/ 889643 w 2167466"/>
                <a:gd name="connsiteY11" fmla="*/ 1817097 h 2167466"/>
                <a:gd name="connsiteX12" fmla="*/ 545666 w 2167466"/>
                <a:gd name="connsiteY12" fmla="*/ 1618502 h 2167466"/>
                <a:gd name="connsiteX13" fmla="*/ 225892 w 2167466"/>
                <a:gd name="connsiteY13" fmla="*/ 1714876 h 2167466"/>
                <a:gd name="connsiteX14" fmla="*/ 108226 w 2167466"/>
                <a:gd name="connsiteY14" fmla="*/ 1511074 h 2167466"/>
                <a:gd name="connsiteX15" fmla="*/ 351576 w 2167466"/>
                <a:gd name="connsiteY15" fmla="*/ 1282328 h 2167466"/>
                <a:gd name="connsiteX16" fmla="*/ 351576 w 2167466"/>
                <a:gd name="connsiteY16" fmla="*/ 885138 h 2167466"/>
                <a:gd name="connsiteX17" fmla="*/ 108226 w 2167466"/>
                <a:gd name="connsiteY17" fmla="*/ 656392 h 2167466"/>
                <a:gd name="connsiteX18" fmla="*/ 225892 w 2167466"/>
                <a:gd name="connsiteY18" fmla="*/ 452590 h 2167466"/>
                <a:gd name="connsiteX19" fmla="*/ 545666 w 2167466"/>
                <a:gd name="connsiteY19" fmla="*/ 548964 h 2167466"/>
                <a:gd name="connsiteX20" fmla="*/ 889643 w 2167466"/>
                <a:gd name="connsiteY20" fmla="*/ 350369 h 2167466"/>
                <a:gd name="connsiteX21" fmla="*/ 966068 w 2167466"/>
                <a:gd name="connsiteY21" fmla="*/ 25249 h 2167466"/>
                <a:gd name="connsiteX22" fmla="*/ 1201398 w 2167466"/>
                <a:gd name="connsiteY22" fmla="*/ 25249 h 2167466"/>
                <a:gd name="connsiteX23" fmla="*/ 1277823 w 2167466"/>
                <a:gd name="connsiteY23" fmla="*/ 350369 h 2167466"/>
                <a:gd name="connsiteX24" fmla="*/ 1621800 w 2167466"/>
                <a:gd name="connsiteY24" fmla="*/ 548964 h 2167466"/>
                <a:gd name="connsiteX0-1" fmla="*/ 1517526 w 1954966"/>
                <a:gd name="connsiteY0-2" fmla="*/ 523716 h 2116969"/>
                <a:gd name="connsiteX1-3" fmla="*/ 1837300 w 1954966"/>
                <a:gd name="connsiteY1-4" fmla="*/ 427342 h 2116969"/>
                <a:gd name="connsiteX2-5" fmla="*/ 1954966 w 1954966"/>
                <a:gd name="connsiteY2-6" fmla="*/ 631144 h 2116969"/>
                <a:gd name="connsiteX3-7" fmla="*/ 1711616 w 1954966"/>
                <a:gd name="connsiteY3-8" fmla="*/ 859890 h 2116969"/>
                <a:gd name="connsiteX4-9" fmla="*/ 1711616 w 1954966"/>
                <a:gd name="connsiteY4-10" fmla="*/ 1257080 h 2116969"/>
                <a:gd name="connsiteX5-11" fmla="*/ 1954966 w 1954966"/>
                <a:gd name="connsiteY5-12" fmla="*/ 1485826 h 2116969"/>
                <a:gd name="connsiteX6-13" fmla="*/ 1837300 w 1954966"/>
                <a:gd name="connsiteY6-14" fmla="*/ 1689628 h 2116969"/>
                <a:gd name="connsiteX7-15" fmla="*/ 1517526 w 1954966"/>
                <a:gd name="connsiteY7-16" fmla="*/ 1593254 h 2116969"/>
                <a:gd name="connsiteX8-17" fmla="*/ 1173549 w 1954966"/>
                <a:gd name="connsiteY8-18" fmla="*/ 1791849 h 2116969"/>
                <a:gd name="connsiteX9-19" fmla="*/ 1097124 w 1954966"/>
                <a:gd name="connsiteY9-20" fmla="*/ 2116969 h 2116969"/>
                <a:gd name="connsiteX10-21" fmla="*/ 861794 w 1954966"/>
                <a:gd name="connsiteY10-22" fmla="*/ 2116969 h 2116969"/>
                <a:gd name="connsiteX11-23" fmla="*/ 785369 w 1954966"/>
                <a:gd name="connsiteY11-24" fmla="*/ 1791849 h 2116969"/>
                <a:gd name="connsiteX12-25" fmla="*/ 441392 w 1954966"/>
                <a:gd name="connsiteY12-26" fmla="*/ 1593254 h 2116969"/>
                <a:gd name="connsiteX13-27" fmla="*/ 121618 w 1954966"/>
                <a:gd name="connsiteY13-28" fmla="*/ 1689628 h 2116969"/>
                <a:gd name="connsiteX14-29" fmla="*/ 3952 w 1954966"/>
                <a:gd name="connsiteY14-30" fmla="*/ 1485826 h 2116969"/>
                <a:gd name="connsiteX15-31" fmla="*/ 247302 w 1954966"/>
                <a:gd name="connsiteY15-32" fmla="*/ 1257080 h 2116969"/>
                <a:gd name="connsiteX16-33" fmla="*/ 247302 w 1954966"/>
                <a:gd name="connsiteY16-34" fmla="*/ 859890 h 2116969"/>
                <a:gd name="connsiteX17-35" fmla="*/ 3952 w 1954966"/>
                <a:gd name="connsiteY17-36" fmla="*/ 631144 h 2116969"/>
                <a:gd name="connsiteX18-37" fmla="*/ 121618 w 1954966"/>
                <a:gd name="connsiteY18-38" fmla="*/ 427342 h 2116969"/>
                <a:gd name="connsiteX19-39" fmla="*/ 441392 w 1954966"/>
                <a:gd name="connsiteY19-40" fmla="*/ 523716 h 2116969"/>
                <a:gd name="connsiteX20-41" fmla="*/ 785369 w 1954966"/>
                <a:gd name="connsiteY20-42" fmla="*/ 325121 h 2116969"/>
                <a:gd name="connsiteX21-43" fmla="*/ 861794 w 1954966"/>
                <a:gd name="connsiteY21-44" fmla="*/ 1 h 2116969"/>
                <a:gd name="connsiteX22-45" fmla="*/ 1097124 w 1954966"/>
                <a:gd name="connsiteY22-46" fmla="*/ 1 h 2116969"/>
                <a:gd name="connsiteX23-47" fmla="*/ 1173549 w 1954966"/>
                <a:gd name="connsiteY23-48" fmla="*/ 325121 h 2116969"/>
                <a:gd name="connsiteX24-49" fmla="*/ 1517526 w 1954966"/>
                <a:gd name="connsiteY24-50" fmla="*/ 523716 h 2116969"/>
                <a:gd name="connsiteX0-51" fmla="*/ 1539857 w 1977297"/>
                <a:gd name="connsiteY0-52" fmla="*/ 523714 h 2116967"/>
                <a:gd name="connsiteX1-53" fmla="*/ 1859631 w 1977297"/>
                <a:gd name="connsiteY1-54" fmla="*/ 427340 h 2116967"/>
                <a:gd name="connsiteX2-55" fmla="*/ 1977297 w 1977297"/>
                <a:gd name="connsiteY2-56" fmla="*/ 631142 h 2116967"/>
                <a:gd name="connsiteX3-57" fmla="*/ 1733947 w 1977297"/>
                <a:gd name="connsiteY3-58" fmla="*/ 859888 h 2116967"/>
                <a:gd name="connsiteX4-59" fmla="*/ 1733947 w 1977297"/>
                <a:gd name="connsiteY4-60" fmla="*/ 1257078 h 2116967"/>
                <a:gd name="connsiteX5-61" fmla="*/ 1977297 w 1977297"/>
                <a:gd name="connsiteY5-62" fmla="*/ 1485824 h 2116967"/>
                <a:gd name="connsiteX6-63" fmla="*/ 1859631 w 1977297"/>
                <a:gd name="connsiteY6-64" fmla="*/ 1689626 h 2116967"/>
                <a:gd name="connsiteX7-65" fmla="*/ 1539857 w 1977297"/>
                <a:gd name="connsiteY7-66" fmla="*/ 1593252 h 2116967"/>
                <a:gd name="connsiteX8-67" fmla="*/ 1195880 w 1977297"/>
                <a:gd name="connsiteY8-68" fmla="*/ 1791847 h 2116967"/>
                <a:gd name="connsiteX9-69" fmla="*/ 1119455 w 1977297"/>
                <a:gd name="connsiteY9-70" fmla="*/ 2116967 h 2116967"/>
                <a:gd name="connsiteX10-71" fmla="*/ 884125 w 1977297"/>
                <a:gd name="connsiteY10-72" fmla="*/ 2116967 h 2116967"/>
                <a:gd name="connsiteX11-73" fmla="*/ 807700 w 1977297"/>
                <a:gd name="connsiteY11-74" fmla="*/ 1791847 h 2116967"/>
                <a:gd name="connsiteX12-75" fmla="*/ 463723 w 1977297"/>
                <a:gd name="connsiteY12-76" fmla="*/ 1593252 h 2116967"/>
                <a:gd name="connsiteX13-77" fmla="*/ 143949 w 1977297"/>
                <a:gd name="connsiteY13-78" fmla="*/ 1689626 h 2116967"/>
                <a:gd name="connsiteX14-79" fmla="*/ 26283 w 1977297"/>
                <a:gd name="connsiteY14-80" fmla="*/ 1485824 h 2116967"/>
                <a:gd name="connsiteX15-81" fmla="*/ 269633 w 1977297"/>
                <a:gd name="connsiteY15-82" fmla="*/ 1257078 h 2116967"/>
                <a:gd name="connsiteX16-83" fmla="*/ 269633 w 1977297"/>
                <a:gd name="connsiteY16-84" fmla="*/ 859888 h 2116967"/>
                <a:gd name="connsiteX17-85" fmla="*/ 26283 w 1977297"/>
                <a:gd name="connsiteY17-86" fmla="*/ 631142 h 2116967"/>
                <a:gd name="connsiteX18-87" fmla="*/ 143949 w 1977297"/>
                <a:gd name="connsiteY18-88" fmla="*/ 427340 h 2116967"/>
                <a:gd name="connsiteX19-89" fmla="*/ 463723 w 1977297"/>
                <a:gd name="connsiteY19-90" fmla="*/ 523714 h 2116967"/>
                <a:gd name="connsiteX20-91" fmla="*/ 807700 w 1977297"/>
                <a:gd name="connsiteY20-92" fmla="*/ 325119 h 2116967"/>
                <a:gd name="connsiteX21-93" fmla="*/ 884125 w 1977297"/>
                <a:gd name="connsiteY21-94" fmla="*/ -1 h 2116967"/>
                <a:gd name="connsiteX22-95" fmla="*/ 1119455 w 1977297"/>
                <a:gd name="connsiteY22-96" fmla="*/ -1 h 2116967"/>
                <a:gd name="connsiteX23-97" fmla="*/ 1195880 w 1977297"/>
                <a:gd name="connsiteY23-98" fmla="*/ 325119 h 2116967"/>
                <a:gd name="connsiteX24-99" fmla="*/ 1539857 w 1977297"/>
                <a:gd name="connsiteY24-100" fmla="*/ 523714 h 2116967"/>
                <a:gd name="connsiteX0-101" fmla="*/ 1539859 w 1977299"/>
                <a:gd name="connsiteY0-102" fmla="*/ 523716 h 2116969"/>
                <a:gd name="connsiteX1-103" fmla="*/ 1859633 w 1977299"/>
                <a:gd name="connsiteY1-104" fmla="*/ 427342 h 2116969"/>
                <a:gd name="connsiteX2-105" fmla="*/ 1977299 w 1977299"/>
                <a:gd name="connsiteY2-106" fmla="*/ 631144 h 2116969"/>
                <a:gd name="connsiteX3-107" fmla="*/ 1733949 w 1977299"/>
                <a:gd name="connsiteY3-108" fmla="*/ 859890 h 2116969"/>
                <a:gd name="connsiteX4-109" fmla="*/ 1733949 w 1977299"/>
                <a:gd name="connsiteY4-110" fmla="*/ 1257080 h 2116969"/>
                <a:gd name="connsiteX5-111" fmla="*/ 1977299 w 1977299"/>
                <a:gd name="connsiteY5-112" fmla="*/ 1485826 h 2116969"/>
                <a:gd name="connsiteX6-113" fmla="*/ 1859633 w 1977299"/>
                <a:gd name="connsiteY6-114" fmla="*/ 1689628 h 2116969"/>
                <a:gd name="connsiteX7-115" fmla="*/ 1539859 w 1977299"/>
                <a:gd name="connsiteY7-116" fmla="*/ 1593254 h 2116969"/>
                <a:gd name="connsiteX8-117" fmla="*/ 1195882 w 1977299"/>
                <a:gd name="connsiteY8-118" fmla="*/ 1791849 h 2116969"/>
                <a:gd name="connsiteX9-119" fmla="*/ 1119457 w 1977299"/>
                <a:gd name="connsiteY9-120" fmla="*/ 2116969 h 2116969"/>
                <a:gd name="connsiteX10-121" fmla="*/ 884127 w 1977299"/>
                <a:gd name="connsiteY10-122" fmla="*/ 2116969 h 2116969"/>
                <a:gd name="connsiteX11-123" fmla="*/ 807702 w 1977299"/>
                <a:gd name="connsiteY11-124" fmla="*/ 1791849 h 2116969"/>
                <a:gd name="connsiteX12-125" fmla="*/ 463725 w 1977299"/>
                <a:gd name="connsiteY12-126" fmla="*/ 1593254 h 2116969"/>
                <a:gd name="connsiteX13-127" fmla="*/ 143951 w 1977299"/>
                <a:gd name="connsiteY13-128" fmla="*/ 1689628 h 2116969"/>
                <a:gd name="connsiteX14-129" fmla="*/ 26285 w 1977299"/>
                <a:gd name="connsiteY14-130" fmla="*/ 1485826 h 2116969"/>
                <a:gd name="connsiteX15-131" fmla="*/ 269635 w 1977299"/>
                <a:gd name="connsiteY15-132" fmla="*/ 1257080 h 2116969"/>
                <a:gd name="connsiteX16-133" fmla="*/ 269635 w 1977299"/>
                <a:gd name="connsiteY16-134" fmla="*/ 859890 h 2116969"/>
                <a:gd name="connsiteX17-135" fmla="*/ 26285 w 1977299"/>
                <a:gd name="connsiteY17-136" fmla="*/ 631144 h 2116969"/>
                <a:gd name="connsiteX18-137" fmla="*/ 143951 w 1977299"/>
                <a:gd name="connsiteY18-138" fmla="*/ 427342 h 2116969"/>
                <a:gd name="connsiteX19-139" fmla="*/ 463725 w 1977299"/>
                <a:gd name="connsiteY19-140" fmla="*/ 523716 h 2116969"/>
                <a:gd name="connsiteX20-141" fmla="*/ 807702 w 1977299"/>
                <a:gd name="connsiteY20-142" fmla="*/ 325121 h 2116969"/>
                <a:gd name="connsiteX21-143" fmla="*/ 884127 w 1977299"/>
                <a:gd name="connsiteY21-144" fmla="*/ 1 h 2116969"/>
                <a:gd name="connsiteX22-145" fmla="*/ 1119457 w 1977299"/>
                <a:gd name="connsiteY22-146" fmla="*/ 1 h 2116969"/>
                <a:gd name="connsiteX23-147" fmla="*/ 1195882 w 1977299"/>
                <a:gd name="connsiteY23-148" fmla="*/ 325121 h 2116969"/>
                <a:gd name="connsiteX24-149" fmla="*/ 1539859 w 1977299"/>
                <a:gd name="connsiteY24-150" fmla="*/ 523716 h 2116969"/>
                <a:gd name="connsiteX0-151" fmla="*/ 1539859 w 1977299"/>
                <a:gd name="connsiteY0-152" fmla="*/ 523714 h 2116967"/>
                <a:gd name="connsiteX1-153" fmla="*/ 1859633 w 1977299"/>
                <a:gd name="connsiteY1-154" fmla="*/ 427340 h 2116967"/>
                <a:gd name="connsiteX2-155" fmla="*/ 1977299 w 1977299"/>
                <a:gd name="connsiteY2-156" fmla="*/ 631142 h 2116967"/>
                <a:gd name="connsiteX3-157" fmla="*/ 1733949 w 1977299"/>
                <a:gd name="connsiteY3-158" fmla="*/ 859888 h 2116967"/>
                <a:gd name="connsiteX4-159" fmla="*/ 1733949 w 1977299"/>
                <a:gd name="connsiteY4-160" fmla="*/ 1257078 h 2116967"/>
                <a:gd name="connsiteX5-161" fmla="*/ 1977299 w 1977299"/>
                <a:gd name="connsiteY5-162" fmla="*/ 1485824 h 2116967"/>
                <a:gd name="connsiteX6-163" fmla="*/ 1859633 w 1977299"/>
                <a:gd name="connsiteY6-164" fmla="*/ 1689626 h 2116967"/>
                <a:gd name="connsiteX7-165" fmla="*/ 1539859 w 1977299"/>
                <a:gd name="connsiteY7-166" fmla="*/ 1593252 h 2116967"/>
                <a:gd name="connsiteX8-167" fmla="*/ 1195882 w 1977299"/>
                <a:gd name="connsiteY8-168" fmla="*/ 1791847 h 2116967"/>
                <a:gd name="connsiteX9-169" fmla="*/ 1119457 w 1977299"/>
                <a:gd name="connsiteY9-170" fmla="*/ 2116967 h 2116967"/>
                <a:gd name="connsiteX10-171" fmla="*/ 884127 w 1977299"/>
                <a:gd name="connsiteY10-172" fmla="*/ 2116967 h 2116967"/>
                <a:gd name="connsiteX11-173" fmla="*/ 807702 w 1977299"/>
                <a:gd name="connsiteY11-174" fmla="*/ 1791847 h 2116967"/>
                <a:gd name="connsiteX12-175" fmla="*/ 463725 w 1977299"/>
                <a:gd name="connsiteY12-176" fmla="*/ 1593252 h 2116967"/>
                <a:gd name="connsiteX13-177" fmla="*/ 143951 w 1977299"/>
                <a:gd name="connsiteY13-178" fmla="*/ 1689626 h 2116967"/>
                <a:gd name="connsiteX14-179" fmla="*/ 26285 w 1977299"/>
                <a:gd name="connsiteY14-180" fmla="*/ 1485824 h 2116967"/>
                <a:gd name="connsiteX15-181" fmla="*/ 269635 w 1977299"/>
                <a:gd name="connsiteY15-182" fmla="*/ 1257078 h 2116967"/>
                <a:gd name="connsiteX16-183" fmla="*/ 269635 w 1977299"/>
                <a:gd name="connsiteY16-184" fmla="*/ 859888 h 2116967"/>
                <a:gd name="connsiteX17-185" fmla="*/ 26285 w 1977299"/>
                <a:gd name="connsiteY17-186" fmla="*/ 631142 h 2116967"/>
                <a:gd name="connsiteX18-187" fmla="*/ 143951 w 1977299"/>
                <a:gd name="connsiteY18-188" fmla="*/ 427340 h 2116967"/>
                <a:gd name="connsiteX19-189" fmla="*/ 463725 w 1977299"/>
                <a:gd name="connsiteY19-190" fmla="*/ 523714 h 2116967"/>
                <a:gd name="connsiteX20-191" fmla="*/ 807702 w 1977299"/>
                <a:gd name="connsiteY20-192" fmla="*/ 325119 h 2116967"/>
                <a:gd name="connsiteX21-193" fmla="*/ 884127 w 1977299"/>
                <a:gd name="connsiteY21-194" fmla="*/ -1 h 2116967"/>
                <a:gd name="connsiteX22-195" fmla="*/ 1119457 w 1977299"/>
                <a:gd name="connsiteY22-196" fmla="*/ -1 h 2116967"/>
                <a:gd name="connsiteX23-197" fmla="*/ 1195882 w 1977299"/>
                <a:gd name="connsiteY23-198" fmla="*/ 325119 h 2116967"/>
                <a:gd name="connsiteX24-199" fmla="*/ 1539859 w 1977299"/>
                <a:gd name="connsiteY24-200" fmla="*/ 523714 h 2116967"/>
                <a:gd name="connsiteX0-201" fmla="*/ 1539859 w 1977299"/>
                <a:gd name="connsiteY0-202" fmla="*/ 523716 h 2157608"/>
                <a:gd name="connsiteX1-203" fmla="*/ 1859633 w 1977299"/>
                <a:gd name="connsiteY1-204" fmla="*/ 427342 h 2157608"/>
                <a:gd name="connsiteX2-205" fmla="*/ 1977299 w 1977299"/>
                <a:gd name="connsiteY2-206" fmla="*/ 631144 h 2157608"/>
                <a:gd name="connsiteX3-207" fmla="*/ 1733949 w 1977299"/>
                <a:gd name="connsiteY3-208" fmla="*/ 859890 h 2157608"/>
                <a:gd name="connsiteX4-209" fmla="*/ 1733949 w 1977299"/>
                <a:gd name="connsiteY4-210" fmla="*/ 1257080 h 2157608"/>
                <a:gd name="connsiteX5-211" fmla="*/ 1977299 w 1977299"/>
                <a:gd name="connsiteY5-212" fmla="*/ 1485826 h 2157608"/>
                <a:gd name="connsiteX6-213" fmla="*/ 1859633 w 1977299"/>
                <a:gd name="connsiteY6-214" fmla="*/ 1689628 h 2157608"/>
                <a:gd name="connsiteX7-215" fmla="*/ 1539859 w 1977299"/>
                <a:gd name="connsiteY7-216" fmla="*/ 1593254 h 2157608"/>
                <a:gd name="connsiteX8-217" fmla="*/ 1195882 w 1977299"/>
                <a:gd name="connsiteY8-218" fmla="*/ 1791849 h 2157608"/>
                <a:gd name="connsiteX9-219" fmla="*/ 1119457 w 1977299"/>
                <a:gd name="connsiteY9-220" fmla="*/ 2116969 h 2157608"/>
                <a:gd name="connsiteX10-221" fmla="*/ 884127 w 1977299"/>
                <a:gd name="connsiteY10-222" fmla="*/ 2116969 h 2157608"/>
                <a:gd name="connsiteX11-223" fmla="*/ 807702 w 1977299"/>
                <a:gd name="connsiteY11-224" fmla="*/ 1791849 h 2157608"/>
                <a:gd name="connsiteX12-225" fmla="*/ 463725 w 1977299"/>
                <a:gd name="connsiteY12-226" fmla="*/ 1593254 h 2157608"/>
                <a:gd name="connsiteX13-227" fmla="*/ 143951 w 1977299"/>
                <a:gd name="connsiteY13-228" fmla="*/ 1689628 h 2157608"/>
                <a:gd name="connsiteX14-229" fmla="*/ 26285 w 1977299"/>
                <a:gd name="connsiteY14-230" fmla="*/ 1485826 h 2157608"/>
                <a:gd name="connsiteX15-231" fmla="*/ 269635 w 1977299"/>
                <a:gd name="connsiteY15-232" fmla="*/ 1257080 h 2157608"/>
                <a:gd name="connsiteX16-233" fmla="*/ 269635 w 1977299"/>
                <a:gd name="connsiteY16-234" fmla="*/ 859890 h 2157608"/>
                <a:gd name="connsiteX17-235" fmla="*/ 26285 w 1977299"/>
                <a:gd name="connsiteY17-236" fmla="*/ 631144 h 2157608"/>
                <a:gd name="connsiteX18-237" fmla="*/ 143951 w 1977299"/>
                <a:gd name="connsiteY18-238" fmla="*/ 427342 h 2157608"/>
                <a:gd name="connsiteX19-239" fmla="*/ 463725 w 1977299"/>
                <a:gd name="connsiteY19-240" fmla="*/ 523716 h 2157608"/>
                <a:gd name="connsiteX20-241" fmla="*/ 807702 w 1977299"/>
                <a:gd name="connsiteY20-242" fmla="*/ 325121 h 2157608"/>
                <a:gd name="connsiteX21-243" fmla="*/ 884127 w 1977299"/>
                <a:gd name="connsiteY21-244" fmla="*/ 1 h 2157608"/>
                <a:gd name="connsiteX22-245" fmla="*/ 1119457 w 1977299"/>
                <a:gd name="connsiteY22-246" fmla="*/ 1 h 2157608"/>
                <a:gd name="connsiteX23-247" fmla="*/ 1195882 w 1977299"/>
                <a:gd name="connsiteY23-248" fmla="*/ 325121 h 2157608"/>
                <a:gd name="connsiteX24-249" fmla="*/ 1539859 w 1977299"/>
                <a:gd name="connsiteY24-250" fmla="*/ 523716 h 2157608"/>
                <a:gd name="connsiteX0-251" fmla="*/ 1539859 w 1977299"/>
                <a:gd name="connsiteY0-252" fmla="*/ 523714 h 2179536"/>
                <a:gd name="connsiteX1-253" fmla="*/ 1859633 w 1977299"/>
                <a:gd name="connsiteY1-254" fmla="*/ 427340 h 2179536"/>
                <a:gd name="connsiteX2-255" fmla="*/ 1977299 w 1977299"/>
                <a:gd name="connsiteY2-256" fmla="*/ 631142 h 2179536"/>
                <a:gd name="connsiteX3-257" fmla="*/ 1733949 w 1977299"/>
                <a:gd name="connsiteY3-258" fmla="*/ 859888 h 2179536"/>
                <a:gd name="connsiteX4-259" fmla="*/ 1733949 w 1977299"/>
                <a:gd name="connsiteY4-260" fmla="*/ 1257078 h 2179536"/>
                <a:gd name="connsiteX5-261" fmla="*/ 1977299 w 1977299"/>
                <a:gd name="connsiteY5-262" fmla="*/ 1485824 h 2179536"/>
                <a:gd name="connsiteX6-263" fmla="*/ 1859633 w 1977299"/>
                <a:gd name="connsiteY6-264" fmla="*/ 1689626 h 2179536"/>
                <a:gd name="connsiteX7-265" fmla="*/ 1539859 w 1977299"/>
                <a:gd name="connsiteY7-266" fmla="*/ 1593252 h 2179536"/>
                <a:gd name="connsiteX8-267" fmla="*/ 1195882 w 1977299"/>
                <a:gd name="connsiteY8-268" fmla="*/ 1791847 h 2179536"/>
                <a:gd name="connsiteX9-269" fmla="*/ 1119457 w 1977299"/>
                <a:gd name="connsiteY9-270" fmla="*/ 2116967 h 2179536"/>
                <a:gd name="connsiteX10-271" fmla="*/ 884127 w 1977299"/>
                <a:gd name="connsiteY10-272" fmla="*/ 2116967 h 2179536"/>
                <a:gd name="connsiteX11-273" fmla="*/ 807702 w 1977299"/>
                <a:gd name="connsiteY11-274" fmla="*/ 1791847 h 2179536"/>
                <a:gd name="connsiteX12-275" fmla="*/ 463725 w 1977299"/>
                <a:gd name="connsiteY12-276" fmla="*/ 1593252 h 2179536"/>
                <a:gd name="connsiteX13-277" fmla="*/ 143951 w 1977299"/>
                <a:gd name="connsiteY13-278" fmla="*/ 1689626 h 2179536"/>
                <a:gd name="connsiteX14-279" fmla="*/ 26285 w 1977299"/>
                <a:gd name="connsiteY14-280" fmla="*/ 1485824 h 2179536"/>
                <a:gd name="connsiteX15-281" fmla="*/ 269635 w 1977299"/>
                <a:gd name="connsiteY15-282" fmla="*/ 1257078 h 2179536"/>
                <a:gd name="connsiteX16-283" fmla="*/ 269635 w 1977299"/>
                <a:gd name="connsiteY16-284" fmla="*/ 859888 h 2179536"/>
                <a:gd name="connsiteX17-285" fmla="*/ 26285 w 1977299"/>
                <a:gd name="connsiteY17-286" fmla="*/ 631142 h 2179536"/>
                <a:gd name="connsiteX18-287" fmla="*/ 143951 w 1977299"/>
                <a:gd name="connsiteY18-288" fmla="*/ 427340 h 2179536"/>
                <a:gd name="connsiteX19-289" fmla="*/ 463725 w 1977299"/>
                <a:gd name="connsiteY19-290" fmla="*/ 523714 h 2179536"/>
                <a:gd name="connsiteX20-291" fmla="*/ 807702 w 1977299"/>
                <a:gd name="connsiteY20-292" fmla="*/ 325119 h 2179536"/>
                <a:gd name="connsiteX21-293" fmla="*/ 884127 w 1977299"/>
                <a:gd name="connsiteY21-294" fmla="*/ -1 h 2179536"/>
                <a:gd name="connsiteX22-295" fmla="*/ 1119457 w 1977299"/>
                <a:gd name="connsiteY22-296" fmla="*/ -1 h 2179536"/>
                <a:gd name="connsiteX23-297" fmla="*/ 1195882 w 1977299"/>
                <a:gd name="connsiteY23-298" fmla="*/ 325119 h 2179536"/>
                <a:gd name="connsiteX24-299" fmla="*/ 1539859 w 1977299"/>
                <a:gd name="connsiteY24-300" fmla="*/ 523714 h 2179536"/>
                <a:gd name="connsiteX0-301" fmla="*/ 1539859 w 1981249"/>
                <a:gd name="connsiteY0-302" fmla="*/ 523716 h 2179538"/>
                <a:gd name="connsiteX1-303" fmla="*/ 1859633 w 1981249"/>
                <a:gd name="connsiteY1-304" fmla="*/ 427342 h 2179538"/>
                <a:gd name="connsiteX2-305" fmla="*/ 1977299 w 1981249"/>
                <a:gd name="connsiteY2-306" fmla="*/ 631144 h 2179538"/>
                <a:gd name="connsiteX3-307" fmla="*/ 1733949 w 1981249"/>
                <a:gd name="connsiteY3-308" fmla="*/ 859890 h 2179538"/>
                <a:gd name="connsiteX4-309" fmla="*/ 1733949 w 1981249"/>
                <a:gd name="connsiteY4-310" fmla="*/ 1257080 h 2179538"/>
                <a:gd name="connsiteX5-311" fmla="*/ 1977299 w 1981249"/>
                <a:gd name="connsiteY5-312" fmla="*/ 1485826 h 2179538"/>
                <a:gd name="connsiteX6-313" fmla="*/ 1859633 w 1981249"/>
                <a:gd name="connsiteY6-314" fmla="*/ 1689628 h 2179538"/>
                <a:gd name="connsiteX7-315" fmla="*/ 1539859 w 1981249"/>
                <a:gd name="connsiteY7-316" fmla="*/ 1593254 h 2179538"/>
                <a:gd name="connsiteX8-317" fmla="*/ 1195882 w 1981249"/>
                <a:gd name="connsiteY8-318" fmla="*/ 1791849 h 2179538"/>
                <a:gd name="connsiteX9-319" fmla="*/ 1119457 w 1981249"/>
                <a:gd name="connsiteY9-320" fmla="*/ 2116969 h 2179538"/>
                <a:gd name="connsiteX10-321" fmla="*/ 884127 w 1981249"/>
                <a:gd name="connsiteY10-322" fmla="*/ 2116969 h 2179538"/>
                <a:gd name="connsiteX11-323" fmla="*/ 807702 w 1981249"/>
                <a:gd name="connsiteY11-324" fmla="*/ 1791849 h 2179538"/>
                <a:gd name="connsiteX12-325" fmla="*/ 463725 w 1981249"/>
                <a:gd name="connsiteY12-326" fmla="*/ 1593254 h 2179538"/>
                <a:gd name="connsiteX13-327" fmla="*/ 143951 w 1981249"/>
                <a:gd name="connsiteY13-328" fmla="*/ 1689628 h 2179538"/>
                <a:gd name="connsiteX14-329" fmla="*/ 26285 w 1981249"/>
                <a:gd name="connsiteY14-330" fmla="*/ 1485826 h 2179538"/>
                <a:gd name="connsiteX15-331" fmla="*/ 269635 w 1981249"/>
                <a:gd name="connsiteY15-332" fmla="*/ 1257080 h 2179538"/>
                <a:gd name="connsiteX16-333" fmla="*/ 269635 w 1981249"/>
                <a:gd name="connsiteY16-334" fmla="*/ 859890 h 2179538"/>
                <a:gd name="connsiteX17-335" fmla="*/ 26285 w 1981249"/>
                <a:gd name="connsiteY17-336" fmla="*/ 631144 h 2179538"/>
                <a:gd name="connsiteX18-337" fmla="*/ 143951 w 1981249"/>
                <a:gd name="connsiteY18-338" fmla="*/ 427342 h 2179538"/>
                <a:gd name="connsiteX19-339" fmla="*/ 463725 w 1981249"/>
                <a:gd name="connsiteY19-340" fmla="*/ 523716 h 2179538"/>
                <a:gd name="connsiteX20-341" fmla="*/ 807702 w 1981249"/>
                <a:gd name="connsiteY20-342" fmla="*/ 325121 h 2179538"/>
                <a:gd name="connsiteX21-343" fmla="*/ 884127 w 1981249"/>
                <a:gd name="connsiteY21-344" fmla="*/ 1 h 2179538"/>
                <a:gd name="connsiteX22-345" fmla="*/ 1119457 w 1981249"/>
                <a:gd name="connsiteY22-346" fmla="*/ 1 h 2179538"/>
                <a:gd name="connsiteX23-347" fmla="*/ 1195882 w 1981249"/>
                <a:gd name="connsiteY23-348" fmla="*/ 325121 h 2179538"/>
                <a:gd name="connsiteX24-349" fmla="*/ 1539859 w 1981249"/>
                <a:gd name="connsiteY24-350" fmla="*/ 523716 h 2179538"/>
                <a:gd name="connsiteX0-351" fmla="*/ 1539859 w 2003583"/>
                <a:gd name="connsiteY0-352" fmla="*/ 523714 h 2179536"/>
                <a:gd name="connsiteX1-353" fmla="*/ 1859633 w 2003583"/>
                <a:gd name="connsiteY1-354" fmla="*/ 427340 h 2179536"/>
                <a:gd name="connsiteX2-355" fmla="*/ 1977299 w 2003583"/>
                <a:gd name="connsiteY2-356" fmla="*/ 631142 h 2179536"/>
                <a:gd name="connsiteX3-357" fmla="*/ 1733949 w 2003583"/>
                <a:gd name="connsiteY3-358" fmla="*/ 859888 h 2179536"/>
                <a:gd name="connsiteX4-359" fmla="*/ 1733949 w 2003583"/>
                <a:gd name="connsiteY4-360" fmla="*/ 1257078 h 2179536"/>
                <a:gd name="connsiteX5-361" fmla="*/ 1977299 w 2003583"/>
                <a:gd name="connsiteY5-362" fmla="*/ 1485824 h 2179536"/>
                <a:gd name="connsiteX6-363" fmla="*/ 1859633 w 2003583"/>
                <a:gd name="connsiteY6-364" fmla="*/ 1689626 h 2179536"/>
                <a:gd name="connsiteX7-365" fmla="*/ 1539859 w 2003583"/>
                <a:gd name="connsiteY7-366" fmla="*/ 1593252 h 2179536"/>
                <a:gd name="connsiteX8-367" fmla="*/ 1195882 w 2003583"/>
                <a:gd name="connsiteY8-368" fmla="*/ 1791847 h 2179536"/>
                <a:gd name="connsiteX9-369" fmla="*/ 1119457 w 2003583"/>
                <a:gd name="connsiteY9-370" fmla="*/ 2116967 h 2179536"/>
                <a:gd name="connsiteX10-371" fmla="*/ 884127 w 2003583"/>
                <a:gd name="connsiteY10-372" fmla="*/ 2116967 h 2179536"/>
                <a:gd name="connsiteX11-373" fmla="*/ 807702 w 2003583"/>
                <a:gd name="connsiteY11-374" fmla="*/ 1791847 h 2179536"/>
                <a:gd name="connsiteX12-375" fmla="*/ 463725 w 2003583"/>
                <a:gd name="connsiteY12-376" fmla="*/ 1593252 h 2179536"/>
                <a:gd name="connsiteX13-377" fmla="*/ 143951 w 2003583"/>
                <a:gd name="connsiteY13-378" fmla="*/ 1689626 h 2179536"/>
                <a:gd name="connsiteX14-379" fmla="*/ 26285 w 2003583"/>
                <a:gd name="connsiteY14-380" fmla="*/ 1485824 h 2179536"/>
                <a:gd name="connsiteX15-381" fmla="*/ 269635 w 2003583"/>
                <a:gd name="connsiteY15-382" fmla="*/ 1257078 h 2179536"/>
                <a:gd name="connsiteX16-383" fmla="*/ 269635 w 2003583"/>
                <a:gd name="connsiteY16-384" fmla="*/ 859888 h 2179536"/>
                <a:gd name="connsiteX17-385" fmla="*/ 26285 w 2003583"/>
                <a:gd name="connsiteY17-386" fmla="*/ 631142 h 2179536"/>
                <a:gd name="connsiteX18-387" fmla="*/ 143951 w 2003583"/>
                <a:gd name="connsiteY18-388" fmla="*/ 427340 h 2179536"/>
                <a:gd name="connsiteX19-389" fmla="*/ 463725 w 2003583"/>
                <a:gd name="connsiteY19-390" fmla="*/ 523714 h 2179536"/>
                <a:gd name="connsiteX20-391" fmla="*/ 807702 w 2003583"/>
                <a:gd name="connsiteY20-392" fmla="*/ 325119 h 2179536"/>
                <a:gd name="connsiteX21-393" fmla="*/ 884127 w 2003583"/>
                <a:gd name="connsiteY21-394" fmla="*/ -1 h 2179536"/>
                <a:gd name="connsiteX22-395" fmla="*/ 1119457 w 2003583"/>
                <a:gd name="connsiteY22-396" fmla="*/ -1 h 2179536"/>
                <a:gd name="connsiteX23-397" fmla="*/ 1195882 w 2003583"/>
                <a:gd name="connsiteY23-398" fmla="*/ 325119 h 2179536"/>
                <a:gd name="connsiteX24-399" fmla="*/ 1539859 w 2003583"/>
                <a:gd name="connsiteY24-400" fmla="*/ 523714 h 2179536"/>
                <a:gd name="connsiteX0-401" fmla="*/ 1539859 w 2003583"/>
                <a:gd name="connsiteY0-402" fmla="*/ 523716 h 2179538"/>
                <a:gd name="connsiteX1-403" fmla="*/ 1859633 w 2003583"/>
                <a:gd name="connsiteY1-404" fmla="*/ 427342 h 2179538"/>
                <a:gd name="connsiteX2-405" fmla="*/ 1977299 w 2003583"/>
                <a:gd name="connsiteY2-406" fmla="*/ 631144 h 2179538"/>
                <a:gd name="connsiteX3-407" fmla="*/ 1733949 w 2003583"/>
                <a:gd name="connsiteY3-408" fmla="*/ 859890 h 2179538"/>
                <a:gd name="connsiteX4-409" fmla="*/ 1733949 w 2003583"/>
                <a:gd name="connsiteY4-410" fmla="*/ 1257080 h 2179538"/>
                <a:gd name="connsiteX5-411" fmla="*/ 1977299 w 2003583"/>
                <a:gd name="connsiteY5-412" fmla="*/ 1485826 h 2179538"/>
                <a:gd name="connsiteX6-413" fmla="*/ 1859633 w 2003583"/>
                <a:gd name="connsiteY6-414" fmla="*/ 1689628 h 2179538"/>
                <a:gd name="connsiteX7-415" fmla="*/ 1539859 w 2003583"/>
                <a:gd name="connsiteY7-416" fmla="*/ 1593254 h 2179538"/>
                <a:gd name="connsiteX8-417" fmla="*/ 1195882 w 2003583"/>
                <a:gd name="connsiteY8-418" fmla="*/ 1791849 h 2179538"/>
                <a:gd name="connsiteX9-419" fmla="*/ 1119457 w 2003583"/>
                <a:gd name="connsiteY9-420" fmla="*/ 2116969 h 2179538"/>
                <a:gd name="connsiteX10-421" fmla="*/ 884127 w 2003583"/>
                <a:gd name="connsiteY10-422" fmla="*/ 2116969 h 2179538"/>
                <a:gd name="connsiteX11-423" fmla="*/ 807702 w 2003583"/>
                <a:gd name="connsiteY11-424" fmla="*/ 1791849 h 2179538"/>
                <a:gd name="connsiteX12-425" fmla="*/ 463725 w 2003583"/>
                <a:gd name="connsiteY12-426" fmla="*/ 1593254 h 2179538"/>
                <a:gd name="connsiteX13-427" fmla="*/ 143951 w 2003583"/>
                <a:gd name="connsiteY13-428" fmla="*/ 1689628 h 2179538"/>
                <a:gd name="connsiteX14-429" fmla="*/ 26285 w 2003583"/>
                <a:gd name="connsiteY14-430" fmla="*/ 1485826 h 2179538"/>
                <a:gd name="connsiteX15-431" fmla="*/ 269635 w 2003583"/>
                <a:gd name="connsiteY15-432" fmla="*/ 1257080 h 2179538"/>
                <a:gd name="connsiteX16-433" fmla="*/ 269635 w 2003583"/>
                <a:gd name="connsiteY16-434" fmla="*/ 859890 h 2179538"/>
                <a:gd name="connsiteX17-435" fmla="*/ 26285 w 2003583"/>
                <a:gd name="connsiteY17-436" fmla="*/ 631144 h 2179538"/>
                <a:gd name="connsiteX18-437" fmla="*/ 143951 w 2003583"/>
                <a:gd name="connsiteY18-438" fmla="*/ 427342 h 2179538"/>
                <a:gd name="connsiteX19-439" fmla="*/ 463725 w 2003583"/>
                <a:gd name="connsiteY19-440" fmla="*/ 523716 h 2179538"/>
                <a:gd name="connsiteX20-441" fmla="*/ 807702 w 2003583"/>
                <a:gd name="connsiteY20-442" fmla="*/ 325121 h 2179538"/>
                <a:gd name="connsiteX21-443" fmla="*/ 884127 w 2003583"/>
                <a:gd name="connsiteY21-444" fmla="*/ 1 h 2179538"/>
                <a:gd name="connsiteX22-445" fmla="*/ 1119457 w 2003583"/>
                <a:gd name="connsiteY22-446" fmla="*/ 1 h 2179538"/>
                <a:gd name="connsiteX23-447" fmla="*/ 1195882 w 2003583"/>
                <a:gd name="connsiteY23-448" fmla="*/ 325121 h 2179538"/>
                <a:gd name="connsiteX24-449" fmla="*/ 1539859 w 2003583"/>
                <a:gd name="connsiteY24-450" fmla="*/ 523716 h 2179538"/>
                <a:gd name="connsiteX0-451" fmla="*/ 1539859 w 2003583"/>
                <a:gd name="connsiteY0-452" fmla="*/ 523714 h 2179536"/>
                <a:gd name="connsiteX1-453" fmla="*/ 1859633 w 2003583"/>
                <a:gd name="connsiteY1-454" fmla="*/ 427340 h 2179536"/>
                <a:gd name="connsiteX2-455" fmla="*/ 1977299 w 2003583"/>
                <a:gd name="connsiteY2-456" fmla="*/ 631142 h 2179536"/>
                <a:gd name="connsiteX3-457" fmla="*/ 1733949 w 2003583"/>
                <a:gd name="connsiteY3-458" fmla="*/ 859888 h 2179536"/>
                <a:gd name="connsiteX4-459" fmla="*/ 1733949 w 2003583"/>
                <a:gd name="connsiteY4-460" fmla="*/ 1257078 h 2179536"/>
                <a:gd name="connsiteX5-461" fmla="*/ 1977299 w 2003583"/>
                <a:gd name="connsiteY5-462" fmla="*/ 1485824 h 2179536"/>
                <a:gd name="connsiteX6-463" fmla="*/ 1859633 w 2003583"/>
                <a:gd name="connsiteY6-464" fmla="*/ 1689626 h 2179536"/>
                <a:gd name="connsiteX7-465" fmla="*/ 1539859 w 2003583"/>
                <a:gd name="connsiteY7-466" fmla="*/ 1593252 h 2179536"/>
                <a:gd name="connsiteX8-467" fmla="*/ 1195882 w 2003583"/>
                <a:gd name="connsiteY8-468" fmla="*/ 1791847 h 2179536"/>
                <a:gd name="connsiteX9-469" fmla="*/ 1119457 w 2003583"/>
                <a:gd name="connsiteY9-470" fmla="*/ 2116967 h 2179536"/>
                <a:gd name="connsiteX10-471" fmla="*/ 884127 w 2003583"/>
                <a:gd name="connsiteY10-472" fmla="*/ 2116967 h 2179536"/>
                <a:gd name="connsiteX11-473" fmla="*/ 807702 w 2003583"/>
                <a:gd name="connsiteY11-474" fmla="*/ 1791847 h 2179536"/>
                <a:gd name="connsiteX12-475" fmla="*/ 463725 w 2003583"/>
                <a:gd name="connsiteY12-476" fmla="*/ 1593252 h 2179536"/>
                <a:gd name="connsiteX13-477" fmla="*/ 143951 w 2003583"/>
                <a:gd name="connsiteY13-478" fmla="*/ 1689626 h 2179536"/>
                <a:gd name="connsiteX14-479" fmla="*/ 26285 w 2003583"/>
                <a:gd name="connsiteY14-480" fmla="*/ 1485824 h 2179536"/>
                <a:gd name="connsiteX15-481" fmla="*/ 269635 w 2003583"/>
                <a:gd name="connsiteY15-482" fmla="*/ 1257078 h 2179536"/>
                <a:gd name="connsiteX16-483" fmla="*/ 269635 w 2003583"/>
                <a:gd name="connsiteY16-484" fmla="*/ 859888 h 2179536"/>
                <a:gd name="connsiteX17-485" fmla="*/ 26285 w 2003583"/>
                <a:gd name="connsiteY17-486" fmla="*/ 631142 h 2179536"/>
                <a:gd name="connsiteX18-487" fmla="*/ 143951 w 2003583"/>
                <a:gd name="connsiteY18-488" fmla="*/ 427340 h 2179536"/>
                <a:gd name="connsiteX19-489" fmla="*/ 463725 w 2003583"/>
                <a:gd name="connsiteY19-490" fmla="*/ 523714 h 2179536"/>
                <a:gd name="connsiteX20-491" fmla="*/ 807702 w 2003583"/>
                <a:gd name="connsiteY20-492" fmla="*/ 325119 h 2179536"/>
                <a:gd name="connsiteX21-493" fmla="*/ 884127 w 2003583"/>
                <a:gd name="connsiteY21-494" fmla="*/ -1 h 2179536"/>
                <a:gd name="connsiteX22-495" fmla="*/ 1119457 w 2003583"/>
                <a:gd name="connsiteY22-496" fmla="*/ -1 h 2179536"/>
                <a:gd name="connsiteX23-497" fmla="*/ 1195882 w 2003583"/>
                <a:gd name="connsiteY23-498" fmla="*/ 325119 h 2179536"/>
                <a:gd name="connsiteX24-499" fmla="*/ 1539859 w 2003583"/>
                <a:gd name="connsiteY24-500" fmla="*/ 523714 h 2179536"/>
                <a:gd name="connsiteX0-501" fmla="*/ 1539859 w 2003583"/>
                <a:gd name="connsiteY0-502" fmla="*/ 564355 h 2220177"/>
                <a:gd name="connsiteX1-503" fmla="*/ 1859633 w 2003583"/>
                <a:gd name="connsiteY1-504" fmla="*/ 467981 h 2220177"/>
                <a:gd name="connsiteX2-505" fmla="*/ 1977299 w 2003583"/>
                <a:gd name="connsiteY2-506" fmla="*/ 671783 h 2220177"/>
                <a:gd name="connsiteX3-507" fmla="*/ 1733949 w 2003583"/>
                <a:gd name="connsiteY3-508" fmla="*/ 900529 h 2220177"/>
                <a:gd name="connsiteX4-509" fmla="*/ 1733949 w 2003583"/>
                <a:gd name="connsiteY4-510" fmla="*/ 1297719 h 2220177"/>
                <a:gd name="connsiteX5-511" fmla="*/ 1977299 w 2003583"/>
                <a:gd name="connsiteY5-512" fmla="*/ 1526465 h 2220177"/>
                <a:gd name="connsiteX6-513" fmla="*/ 1859633 w 2003583"/>
                <a:gd name="connsiteY6-514" fmla="*/ 1730267 h 2220177"/>
                <a:gd name="connsiteX7-515" fmla="*/ 1539859 w 2003583"/>
                <a:gd name="connsiteY7-516" fmla="*/ 1633893 h 2220177"/>
                <a:gd name="connsiteX8-517" fmla="*/ 1195882 w 2003583"/>
                <a:gd name="connsiteY8-518" fmla="*/ 1832488 h 2220177"/>
                <a:gd name="connsiteX9-519" fmla="*/ 1119457 w 2003583"/>
                <a:gd name="connsiteY9-520" fmla="*/ 2157608 h 2220177"/>
                <a:gd name="connsiteX10-521" fmla="*/ 884127 w 2003583"/>
                <a:gd name="connsiteY10-522" fmla="*/ 2157608 h 2220177"/>
                <a:gd name="connsiteX11-523" fmla="*/ 807702 w 2003583"/>
                <a:gd name="connsiteY11-524" fmla="*/ 1832488 h 2220177"/>
                <a:gd name="connsiteX12-525" fmla="*/ 463725 w 2003583"/>
                <a:gd name="connsiteY12-526" fmla="*/ 1633893 h 2220177"/>
                <a:gd name="connsiteX13-527" fmla="*/ 143951 w 2003583"/>
                <a:gd name="connsiteY13-528" fmla="*/ 1730267 h 2220177"/>
                <a:gd name="connsiteX14-529" fmla="*/ 26285 w 2003583"/>
                <a:gd name="connsiteY14-530" fmla="*/ 1526465 h 2220177"/>
                <a:gd name="connsiteX15-531" fmla="*/ 269635 w 2003583"/>
                <a:gd name="connsiteY15-532" fmla="*/ 1297719 h 2220177"/>
                <a:gd name="connsiteX16-533" fmla="*/ 269635 w 2003583"/>
                <a:gd name="connsiteY16-534" fmla="*/ 900529 h 2220177"/>
                <a:gd name="connsiteX17-535" fmla="*/ 26285 w 2003583"/>
                <a:gd name="connsiteY17-536" fmla="*/ 671783 h 2220177"/>
                <a:gd name="connsiteX18-537" fmla="*/ 143951 w 2003583"/>
                <a:gd name="connsiteY18-538" fmla="*/ 467981 h 2220177"/>
                <a:gd name="connsiteX19-539" fmla="*/ 463725 w 2003583"/>
                <a:gd name="connsiteY19-540" fmla="*/ 564355 h 2220177"/>
                <a:gd name="connsiteX20-541" fmla="*/ 807702 w 2003583"/>
                <a:gd name="connsiteY20-542" fmla="*/ 365760 h 2220177"/>
                <a:gd name="connsiteX21-543" fmla="*/ 884127 w 2003583"/>
                <a:gd name="connsiteY21-544" fmla="*/ 40640 h 2220177"/>
                <a:gd name="connsiteX22-545" fmla="*/ 1119457 w 2003583"/>
                <a:gd name="connsiteY22-546" fmla="*/ 40640 h 2220177"/>
                <a:gd name="connsiteX23-547" fmla="*/ 1195882 w 2003583"/>
                <a:gd name="connsiteY23-548" fmla="*/ 365760 h 2220177"/>
                <a:gd name="connsiteX24-549" fmla="*/ 1539859 w 2003583"/>
                <a:gd name="connsiteY24-550" fmla="*/ 564355 h 2220177"/>
                <a:gd name="connsiteX0-551" fmla="*/ 1539859 w 2003583"/>
                <a:gd name="connsiteY0-552" fmla="*/ 586285 h 2242107"/>
                <a:gd name="connsiteX1-553" fmla="*/ 1859633 w 2003583"/>
                <a:gd name="connsiteY1-554" fmla="*/ 489911 h 2242107"/>
                <a:gd name="connsiteX2-555" fmla="*/ 1977299 w 2003583"/>
                <a:gd name="connsiteY2-556" fmla="*/ 693713 h 2242107"/>
                <a:gd name="connsiteX3-557" fmla="*/ 1733949 w 2003583"/>
                <a:gd name="connsiteY3-558" fmla="*/ 922459 h 2242107"/>
                <a:gd name="connsiteX4-559" fmla="*/ 1733949 w 2003583"/>
                <a:gd name="connsiteY4-560" fmla="*/ 1319649 h 2242107"/>
                <a:gd name="connsiteX5-561" fmla="*/ 1977299 w 2003583"/>
                <a:gd name="connsiteY5-562" fmla="*/ 1548395 h 2242107"/>
                <a:gd name="connsiteX6-563" fmla="*/ 1859633 w 2003583"/>
                <a:gd name="connsiteY6-564" fmla="*/ 1752197 h 2242107"/>
                <a:gd name="connsiteX7-565" fmla="*/ 1539859 w 2003583"/>
                <a:gd name="connsiteY7-566" fmla="*/ 1655823 h 2242107"/>
                <a:gd name="connsiteX8-567" fmla="*/ 1195882 w 2003583"/>
                <a:gd name="connsiteY8-568" fmla="*/ 1854418 h 2242107"/>
                <a:gd name="connsiteX9-569" fmla="*/ 1119457 w 2003583"/>
                <a:gd name="connsiteY9-570" fmla="*/ 2179538 h 2242107"/>
                <a:gd name="connsiteX10-571" fmla="*/ 884127 w 2003583"/>
                <a:gd name="connsiteY10-572" fmla="*/ 2179538 h 2242107"/>
                <a:gd name="connsiteX11-573" fmla="*/ 807702 w 2003583"/>
                <a:gd name="connsiteY11-574" fmla="*/ 1854418 h 2242107"/>
                <a:gd name="connsiteX12-575" fmla="*/ 463725 w 2003583"/>
                <a:gd name="connsiteY12-576" fmla="*/ 1655823 h 2242107"/>
                <a:gd name="connsiteX13-577" fmla="*/ 143951 w 2003583"/>
                <a:gd name="connsiteY13-578" fmla="*/ 1752197 h 2242107"/>
                <a:gd name="connsiteX14-579" fmla="*/ 26285 w 2003583"/>
                <a:gd name="connsiteY14-580" fmla="*/ 1548395 h 2242107"/>
                <a:gd name="connsiteX15-581" fmla="*/ 269635 w 2003583"/>
                <a:gd name="connsiteY15-582" fmla="*/ 1319649 h 2242107"/>
                <a:gd name="connsiteX16-583" fmla="*/ 269635 w 2003583"/>
                <a:gd name="connsiteY16-584" fmla="*/ 922459 h 2242107"/>
                <a:gd name="connsiteX17-585" fmla="*/ 26285 w 2003583"/>
                <a:gd name="connsiteY17-586" fmla="*/ 693713 h 2242107"/>
                <a:gd name="connsiteX18-587" fmla="*/ 143951 w 2003583"/>
                <a:gd name="connsiteY18-588" fmla="*/ 489911 h 2242107"/>
                <a:gd name="connsiteX19-589" fmla="*/ 463725 w 2003583"/>
                <a:gd name="connsiteY19-590" fmla="*/ 586285 h 2242107"/>
                <a:gd name="connsiteX20-591" fmla="*/ 807702 w 2003583"/>
                <a:gd name="connsiteY20-592" fmla="*/ 387690 h 2242107"/>
                <a:gd name="connsiteX21-593" fmla="*/ 884127 w 2003583"/>
                <a:gd name="connsiteY21-594" fmla="*/ 62570 h 2242107"/>
                <a:gd name="connsiteX22-595" fmla="*/ 1119457 w 2003583"/>
                <a:gd name="connsiteY22-596" fmla="*/ 62570 h 2242107"/>
                <a:gd name="connsiteX23-597" fmla="*/ 1195882 w 2003583"/>
                <a:gd name="connsiteY23-598" fmla="*/ 387690 h 2242107"/>
                <a:gd name="connsiteX24-599" fmla="*/ 1539859 w 2003583"/>
                <a:gd name="connsiteY24-600" fmla="*/ 586285 h 2242107"/>
                <a:gd name="connsiteX0-601" fmla="*/ 1539859 w 2003583"/>
                <a:gd name="connsiteY0-602" fmla="*/ 586285 h 2242107"/>
                <a:gd name="connsiteX1-603" fmla="*/ 1859633 w 2003583"/>
                <a:gd name="connsiteY1-604" fmla="*/ 489911 h 2242107"/>
                <a:gd name="connsiteX2-605" fmla="*/ 1977299 w 2003583"/>
                <a:gd name="connsiteY2-606" fmla="*/ 693713 h 2242107"/>
                <a:gd name="connsiteX3-607" fmla="*/ 1733949 w 2003583"/>
                <a:gd name="connsiteY3-608" fmla="*/ 922459 h 2242107"/>
                <a:gd name="connsiteX4-609" fmla="*/ 1733949 w 2003583"/>
                <a:gd name="connsiteY4-610" fmla="*/ 1319649 h 2242107"/>
                <a:gd name="connsiteX5-611" fmla="*/ 1977299 w 2003583"/>
                <a:gd name="connsiteY5-612" fmla="*/ 1548395 h 2242107"/>
                <a:gd name="connsiteX6-613" fmla="*/ 1859633 w 2003583"/>
                <a:gd name="connsiteY6-614" fmla="*/ 1752197 h 2242107"/>
                <a:gd name="connsiteX7-615" fmla="*/ 1539859 w 2003583"/>
                <a:gd name="connsiteY7-616" fmla="*/ 1655823 h 2242107"/>
                <a:gd name="connsiteX8-617" fmla="*/ 1195882 w 2003583"/>
                <a:gd name="connsiteY8-618" fmla="*/ 1854418 h 2242107"/>
                <a:gd name="connsiteX9-619" fmla="*/ 1119457 w 2003583"/>
                <a:gd name="connsiteY9-620" fmla="*/ 2179538 h 2242107"/>
                <a:gd name="connsiteX10-621" fmla="*/ 884127 w 2003583"/>
                <a:gd name="connsiteY10-622" fmla="*/ 2179538 h 2242107"/>
                <a:gd name="connsiteX11-623" fmla="*/ 807702 w 2003583"/>
                <a:gd name="connsiteY11-624" fmla="*/ 1854418 h 2242107"/>
                <a:gd name="connsiteX12-625" fmla="*/ 463725 w 2003583"/>
                <a:gd name="connsiteY12-626" fmla="*/ 1655823 h 2242107"/>
                <a:gd name="connsiteX13-627" fmla="*/ 143951 w 2003583"/>
                <a:gd name="connsiteY13-628" fmla="*/ 1752197 h 2242107"/>
                <a:gd name="connsiteX14-629" fmla="*/ 26285 w 2003583"/>
                <a:gd name="connsiteY14-630" fmla="*/ 1548395 h 2242107"/>
                <a:gd name="connsiteX15-631" fmla="*/ 269635 w 2003583"/>
                <a:gd name="connsiteY15-632" fmla="*/ 1319649 h 2242107"/>
                <a:gd name="connsiteX16-633" fmla="*/ 269635 w 2003583"/>
                <a:gd name="connsiteY16-634" fmla="*/ 922459 h 2242107"/>
                <a:gd name="connsiteX17-635" fmla="*/ 26285 w 2003583"/>
                <a:gd name="connsiteY17-636" fmla="*/ 693713 h 2242107"/>
                <a:gd name="connsiteX18-637" fmla="*/ 143951 w 2003583"/>
                <a:gd name="connsiteY18-638" fmla="*/ 489911 h 2242107"/>
                <a:gd name="connsiteX19-639" fmla="*/ 463725 w 2003583"/>
                <a:gd name="connsiteY19-640" fmla="*/ 586285 h 2242107"/>
                <a:gd name="connsiteX20-641" fmla="*/ 807702 w 2003583"/>
                <a:gd name="connsiteY20-642" fmla="*/ 387690 h 2242107"/>
                <a:gd name="connsiteX21-643" fmla="*/ 884127 w 2003583"/>
                <a:gd name="connsiteY21-644" fmla="*/ 62570 h 2242107"/>
                <a:gd name="connsiteX22-645" fmla="*/ 1119457 w 2003583"/>
                <a:gd name="connsiteY22-646" fmla="*/ 62570 h 2242107"/>
                <a:gd name="connsiteX23-647" fmla="*/ 1195882 w 2003583"/>
                <a:gd name="connsiteY23-648" fmla="*/ 387690 h 2242107"/>
                <a:gd name="connsiteX24-649" fmla="*/ 1539859 w 2003583"/>
                <a:gd name="connsiteY24-650" fmla="*/ 586285 h 2242107"/>
                <a:gd name="connsiteX0-651" fmla="*/ 1539859 w 2003583"/>
                <a:gd name="connsiteY0-652" fmla="*/ 586285 h 2242107"/>
                <a:gd name="connsiteX1-653" fmla="*/ 1859633 w 2003583"/>
                <a:gd name="connsiteY1-654" fmla="*/ 489911 h 2242107"/>
                <a:gd name="connsiteX2-655" fmla="*/ 1977299 w 2003583"/>
                <a:gd name="connsiteY2-656" fmla="*/ 693713 h 2242107"/>
                <a:gd name="connsiteX3-657" fmla="*/ 1733949 w 2003583"/>
                <a:gd name="connsiteY3-658" fmla="*/ 922459 h 2242107"/>
                <a:gd name="connsiteX4-659" fmla="*/ 1733949 w 2003583"/>
                <a:gd name="connsiteY4-660" fmla="*/ 1319649 h 2242107"/>
                <a:gd name="connsiteX5-661" fmla="*/ 1977299 w 2003583"/>
                <a:gd name="connsiteY5-662" fmla="*/ 1548395 h 2242107"/>
                <a:gd name="connsiteX6-663" fmla="*/ 1859633 w 2003583"/>
                <a:gd name="connsiteY6-664" fmla="*/ 1752197 h 2242107"/>
                <a:gd name="connsiteX7-665" fmla="*/ 1539859 w 2003583"/>
                <a:gd name="connsiteY7-666" fmla="*/ 1655823 h 2242107"/>
                <a:gd name="connsiteX8-667" fmla="*/ 1195882 w 2003583"/>
                <a:gd name="connsiteY8-668" fmla="*/ 1854418 h 2242107"/>
                <a:gd name="connsiteX9-669" fmla="*/ 1119457 w 2003583"/>
                <a:gd name="connsiteY9-670" fmla="*/ 2179538 h 2242107"/>
                <a:gd name="connsiteX10-671" fmla="*/ 884127 w 2003583"/>
                <a:gd name="connsiteY10-672" fmla="*/ 2179538 h 2242107"/>
                <a:gd name="connsiteX11-673" fmla="*/ 807702 w 2003583"/>
                <a:gd name="connsiteY11-674" fmla="*/ 1854418 h 2242107"/>
                <a:gd name="connsiteX12-675" fmla="*/ 463725 w 2003583"/>
                <a:gd name="connsiteY12-676" fmla="*/ 1655823 h 2242107"/>
                <a:gd name="connsiteX13-677" fmla="*/ 143951 w 2003583"/>
                <a:gd name="connsiteY13-678" fmla="*/ 1752197 h 2242107"/>
                <a:gd name="connsiteX14-679" fmla="*/ 26285 w 2003583"/>
                <a:gd name="connsiteY14-680" fmla="*/ 1548395 h 2242107"/>
                <a:gd name="connsiteX15-681" fmla="*/ 269635 w 2003583"/>
                <a:gd name="connsiteY15-682" fmla="*/ 1319649 h 2242107"/>
                <a:gd name="connsiteX16-683" fmla="*/ 269635 w 2003583"/>
                <a:gd name="connsiteY16-684" fmla="*/ 922459 h 2242107"/>
                <a:gd name="connsiteX17-685" fmla="*/ 26285 w 2003583"/>
                <a:gd name="connsiteY17-686" fmla="*/ 693713 h 2242107"/>
                <a:gd name="connsiteX18-687" fmla="*/ 143951 w 2003583"/>
                <a:gd name="connsiteY18-688" fmla="*/ 489911 h 2242107"/>
                <a:gd name="connsiteX19-689" fmla="*/ 463725 w 2003583"/>
                <a:gd name="connsiteY19-690" fmla="*/ 586285 h 2242107"/>
                <a:gd name="connsiteX20-691" fmla="*/ 807702 w 2003583"/>
                <a:gd name="connsiteY20-692" fmla="*/ 387690 h 2242107"/>
                <a:gd name="connsiteX21-693" fmla="*/ 884127 w 2003583"/>
                <a:gd name="connsiteY21-694" fmla="*/ 62570 h 2242107"/>
                <a:gd name="connsiteX22-695" fmla="*/ 1119457 w 2003583"/>
                <a:gd name="connsiteY22-696" fmla="*/ 62570 h 2242107"/>
                <a:gd name="connsiteX23-697" fmla="*/ 1195882 w 2003583"/>
                <a:gd name="connsiteY23-698" fmla="*/ 387690 h 2242107"/>
                <a:gd name="connsiteX24-699" fmla="*/ 1539859 w 2003583"/>
                <a:gd name="connsiteY24-700" fmla="*/ 586285 h 2242107"/>
                <a:gd name="connsiteX0-701" fmla="*/ 1539859 w 2003583"/>
                <a:gd name="connsiteY0-702" fmla="*/ 586285 h 2242107"/>
                <a:gd name="connsiteX1-703" fmla="*/ 1859633 w 2003583"/>
                <a:gd name="connsiteY1-704" fmla="*/ 489911 h 2242107"/>
                <a:gd name="connsiteX2-705" fmla="*/ 1977299 w 2003583"/>
                <a:gd name="connsiteY2-706" fmla="*/ 693713 h 2242107"/>
                <a:gd name="connsiteX3-707" fmla="*/ 1733949 w 2003583"/>
                <a:gd name="connsiteY3-708" fmla="*/ 922459 h 2242107"/>
                <a:gd name="connsiteX4-709" fmla="*/ 1733949 w 2003583"/>
                <a:gd name="connsiteY4-710" fmla="*/ 1319649 h 2242107"/>
                <a:gd name="connsiteX5-711" fmla="*/ 1977299 w 2003583"/>
                <a:gd name="connsiteY5-712" fmla="*/ 1548395 h 2242107"/>
                <a:gd name="connsiteX6-713" fmla="*/ 1859633 w 2003583"/>
                <a:gd name="connsiteY6-714" fmla="*/ 1752197 h 2242107"/>
                <a:gd name="connsiteX7-715" fmla="*/ 1539859 w 2003583"/>
                <a:gd name="connsiteY7-716" fmla="*/ 1655823 h 2242107"/>
                <a:gd name="connsiteX8-717" fmla="*/ 1195882 w 2003583"/>
                <a:gd name="connsiteY8-718" fmla="*/ 1854418 h 2242107"/>
                <a:gd name="connsiteX9-719" fmla="*/ 1119457 w 2003583"/>
                <a:gd name="connsiteY9-720" fmla="*/ 2179538 h 2242107"/>
                <a:gd name="connsiteX10-721" fmla="*/ 884127 w 2003583"/>
                <a:gd name="connsiteY10-722" fmla="*/ 2179538 h 2242107"/>
                <a:gd name="connsiteX11-723" fmla="*/ 807702 w 2003583"/>
                <a:gd name="connsiteY11-724" fmla="*/ 1854418 h 2242107"/>
                <a:gd name="connsiteX12-725" fmla="*/ 463725 w 2003583"/>
                <a:gd name="connsiteY12-726" fmla="*/ 1655823 h 2242107"/>
                <a:gd name="connsiteX13-727" fmla="*/ 143951 w 2003583"/>
                <a:gd name="connsiteY13-728" fmla="*/ 1752197 h 2242107"/>
                <a:gd name="connsiteX14-729" fmla="*/ 26285 w 2003583"/>
                <a:gd name="connsiteY14-730" fmla="*/ 1548395 h 2242107"/>
                <a:gd name="connsiteX15-731" fmla="*/ 269635 w 2003583"/>
                <a:gd name="connsiteY15-732" fmla="*/ 1319649 h 2242107"/>
                <a:gd name="connsiteX16-733" fmla="*/ 269635 w 2003583"/>
                <a:gd name="connsiteY16-734" fmla="*/ 922459 h 2242107"/>
                <a:gd name="connsiteX17-735" fmla="*/ 26285 w 2003583"/>
                <a:gd name="connsiteY17-736" fmla="*/ 693713 h 2242107"/>
                <a:gd name="connsiteX18-737" fmla="*/ 143951 w 2003583"/>
                <a:gd name="connsiteY18-738" fmla="*/ 489911 h 2242107"/>
                <a:gd name="connsiteX19-739" fmla="*/ 463725 w 2003583"/>
                <a:gd name="connsiteY19-740" fmla="*/ 586285 h 2242107"/>
                <a:gd name="connsiteX20-741" fmla="*/ 807702 w 2003583"/>
                <a:gd name="connsiteY20-742" fmla="*/ 387690 h 2242107"/>
                <a:gd name="connsiteX21-743" fmla="*/ 884127 w 2003583"/>
                <a:gd name="connsiteY21-744" fmla="*/ 62570 h 2242107"/>
                <a:gd name="connsiteX22-745" fmla="*/ 1119457 w 2003583"/>
                <a:gd name="connsiteY22-746" fmla="*/ 62570 h 2242107"/>
                <a:gd name="connsiteX23-747" fmla="*/ 1195882 w 2003583"/>
                <a:gd name="connsiteY23-748" fmla="*/ 387690 h 2242107"/>
                <a:gd name="connsiteX24-749" fmla="*/ 1539859 w 2003583"/>
                <a:gd name="connsiteY24-750" fmla="*/ 586285 h 2242107"/>
                <a:gd name="connsiteX0-751" fmla="*/ 1539859 w 2003583"/>
                <a:gd name="connsiteY0-752" fmla="*/ 586285 h 2242107"/>
                <a:gd name="connsiteX1-753" fmla="*/ 1859633 w 2003583"/>
                <a:gd name="connsiteY1-754" fmla="*/ 489911 h 2242107"/>
                <a:gd name="connsiteX2-755" fmla="*/ 1977299 w 2003583"/>
                <a:gd name="connsiteY2-756" fmla="*/ 693713 h 2242107"/>
                <a:gd name="connsiteX3-757" fmla="*/ 1733949 w 2003583"/>
                <a:gd name="connsiteY3-758" fmla="*/ 922459 h 2242107"/>
                <a:gd name="connsiteX4-759" fmla="*/ 1733949 w 2003583"/>
                <a:gd name="connsiteY4-760" fmla="*/ 1319649 h 2242107"/>
                <a:gd name="connsiteX5-761" fmla="*/ 1977299 w 2003583"/>
                <a:gd name="connsiteY5-762" fmla="*/ 1548395 h 2242107"/>
                <a:gd name="connsiteX6-763" fmla="*/ 1859633 w 2003583"/>
                <a:gd name="connsiteY6-764" fmla="*/ 1752197 h 2242107"/>
                <a:gd name="connsiteX7-765" fmla="*/ 1539859 w 2003583"/>
                <a:gd name="connsiteY7-766" fmla="*/ 1655823 h 2242107"/>
                <a:gd name="connsiteX8-767" fmla="*/ 1195882 w 2003583"/>
                <a:gd name="connsiteY8-768" fmla="*/ 1854418 h 2242107"/>
                <a:gd name="connsiteX9-769" fmla="*/ 1119457 w 2003583"/>
                <a:gd name="connsiteY9-770" fmla="*/ 2179538 h 2242107"/>
                <a:gd name="connsiteX10-771" fmla="*/ 884127 w 2003583"/>
                <a:gd name="connsiteY10-772" fmla="*/ 2179538 h 2242107"/>
                <a:gd name="connsiteX11-773" fmla="*/ 807702 w 2003583"/>
                <a:gd name="connsiteY11-774" fmla="*/ 1854418 h 2242107"/>
                <a:gd name="connsiteX12-775" fmla="*/ 463725 w 2003583"/>
                <a:gd name="connsiteY12-776" fmla="*/ 1655823 h 2242107"/>
                <a:gd name="connsiteX13-777" fmla="*/ 143951 w 2003583"/>
                <a:gd name="connsiteY13-778" fmla="*/ 1752197 h 2242107"/>
                <a:gd name="connsiteX14-779" fmla="*/ 26285 w 2003583"/>
                <a:gd name="connsiteY14-780" fmla="*/ 1548395 h 2242107"/>
                <a:gd name="connsiteX15-781" fmla="*/ 269635 w 2003583"/>
                <a:gd name="connsiteY15-782" fmla="*/ 1319649 h 2242107"/>
                <a:gd name="connsiteX16-783" fmla="*/ 269635 w 2003583"/>
                <a:gd name="connsiteY16-784" fmla="*/ 922459 h 2242107"/>
                <a:gd name="connsiteX17-785" fmla="*/ 26285 w 2003583"/>
                <a:gd name="connsiteY17-786" fmla="*/ 693713 h 2242107"/>
                <a:gd name="connsiteX18-787" fmla="*/ 143951 w 2003583"/>
                <a:gd name="connsiteY18-788" fmla="*/ 489911 h 2242107"/>
                <a:gd name="connsiteX19-789" fmla="*/ 463725 w 2003583"/>
                <a:gd name="connsiteY19-790" fmla="*/ 586285 h 2242107"/>
                <a:gd name="connsiteX20-791" fmla="*/ 807702 w 2003583"/>
                <a:gd name="connsiteY20-792" fmla="*/ 387690 h 2242107"/>
                <a:gd name="connsiteX21-793" fmla="*/ 884127 w 2003583"/>
                <a:gd name="connsiteY21-794" fmla="*/ 62570 h 2242107"/>
                <a:gd name="connsiteX22-795" fmla="*/ 1119457 w 2003583"/>
                <a:gd name="connsiteY22-796" fmla="*/ 62570 h 2242107"/>
                <a:gd name="connsiteX23-797" fmla="*/ 1195882 w 2003583"/>
                <a:gd name="connsiteY23-798" fmla="*/ 387690 h 2242107"/>
                <a:gd name="connsiteX24-799" fmla="*/ 1539859 w 2003583"/>
                <a:gd name="connsiteY24-800" fmla="*/ 586285 h 2242107"/>
                <a:gd name="connsiteX0-801" fmla="*/ 1539859 w 2003583"/>
                <a:gd name="connsiteY0-802" fmla="*/ 586285 h 2242107"/>
                <a:gd name="connsiteX1-803" fmla="*/ 1859633 w 2003583"/>
                <a:gd name="connsiteY1-804" fmla="*/ 489911 h 2242107"/>
                <a:gd name="connsiteX2-805" fmla="*/ 1977299 w 2003583"/>
                <a:gd name="connsiteY2-806" fmla="*/ 693713 h 2242107"/>
                <a:gd name="connsiteX3-807" fmla="*/ 1733949 w 2003583"/>
                <a:gd name="connsiteY3-808" fmla="*/ 922459 h 2242107"/>
                <a:gd name="connsiteX4-809" fmla="*/ 1733949 w 2003583"/>
                <a:gd name="connsiteY4-810" fmla="*/ 1319649 h 2242107"/>
                <a:gd name="connsiteX5-811" fmla="*/ 1977299 w 2003583"/>
                <a:gd name="connsiteY5-812" fmla="*/ 1548395 h 2242107"/>
                <a:gd name="connsiteX6-813" fmla="*/ 1859633 w 2003583"/>
                <a:gd name="connsiteY6-814" fmla="*/ 1752197 h 2242107"/>
                <a:gd name="connsiteX7-815" fmla="*/ 1539859 w 2003583"/>
                <a:gd name="connsiteY7-816" fmla="*/ 1655823 h 2242107"/>
                <a:gd name="connsiteX8-817" fmla="*/ 1195882 w 2003583"/>
                <a:gd name="connsiteY8-818" fmla="*/ 1854418 h 2242107"/>
                <a:gd name="connsiteX9-819" fmla="*/ 1119457 w 2003583"/>
                <a:gd name="connsiteY9-820" fmla="*/ 2179538 h 2242107"/>
                <a:gd name="connsiteX10-821" fmla="*/ 884127 w 2003583"/>
                <a:gd name="connsiteY10-822" fmla="*/ 2179538 h 2242107"/>
                <a:gd name="connsiteX11-823" fmla="*/ 807702 w 2003583"/>
                <a:gd name="connsiteY11-824" fmla="*/ 1854418 h 2242107"/>
                <a:gd name="connsiteX12-825" fmla="*/ 463725 w 2003583"/>
                <a:gd name="connsiteY12-826" fmla="*/ 1655823 h 2242107"/>
                <a:gd name="connsiteX13-827" fmla="*/ 143951 w 2003583"/>
                <a:gd name="connsiteY13-828" fmla="*/ 1752197 h 2242107"/>
                <a:gd name="connsiteX14-829" fmla="*/ 26285 w 2003583"/>
                <a:gd name="connsiteY14-830" fmla="*/ 1548395 h 2242107"/>
                <a:gd name="connsiteX15-831" fmla="*/ 269635 w 2003583"/>
                <a:gd name="connsiteY15-832" fmla="*/ 1319649 h 2242107"/>
                <a:gd name="connsiteX16-833" fmla="*/ 269635 w 2003583"/>
                <a:gd name="connsiteY16-834" fmla="*/ 922459 h 2242107"/>
                <a:gd name="connsiteX17-835" fmla="*/ 26285 w 2003583"/>
                <a:gd name="connsiteY17-836" fmla="*/ 693713 h 2242107"/>
                <a:gd name="connsiteX18-837" fmla="*/ 143951 w 2003583"/>
                <a:gd name="connsiteY18-838" fmla="*/ 489911 h 2242107"/>
                <a:gd name="connsiteX19-839" fmla="*/ 463725 w 2003583"/>
                <a:gd name="connsiteY19-840" fmla="*/ 586285 h 2242107"/>
                <a:gd name="connsiteX20-841" fmla="*/ 807702 w 2003583"/>
                <a:gd name="connsiteY20-842" fmla="*/ 387690 h 2242107"/>
                <a:gd name="connsiteX21-843" fmla="*/ 884127 w 2003583"/>
                <a:gd name="connsiteY21-844" fmla="*/ 62570 h 2242107"/>
                <a:gd name="connsiteX22-845" fmla="*/ 1119457 w 2003583"/>
                <a:gd name="connsiteY22-846" fmla="*/ 62570 h 2242107"/>
                <a:gd name="connsiteX23-847" fmla="*/ 1195882 w 2003583"/>
                <a:gd name="connsiteY23-848" fmla="*/ 387690 h 2242107"/>
                <a:gd name="connsiteX24-849" fmla="*/ 1539859 w 2003583"/>
                <a:gd name="connsiteY24-850" fmla="*/ 586285 h 2242107"/>
                <a:gd name="connsiteX0-851" fmla="*/ 1539859 w 2003583"/>
                <a:gd name="connsiteY0-852" fmla="*/ 586285 h 2242107"/>
                <a:gd name="connsiteX1-853" fmla="*/ 1859633 w 2003583"/>
                <a:gd name="connsiteY1-854" fmla="*/ 489911 h 2242107"/>
                <a:gd name="connsiteX2-855" fmla="*/ 1977299 w 2003583"/>
                <a:gd name="connsiteY2-856" fmla="*/ 693713 h 2242107"/>
                <a:gd name="connsiteX3-857" fmla="*/ 1733949 w 2003583"/>
                <a:gd name="connsiteY3-858" fmla="*/ 922459 h 2242107"/>
                <a:gd name="connsiteX4-859" fmla="*/ 1733949 w 2003583"/>
                <a:gd name="connsiteY4-860" fmla="*/ 1319649 h 2242107"/>
                <a:gd name="connsiteX5-861" fmla="*/ 1977299 w 2003583"/>
                <a:gd name="connsiteY5-862" fmla="*/ 1548395 h 2242107"/>
                <a:gd name="connsiteX6-863" fmla="*/ 1859633 w 2003583"/>
                <a:gd name="connsiteY6-864" fmla="*/ 1752197 h 2242107"/>
                <a:gd name="connsiteX7-865" fmla="*/ 1539859 w 2003583"/>
                <a:gd name="connsiteY7-866" fmla="*/ 1655823 h 2242107"/>
                <a:gd name="connsiteX8-867" fmla="*/ 1195882 w 2003583"/>
                <a:gd name="connsiteY8-868" fmla="*/ 1854418 h 2242107"/>
                <a:gd name="connsiteX9-869" fmla="*/ 1119457 w 2003583"/>
                <a:gd name="connsiteY9-870" fmla="*/ 2179538 h 2242107"/>
                <a:gd name="connsiteX10-871" fmla="*/ 884127 w 2003583"/>
                <a:gd name="connsiteY10-872" fmla="*/ 2179538 h 2242107"/>
                <a:gd name="connsiteX11-873" fmla="*/ 807702 w 2003583"/>
                <a:gd name="connsiteY11-874" fmla="*/ 1854418 h 2242107"/>
                <a:gd name="connsiteX12-875" fmla="*/ 463725 w 2003583"/>
                <a:gd name="connsiteY12-876" fmla="*/ 1655823 h 2242107"/>
                <a:gd name="connsiteX13-877" fmla="*/ 143951 w 2003583"/>
                <a:gd name="connsiteY13-878" fmla="*/ 1752197 h 2242107"/>
                <a:gd name="connsiteX14-879" fmla="*/ 26285 w 2003583"/>
                <a:gd name="connsiteY14-880" fmla="*/ 1548395 h 2242107"/>
                <a:gd name="connsiteX15-881" fmla="*/ 269635 w 2003583"/>
                <a:gd name="connsiteY15-882" fmla="*/ 1319649 h 2242107"/>
                <a:gd name="connsiteX16-883" fmla="*/ 269635 w 2003583"/>
                <a:gd name="connsiteY16-884" fmla="*/ 922459 h 2242107"/>
                <a:gd name="connsiteX17-885" fmla="*/ 26285 w 2003583"/>
                <a:gd name="connsiteY17-886" fmla="*/ 693713 h 2242107"/>
                <a:gd name="connsiteX18-887" fmla="*/ 143951 w 2003583"/>
                <a:gd name="connsiteY18-888" fmla="*/ 489911 h 2242107"/>
                <a:gd name="connsiteX19-889" fmla="*/ 463725 w 2003583"/>
                <a:gd name="connsiteY19-890" fmla="*/ 586285 h 2242107"/>
                <a:gd name="connsiteX20-891" fmla="*/ 807702 w 2003583"/>
                <a:gd name="connsiteY20-892" fmla="*/ 387690 h 2242107"/>
                <a:gd name="connsiteX21-893" fmla="*/ 884127 w 2003583"/>
                <a:gd name="connsiteY21-894" fmla="*/ 62570 h 2242107"/>
                <a:gd name="connsiteX22-895" fmla="*/ 1119457 w 2003583"/>
                <a:gd name="connsiteY22-896" fmla="*/ 62570 h 2242107"/>
                <a:gd name="connsiteX23-897" fmla="*/ 1195882 w 2003583"/>
                <a:gd name="connsiteY23-898" fmla="*/ 387690 h 2242107"/>
                <a:gd name="connsiteX24-899" fmla="*/ 1539859 w 2003583"/>
                <a:gd name="connsiteY24-900" fmla="*/ 586285 h 2242107"/>
                <a:gd name="connsiteX0-901" fmla="*/ 1539859 w 2003583"/>
                <a:gd name="connsiteY0-902" fmla="*/ 586285 h 2242107"/>
                <a:gd name="connsiteX1-903" fmla="*/ 1859633 w 2003583"/>
                <a:gd name="connsiteY1-904" fmla="*/ 489911 h 2242107"/>
                <a:gd name="connsiteX2-905" fmla="*/ 1977299 w 2003583"/>
                <a:gd name="connsiteY2-906" fmla="*/ 693713 h 2242107"/>
                <a:gd name="connsiteX3-907" fmla="*/ 1733949 w 2003583"/>
                <a:gd name="connsiteY3-908" fmla="*/ 922459 h 2242107"/>
                <a:gd name="connsiteX4-909" fmla="*/ 1733949 w 2003583"/>
                <a:gd name="connsiteY4-910" fmla="*/ 1319649 h 2242107"/>
                <a:gd name="connsiteX5-911" fmla="*/ 1977299 w 2003583"/>
                <a:gd name="connsiteY5-912" fmla="*/ 1548395 h 2242107"/>
                <a:gd name="connsiteX6-913" fmla="*/ 1859633 w 2003583"/>
                <a:gd name="connsiteY6-914" fmla="*/ 1752197 h 2242107"/>
                <a:gd name="connsiteX7-915" fmla="*/ 1539859 w 2003583"/>
                <a:gd name="connsiteY7-916" fmla="*/ 1655823 h 2242107"/>
                <a:gd name="connsiteX8-917" fmla="*/ 1195882 w 2003583"/>
                <a:gd name="connsiteY8-918" fmla="*/ 1854418 h 2242107"/>
                <a:gd name="connsiteX9-919" fmla="*/ 1119457 w 2003583"/>
                <a:gd name="connsiteY9-920" fmla="*/ 2179538 h 2242107"/>
                <a:gd name="connsiteX10-921" fmla="*/ 884127 w 2003583"/>
                <a:gd name="connsiteY10-922" fmla="*/ 2179538 h 2242107"/>
                <a:gd name="connsiteX11-923" fmla="*/ 807702 w 2003583"/>
                <a:gd name="connsiteY11-924" fmla="*/ 1854418 h 2242107"/>
                <a:gd name="connsiteX12-925" fmla="*/ 463725 w 2003583"/>
                <a:gd name="connsiteY12-926" fmla="*/ 1655823 h 2242107"/>
                <a:gd name="connsiteX13-927" fmla="*/ 143951 w 2003583"/>
                <a:gd name="connsiteY13-928" fmla="*/ 1752197 h 2242107"/>
                <a:gd name="connsiteX14-929" fmla="*/ 26285 w 2003583"/>
                <a:gd name="connsiteY14-930" fmla="*/ 1548395 h 2242107"/>
                <a:gd name="connsiteX15-931" fmla="*/ 269635 w 2003583"/>
                <a:gd name="connsiteY15-932" fmla="*/ 1319649 h 2242107"/>
                <a:gd name="connsiteX16-933" fmla="*/ 269635 w 2003583"/>
                <a:gd name="connsiteY16-934" fmla="*/ 922459 h 2242107"/>
                <a:gd name="connsiteX17-935" fmla="*/ 26285 w 2003583"/>
                <a:gd name="connsiteY17-936" fmla="*/ 693713 h 2242107"/>
                <a:gd name="connsiteX18-937" fmla="*/ 143951 w 2003583"/>
                <a:gd name="connsiteY18-938" fmla="*/ 489911 h 2242107"/>
                <a:gd name="connsiteX19-939" fmla="*/ 463725 w 2003583"/>
                <a:gd name="connsiteY19-940" fmla="*/ 586285 h 2242107"/>
                <a:gd name="connsiteX20-941" fmla="*/ 807702 w 2003583"/>
                <a:gd name="connsiteY20-942" fmla="*/ 387690 h 2242107"/>
                <a:gd name="connsiteX21-943" fmla="*/ 884127 w 2003583"/>
                <a:gd name="connsiteY21-944" fmla="*/ 62570 h 2242107"/>
                <a:gd name="connsiteX22-945" fmla="*/ 1119457 w 2003583"/>
                <a:gd name="connsiteY22-946" fmla="*/ 62570 h 2242107"/>
                <a:gd name="connsiteX23-947" fmla="*/ 1195882 w 2003583"/>
                <a:gd name="connsiteY23-948" fmla="*/ 387690 h 2242107"/>
                <a:gd name="connsiteX24-949" fmla="*/ 1539859 w 2003583"/>
                <a:gd name="connsiteY24-950" fmla="*/ 586285 h 2242107"/>
                <a:gd name="connsiteX0-951" fmla="*/ 1539859 w 2003583"/>
                <a:gd name="connsiteY0-952" fmla="*/ 586285 h 2242107"/>
                <a:gd name="connsiteX1-953" fmla="*/ 1859633 w 2003583"/>
                <a:gd name="connsiteY1-954" fmla="*/ 489911 h 2242107"/>
                <a:gd name="connsiteX2-955" fmla="*/ 1977299 w 2003583"/>
                <a:gd name="connsiteY2-956" fmla="*/ 693713 h 2242107"/>
                <a:gd name="connsiteX3-957" fmla="*/ 1733949 w 2003583"/>
                <a:gd name="connsiteY3-958" fmla="*/ 922459 h 2242107"/>
                <a:gd name="connsiteX4-959" fmla="*/ 1733949 w 2003583"/>
                <a:gd name="connsiteY4-960" fmla="*/ 1319649 h 2242107"/>
                <a:gd name="connsiteX5-961" fmla="*/ 1977299 w 2003583"/>
                <a:gd name="connsiteY5-962" fmla="*/ 1548395 h 2242107"/>
                <a:gd name="connsiteX6-963" fmla="*/ 1859633 w 2003583"/>
                <a:gd name="connsiteY6-964" fmla="*/ 1752197 h 2242107"/>
                <a:gd name="connsiteX7-965" fmla="*/ 1539859 w 2003583"/>
                <a:gd name="connsiteY7-966" fmla="*/ 1655823 h 2242107"/>
                <a:gd name="connsiteX8-967" fmla="*/ 1195882 w 2003583"/>
                <a:gd name="connsiteY8-968" fmla="*/ 1854418 h 2242107"/>
                <a:gd name="connsiteX9-969" fmla="*/ 1119457 w 2003583"/>
                <a:gd name="connsiteY9-970" fmla="*/ 2179538 h 2242107"/>
                <a:gd name="connsiteX10-971" fmla="*/ 884127 w 2003583"/>
                <a:gd name="connsiteY10-972" fmla="*/ 2179538 h 2242107"/>
                <a:gd name="connsiteX11-973" fmla="*/ 807702 w 2003583"/>
                <a:gd name="connsiteY11-974" fmla="*/ 1854418 h 2242107"/>
                <a:gd name="connsiteX12-975" fmla="*/ 463725 w 2003583"/>
                <a:gd name="connsiteY12-976" fmla="*/ 1655823 h 2242107"/>
                <a:gd name="connsiteX13-977" fmla="*/ 143951 w 2003583"/>
                <a:gd name="connsiteY13-978" fmla="*/ 1752197 h 2242107"/>
                <a:gd name="connsiteX14-979" fmla="*/ 26285 w 2003583"/>
                <a:gd name="connsiteY14-980" fmla="*/ 1548395 h 2242107"/>
                <a:gd name="connsiteX15-981" fmla="*/ 269635 w 2003583"/>
                <a:gd name="connsiteY15-982" fmla="*/ 1319649 h 2242107"/>
                <a:gd name="connsiteX16-983" fmla="*/ 269635 w 2003583"/>
                <a:gd name="connsiteY16-984" fmla="*/ 922459 h 2242107"/>
                <a:gd name="connsiteX17-985" fmla="*/ 26285 w 2003583"/>
                <a:gd name="connsiteY17-986" fmla="*/ 693713 h 2242107"/>
                <a:gd name="connsiteX18-987" fmla="*/ 143951 w 2003583"/>
                <a:gd name="connsiteY18-988" fmla="*/ 489911 h 2242107"/>
                <a:gd name="connsiteX19-989" fmla="*/ 463725 w 2003583"/>
                <a:gd name="connsiteY19-990" fmla="*/ 586285 h 2242107"/>
                <a:gd name="connsiteX20-991" fmla="*/ 807702 w 2003583"/>
                <a:gd name="connsiteY20-992" fmla="*/ 387690 h 2242107"/>
                <a:gd name="connsiteX21-993" fmla="*/ 884127 w 2003583"/>
                <a:gd name="connsiteY21-994" fmla="*/ 62570 h 2242107"/>
                <a:gd name="connsiteX22-995" fmla="*/ 1119457 w 2003583"/>
                <a:gd name="connsiteY22-996" fmla="*/ 62570 h 2242107"/>
                <a:gd name="connsiteX23-997" fmla="*/ 1195882 w 2003583"/>
                <a:gd name="connsiteY23-998" fmla="*/ 387690 h 2242107"/>
                <a:gd name="connsiteX24-999" fmla="*/ 1539859 w 2003583"/>
                <a:gd name="connsiteY24-1000" fmla="*/ 586285 h 2242107"/>
                <a:gd name="connsiteX0-1001" fmla="*/ 1539859 w 2003583"/>
                <a:gd name="connsiteY0-1002" fmla="*/ 586285 h 2242107"/>
                <a:gd name="connsiteX1-1003" fmla="*/ 1859633 w 2003583"/>
                <a:gd name="connsiteY1-1004" fmla="*/ 489911 h 2242107"/>
                <a:gd name="connsiteX2-1005" fmla="*/ 1977299 w 2003583"/>
                <a:gd name="connsiteY2-1006" fmla="*/ 693713 h 2242107"/>
                <a:gd name="connsiteX3-1007" fmla="*/ 1733949 w 2003583"/>
                <a:gd name="connsiteY3-1008" fmla="*/ 922459 h 2242107"/>
                <a:gd name="connsiteX4-1009" fmla="*/ 1733949 w 2003583"/>
                <a:gd name="connsiteY4-1010" fmla="*/ 1319649 h 2242107"/>
                <a:gd name="connsiteX5-1011" fmla="*/ 1977299 w 2003583"/>
                <a:gd name="connsiteY5-1012" fmla="*/ 1548395 h 2242107"/>
                <a:gd name="connsiteX6-1013" fmla="*/ 1859633 w 2003583"/>
                <a:gd name="connsiteY6-1014" fmla="*/ 1752197 h 2242107"/>
                <a:gd name="connsiteX7-1015" fmla="*/ 1539859 w 2003583"/>
                <a:gd name="connsiteY7-1016" fmla="*/ 1655823 h 2242107"/>
                <a:gd name="connsiteX8-1017" fmla="*/ 1195882 w 2003583"/>
                <a:gd name="connsiteY8-1018" fmla="*/ 1854418 h 2242107"/>
                <a:gd name="connsiteX9-1019" fmla="*/ 1119457 w 2003583"/>
                <a:gd name="connsiteY9-1020" fmla="*/ 2179538 h 2242107"/>
                <a:gd name="connsiteX10-1021" fmla="*/ 884127 w 2003583"/>
                <a:gd name="connsiteY10-1022" fmla="*/ 2179538 h 2242107"/>
                <a:gd name="connsiteX11-1023" fmla="*/ 807702 w 2003583"/>
                <a:gd name="connsiteY11-1024" fmla="*/ 1854418 h 2242107"/>
                <a:gd name="connsiteX12-1025" fmla="*/ 463725 w 2003583"/>
                <a:gd name="connsiteY12-1026" fmla="*/ 1655823 h 2242107"/>
                <a:gd name="connsiteX13-1027" fmla="*/ 143951 w 2003583"/>
                <a:gd name="connsiteY13-1028" fmla="*/ 1752197 h 2242107"/>
                <a:gd name="connsiteX14-1029" fmla="*/ 26285 w 2003583"/>
                <a:gd name="connsiteY14-1030" fmla="*/ 1548395 h 2242107"/>
                <a:gd name="connsiteX15-1031" fmla="*/ 269635 w 2003583"/>
                <a:gd name="connsiteY15-1032" fmla="*/ 1319649 h 2242107"/>
                <a:gd name="connsiteX16-1033" fmla="*/ 269635 w 2003583"/>
                <a:gd name="connsiteY16-1034" fmla="*/ 922459 h 2242107"/>
                <a:gd name="connsiteX17-1035" fmla="*/ 26285 w 2003583"/>
                <a:gd name="connsiteY17-1036" fmla="*/ 693713 h 2242107"/>
                <a:gd name="connsiteX18-1037" fmla="*/ 143951 w 2003583"/>
                <a:gd name="connsiteY18-1038" fmla="*/ 489911 h 2242107"/>
                <a:gd name="connsiteX19-1039" fmla="*/ 463725 w 2003583"/>
                <a:gd name="connsiteY19-1040" fmla="*/ 586285 h 2242107"/>
                <a:gd name="connsiteX20-1041" fmla="*/ 807702 w 2003583"/>
                <a:gd name="connsiteY20-1042" fmla="*/ 387690 h 2242107"/>
                <a:gd name="connsiteX21-1043" fmla="*/ 884127 w 2003583"/>
                <a:gd name="connsiteY21-1044" fmla="*/ 62570 h 2242107"/>
                <a:gd name="connsiteX22-1045" fmla="*/ 1119457 w 2003583"/>
                <a:gd name="connsiteY22-1046" fmla="*/ 62570 h 2242107"/>
                <a:gd name="connsiteX23-1047" fmla="*/ 1195882 w 2003583"/>
                <a:gd name="connsiteY23-1048" fmla="*/ 387690 h 2242107"/>
                <a:gd name="connsiteX24-1049" fmla="*/ 1539859 w 2003583"/>
                <a:gd name="connsiteY24-1050" fmla="*/ 586285 h 2242107"/>
                <a:gd name="connsiteX0-1051" fmla="*/ 1539859 w 2003583"/>
                <a:gd name="connsiteY0-1052" fmla="*/ 586285 h 2242107"/>
                <a:gd name="connsiteX1-1053" fmla="*/ 1815989 w 2003583"/>
                <a:gd name="connsiteY1-1054" fmla="*/ 481182 h 2242107"/>
                <a:gd name="connsiteX2-1055" fmla="*/ 1977299 w 2003583"/>
                <a:gd name="connsiteY2-1056" fmla="*/ 693713 h 2242107"/>
                <a:gd name="connsiteX3-1057" fmla="*/ 1733949 w 2003583"/>
                <a:gd name="connsiteY3-1058" fmla="*/ 922459 h 2242107"/>
                <a:gd name="connsiteX4-1059" fmla="*/ 1733949 w 2003583"/>
                <a:gd name="connsiteY4-1060" fmla="*/ 1319649 h 2242107"/>
                <a:gd name="connsiteX5-1061" fmla="*/ 1977299 w 2003583"/>
                <a:gd name="connsiteY5-1062" fmla="*/ 1548395 h 2242107"/>
                <a:gd name="connsiteX6-1063" fmla="*/ 1859633 w 2003583"/>
                <a:gd name="connsiteY6-1064" fmla="*/ 1752197 h 2242107"/>
                <a:gd name="connsiteX7-1065" fmla="*/ 1539859 w 2003583"/>
                <a:gd name="connsiteY7-1066" fmla="*/ 1655823 h 2242107"/>
                <a:gd name="connsiteX8-1067" fmla="*/ 1195882 w 2003583"/>
                <a:gd name="connsiteY8-1068" fmla="*/ 1854418 h 2242107"/>
                <a:gd name="connsiteX9-1069" fmla="*/ 1119457 w 2003583"/>
                <a:gd name="connsiteY9-1070" fmla="*/ 2179538 h 2242107"/>
                <a:gd name="connsiteX10-1071" fmla="*/ 884127 w 2003583"/>
                <a:gd name="connsiteY10-1072" fmla="*/ 2179538 h 2242107"/>
                <a:gd name="connsiteX11-1073" fmla="*/ 807702 w 2003583"/>
                <a:gd name="connsiteY11-1074" fmla="*/ 1854418 h 2242107"/>
                <a:gd name="connsiteX12-1075" fmla="*/ 463725 w 2003583"/>
                <a:gd name="connsiteY12-1076" fmla="*/ 1655823 h 2242107"/>
                <a:gd name="connsiteX13-1077" fmla="*/ 143951 w 2003583"/>
                <a:gd name="connsiteY13-1078" fmla="*/ 1752197 h 2242107"/>
                <a:gd name="connsiteX14-1079" fmla="*/ 26285 w 2003583"/>
                <a:gd name="connsiteY14-1080" fmla="*/ 1548395 h 2242107"/>
                <a:gd name="connsiteX15-1081" fmla="*/ 269635 w 2003583"/>
                <a:gd name="connsiteY15-1082" fmla="*/ 1319649 h 2242107"/>
                <a:gd name="connsiteX16-1083" fmla="*/ 269635 w 2003583"/>
                <a:gd name="connsiteY16-1084" fmla="*/ 922459 h 2242107"/>
                <a:gd name="connsiteX17-1085" fmla="*/ 26285 w 2003583"/>
                <a:gd name="connsiteY17-1086" fmla="*/ 693713 h 2242107"/>
                <a:gd name="connsiteX18-1087" fmla="*/ 143951 w 2003583"/>
                <a:gd name="connsiteY18-1088" fmla="*/ 489911 h 2242107"/>
                <a:gd name="connsiteX19-1089" fmla="*/ 463725 w 2003583"/>
                <a:gd name="connsiteY19-1090" fmla="*/ 586285 h 2242107"/>
                <a:gd name="connsiteX20-1091" fmla="*/ 807702 w 2003583"/>
                <a:gd name="connsiteY20-1092" fmla="*/ 387690 h 2242107"/>
                <a:gd name="connsiteX21-1093" fmla="*/ 884127 w 2003583"/>
                <a:gd name="connsiteY21-1094" fmla="*/ 62570 h 2242107"/>
                <a:gd name="connsiteX22-1095" fmla="*/ 1119457 w 2003583"/>
                <a:gd name="connsiteY22-1096" fmla="*/ 62570 h 2242107"/>
                <a:gd name="connsiteX23-1097" fmla="*/ 1195882 w 2003583"/>
                <a:gd name="connsiteY23-1098" fmla="*/ 387690 h 2242107"/>
                <a:gd name="connsiteX24-1099" fmla="*/ 1539859 w 2003583"/>
                <a:gd name="connsiteY24-1100" fmla="*/ 586285 h 2242107"/>
                <a:gd name="connsiteX0-1101" fmla="*/ 1539859 w 2003583"/>
                <a:gd name="connsiteY0-1102" fmla="*/ 586285 h 2225306"/>
                <a:gd name="connsiteX1-1103" fmla="*/ 1815989 w 2003583"/>
                <a:gd name="connsiteY1-1104" fmla="*/ 481182 h 2225306"/>
                <a:gd name="connsiteX2-1105" fmla="*/ 1977299 w 2003583"/>
                <a:gd name="connsiteY2-1106" fmla="*/ 693713 h 2225306"/>
                <a:gd name="connsiteX3-1107" fmla="*/ 1733949 w 2003583"/>
                <a:gd name="connsiteY3-1108" fmla="*/ 922459 h 2225306"/>
                <a:gd name="connsiteX4-1109" fmla="*/ 1733949 w 2003583"/>
                <a:gd name="connsiteY4-1110" fmla="*/ 1319649 h 2225306"/>
                <a:gd name="connsiteX5-1111" fmla="*/ 1977299 w 2003583"/>
                <a:gd name="connsiteY5-1112" fmla="*/ 1548395 h 2225306"/>
                <a:gd name="connsiteX6-1113" fmla="*/ 1859633 w 2003583"/>
                <a:gd name="connsiteY6-1114" fmla="*/ 1752197 h 2225306"/>
                <a:gd name="connsiteX7-1115" fmla="*/ 1539859 w 2003583"/>
                <a:gd name="connsiteY7-1116" fmla="*/ 1655823 h 2225306"/>
                <a:gd name="connsiteX8-1117" fmla="*/ 1195882 w 2003583"/>
                <a:gd name="connsiteY8-1118" fmla="*/ 1854418 h 2225306"/>
                <a:gd name="connsiteX9-1119" fmla="*/ 1119457 w 2003583"/>
                <a:gd name="connsiteY9-1120" fmla="*/ 2179538 h 2225306"/>
                <a:gd name="connsiteX10-1121" fmla="*/ 849212 w 2003583"/>
                <a:gd name="connsiteY10-1122" fmla="*/ 2188266 h 2225306"/>
                <a:gd name="connsiteX11-1123" fmla="*/ 807702 w 2003583"/>
                <a:gd name="connsiteY11-1124" fmla="*/ 1854418 h 2225306"/>
                <a:gd name="connsiteX12-1125" fmla="*/ 463725 w 2003583"/>
                <a:gd name="connsiteY12-1126" fmla="*/ 1655823 h 2225306"/>
                <a:gd name="connsiteX13-1127" fmla="*/ 143951 w 2003583"/>
                <a:gd name="connsiteY13-1128" fmla="*/ 1752197 h 2225306"/>
                <a:gd name="connsiteX14-1129" fmla="*/ 26285 w 2003583"/>
                <a:gd name="connsiteY14-1130" fmla="*/ 1548395 h 2225306"/>
                <a:gd name="connsiteX15-1131" fmla="*/ 269635 w 2003583"/>
                <a:gd name="connsiteY15-1132" fmla="*/ 1319649 h 2225306"/>
                <a:gd name="connsiteX16-1133" fmla="*/ 269635 w 2003583"/>
                <a:gd name="connsiteY16-1134" fmla="*/ 922459 h 2225306"/>
                <a:gd name="connsiteX17-1135" fmla="*/ 26285 w 2003583"/>
                <a:gd name="connsiteY17-1136" fmla="*/ 693713 h 2225306"/>
                <a:gd name="connsiteX18-1137" fmla="*/ 143951 w 2003583"/>
                <a:gd name="connsiteY18-1138" fmla="*/ 489911 h 2225306"/>
                <a:gd name="connsiteX19-1139" fmla="*/ 463725 w 2003583"/>
                <a:gd name="connsiteY19-1140" fmla="*/ 586285 h 2225306"/>
                <a:gd name="connsiteX20-1141" fmla="*/ 807702 w 2003583"/>
                <a:gd name="connsiteY20-1142" fmla="*/ 387690 h 2225306"/>
                <a:gd name="connsiteX21-1143" fmla="*/ 884127 w 2003583"/>
                <a:gd name="connsiteY21-1144" fmla="*/ 62570 h 2225306"/>
                <a:gd name="connsiteX22-1145" fmla="*/ 1119457 w 2003583"/>
                <a:gd name="connsiteY22-1146" fmla="*/ 62570 h 2225306"/>
                <a:gd name="connsiteX23-1147" fmla="*/ 1195882 w 2003583"/>
                <a:gd name="connsiteY23-1148" fmla="*/ 387690 h 2225306"/>
                <a:gd name="connsiteX24-1149" fmla="*/ 1539859 w 2003583"/>
                <a:gd name="connsiteY24-1150" fmla="*/ 586285 h 2225306"/>
                <a:gd name="connsiteX0-1151" fmla="*/ 1551437 w 2015161"/>
                <a:gd name="connsiteY0-1152" fmla="*/ 586285 h 2225304"/>
                <a:gd name="connsiteX1-1153" fmla="*/ 1827567 w 2015161"/>
                <a:gd name="connsiteY1-1154" fmla="*/ 481182 h 2225304"/>
                <a:gd name="connsiteX2-1155" fmla="*/ 1988877 w 2015161"/>
                <a:gd name="connsiteY2-1156" fmla="*/ 693713 h 2225304"/>
                <a:gd name="connsiteX3-1157" fmla="*/ 1745527 w 2015161"/>
                <a:gd name="connsiteY3-1158" fmla="*/ 922459 h 2225304"/>
                <a:gd name="connsiteX4-1159" fmla="*/ 1745527 w 2015161"/>
                <a:gd name="connsiteY4-1160" fmla="*/ 1319649 h 2225304"/>
                <a:gd name="connsiteX5-1161" fmla="*/ 1988877 w 2015161"/>
                <a:gd name="connsiteY5-1162" fmla="*/ 1548395 h 2225304"/>
                <a:gd name="connsiteX6-1163" fmla="*/ 1871211 w 2015161"/>
                <a:gd name="connsiteY6-1164" fmla="*/ 1752197 h 2225304"/>
                <a:gd name="connsiteX7-1165" fmla="*/ 1551437 w 2015161"/>
                <a:gd name="connsiteY7-1166" fmla="*/ 1655823 h 2225304"/>
                <a:gd name="connsiteX8-1167" fmla="*/ 1207460 w 2015161"/>
                <a:gd name="connsiteY8-1168" fmla="*/ 1854418 h 2225304"/>
                <a:gd name="connsiteX9-1169" fmla="*/ 1131035 w 2015161"/>
                <a:gd name="connsiteY9-1170" fmla="*/ 2179538 h 2225304"/>
                <a:gd name="connsiteX10-1171" fmla="*/ 860790 w 2015161"/>
                <a:gd name="connsiteY10-1172" fmla="*/ 2188266 h 2225304"/>
                <a:gd name="connsiteX11-1173" fmla="*/ 819280 w 2015161"/>
                <a:gd name="connsiteY11-1174" fmla="*/ 1854418 h 2225304"/>
                <a:gd name="connsiteX12-1175" fmla="*/ 475303 w 2015161"/>
                <a:gd name="connsiteY12-1176" fmla="*/ 1655823 h 2225304"/>
                <a:gd name="connsiteX13-1177" fmla="*/ 155529 w 2015161"/>
                <a:gd name="connsiteY13-1178" fmla="*/ 1752197 h 2225304"/>
                <a:gd name="connsiteX14-1179" fmla="*/ 2948 w 2015161"/>
                <a:gd name="connsiteY14-1180" fmla="*/ 1522210 h 2225304"/>
                <a:gd name="connsiteX15-1181" fmla="*/ 281213 w 2015161"/>
                <a:gd name="connsiteY15-1182" fmla="*/ 1319649 h 2225304"/>
                <a:gd name="connsiteX16-1183" fmla="*/ 281213 w 2015161"/>
                <a:gd name="connsiteY16-1184" fmla="*/ 922459 h 2225304"/>
                <a:gd name="connsiteX17-1185" fmla="*/ 37863 w 2015161"/>
                <a:gd name="connsiteY17-1186" fmla="*/ 693713 h 2225304"/>
                <a:gd name="connsiteX18-1187" fmla="*/ 155529 w 2015161"/>
                <a:gd name="connsiteY18-1188" fmla="*/ 489911 h 2225304"/>
                <a:gd name="connsiteX19-1189" fmla="*/ 475303 w 2015161"/>
                <a:gd name="connsiteY19-1190" fmla="*/ 586285 h 2225304"/>
                <a:gd name="connsiteX20-1191" fmla="*/ 819280 w 2015161"/>
                <a:gd name="connsiteY20-1192" fmla="*/ 387690 h 2225304"/>
                <a:gd name="connsiteX21-1193" fmla="*/ 895705 w 2015161"/>
                <a:gd name="connsiteY21-1194" fmla="*/ 62570 h 2225304"/>
                <a:gd name="connsiteX22-1195" fmla="*/ 1131035 w 2015161"/>
                <a:gd name="connsiteY22-1196" fmla="*/ 62570 h 2225304"/>
                <a:gd name="connsiteX23-1197" fmla="*/ 1207460 w 2015161"/>
                <a:gd name="connsiteY23-1198" fmla="*/ 387690 h 2225304"/>
                <a:gd name="connsiteX24-1199" fmla="*/ 1551437 w 2015161"/>
                <a:gd name="connsiteY24-1200" fmla="*/ 586285 h 2225304"/>
                <a:gd name="connsiteX0-1201" fmla="*/ 1551439 w 2015163"/>
                <a:gd name="connsiteY0-1202" fmla="*/ 586285 h 2225306"/>
                <a:gd name="connsiteX1-1203" fmla="*/ 1827569 w 2015163"/>
                <a:gd name="connsiteY1-1204" fmla="*/ 481182 h 2225306"/>
                <a:gd name="connsiteX2-1205" fmla="*/ 1988879 w 2015163"/>
                <a:gd name="connsiteY2-1206" fmla="*/ 693713 h 2225306"/>
                <a:gd name="connsiteX3-1207" fmla="*/ 1745529 w 2015163"/>
                <a:gd name="connsiteY3-1208" fmla="*/ 922459 h 2225306"/>
                <a:gd name="connsiteX4-1209" fmla="*/ 1745529 w 2015163"/>
                <a:gd name="connsiteY4-1210" fmla="*/ 1319649 h 2225306"/>
                <a:gd name="connsiteX5-1211" fmla="*/ 1988879 w 2015163"/>
                <a:gd name="connsiteY5-1212" fmla="*/ 1548395 h 2225306"/>
                <a:gd name="connsiteX6-1213" fmla="*/ 1871213 w 2015163"/>
                <a:gd name="connsiteY6-1214" fmla="*/ 1752197 h 2225306"/>
                <a:gd name="connsiteX7-1215" fmla="*/ 1551439 w 2015163"/>
                <a:gd name="connsiteY7-1216" fmla="*/ 1655823 h 2225306"/>
                <a:gd name="connsiteX8-1217" fmla="*/ 1207462 w 2015163"/>
                <a:gd name="connsiteY8-1218" fmla="*/ 1854418 h 2225306"/>
                <a:gd name="connsiteX9-1219" fmla="*/ 1131037 w 2015163"/>
                <a:gd name="connsiteY9-1220" fmla="*/ 2179538 h 2225306"/>
                <a:gd name="connsiteX10-1221" fmla="*/ 860792 w 2015163"/>
                <a:gd name="connsiteY10-1222" fmla="*/ 2188266 h 2225306"/>
                <a:gd name="connsiteX11-1223" fmla="*/ 819282 w 2015163"/>
                <a:gd name="connsiteY11-1224" fmla="*/ 1854418 h 2225306"/>
                <a:gd name="connsiteX12-1225" fmla="*/ 475305 w 2015163"/>
                <a:gd name="connsiteY12-1226" fmla="*/ 1655823 h 2225306"/>
                <a:gd name="connsiteX13-1227" fmla="*/ 155531 w 2015163"/>
                <a:gd name="connsiteY13-1228" fmla="*/ 1752197 h 2225306"/>
                <a:gd name="connsiteX14-1229" fmla="*/ 2950 w 2015163"/>
                <a:gd name="connsiteY14-1230" fmla="*/ 1522210 h 2225306"/>
                <a:gd name="connsiteX15-1231" fmla="*/ 281215 w 2015163"/>
                <a:gd name="connsiteY15-1232" fmla="*/ 1319649 h 2225306"/>
                <a:gd name="connsiteX16-1233" fmla="*/ 281215 w 2015163"/>
                <a:gd name="connsiteY16-1234" fmla="*/ 922459 h 2225306"/>
                <a:gd name="connsiteX17-1235" fmla="*/ 37865 w 2015163"/>
                <a:gd name="connsiteY17-1236" fmla="*/ 693713 h 2225306"/>
                <a:gd name="connsiteX18-1237" fmla="*/ 155531 w 2015163"/>
                <a:gd name="connsiteY18-1238" fmla="*/ 463725 h 2225306"/>
                <a:gd name="connsiteX19-1239" fmla="*/ 475305 w 2015163"/>
                <a:gd name="connsiteY19-1240" fmla="*/ 586285 h 2225306"/>
                <a:gd name="connsiteX20-1241" fmla="*/ 819282 w 2015163"/>
                <a:gd name="connsiteY20-1242" fmla="*/ 387690 h 2225306"/>
                <a:gd name="connsiteX21-1243" fmla="*/ 895707 w 2015163"/>
                <a:gd name="connsiteY21-1244" fmla="*/ 62570 h 2225306"/>
                <a:gd name="connsiteX22-1245" fmla="*/ 1131037 w 2015163"/>
                <a:gd name="connsiteY22-1246" fmla="*/ 62570 h 2225306"/>
                <a:gd name="connsiteX23-1247" fmla="*/ 1207462 w 2015163"/>
                <a:gd name="connsiteY23-1248" fmla="*/ 387690 h 2225306"/>
                <a:gd name="connsiteX24-1249" fmla="*/ 1551439 w 2015163"/>
                <a:gd name="connsiteY24-1250" fmla="*/ 586285 h 2225306"/>
                <a:gd name="connsiteX0-1251" fmla="*/ 1551439 w 2015163"/>
                <a:gd name="connsiteY0-1252" fmla="*/ 575030 h 2214049"/>
                <a:gd name="connsiteX1-1253" fmla="*/ 1827569 w 2015163"/>
                <a:gd name="connsiteY1-1254" fmla="*/ 469927 h 2214049"/>
                <a:gd name="connsiteX2-1255" fmla="*/ 1988879 w 2015163"/>
                <a:gd name="connsiteY2-1256" fmla="*/ 682458 h 2214049"/>
                <a:gd name="connsiteX3-1257" fmla="*/ 1745529 w 2015163"/>
                <a:gd name="connsiteY3-1258" fmla="*/ 911204 h 2214049"/>
                <a:gd name="connsiteX4-1259" fmla="*/ 1745529 w 2015163"/>
                <a:gd name="connsiteY4-1260" fmla="*/ 1308394 h 2214049"/>
                <a:gd name="connsiteX5-1261" fmla="*/ 1988879 w 2015163"/>
                <a:gd name="connsiteY5-1262" fmla="*/ 1537140 h 2214049"/>
                <a:gd name="connsiteX6-1263" fmla="*/ 1871213 w 2015163"/>
                <a:gd name="connsiteY6-1264" fmla="*/ 1740942 h 2214049"/>
                <a:gd name="connsiteX7-1265" fmla="*/ 1551439 w 2015163"/>
                <a:gd name="connsiteY7-1266" fmla="*/ 1644568 h 2214049"/>
                <a:gd name="connsiteX8-1267" fmla="*/ 1207462 w 2015163"/>
                <a:gd name="connsiteY8-1268" fmla="*/ 1843163 h 2214049"/>
                <a:gd name="connsiteX9-1269" fmla="*/ 1131037 w 2015163"/>
                <a:gd name="connsiteY9-1270" fmla="*/ 2168283 h 2214049"/>
                <a:gd name="connsiteX10-1271" fmla="*/ 860792 w 2015163"/>
                <a:gd name="connsiteY10-1272" fmla="*/ 2177011 h 2214049"/>
                <a:gd name="connsiteX11-1273" fmla="*/ 819282 w 2015163"/>
                <a:gd name="connsiteY11-1274" fmla="*/ 1843163 h 2214049"/>
                <a:gd name="connsiteX12-1275" fmla="*/ 475305 w 2015163"/>
                <a:gd name="connsiteY12-1276" fmla="*/ 1644568 h 2214049"/>
                <a:gd name="connsiteX13-1277" fmla="*/ 155531 w 2015163"/>
                <a:gd name="connsiteY13-1278" fmla="*/ 1740942 h 2214049"/>
                <a:gd name="connsiteX14-1279" fmla="*/ 2950 w 2015163"/>
                <a:gd name="connsiteY14-1280" fmla="*/ 1510955 h 2214049"/>
                <a:gd name="connsiteX15-1281" fmla="*/ 281215 w 2015163"/>
                <a:gd name="connsiteY15-1282" fmla="*/ 1308394 h 2214049"/>
                <a:gd name="connsiteX16-1283" fmla="*/ 281215 w 2015163"/>
                <a:gd name="connsiteY16-1284" fmla="*/ 911204 h 2214049"/>
                <a:gd name="connsiteX17-1285" fmla="*/ 37865 w 2015163"/>
                <a:gd name="connsiteY17-1286" fmla="*/ 682458 h 2214049"/>
                <a:gd name="connsiteX18-1287" fmla="*/ 155531 w 2015163"/>
                <a:gd name="connsiteY18-1288" fmla="*/ 452470 h 2214049"/>
                <a:gd name="connsiteX19-1289" fmla="*/ 475305 w 2015163"/>
                <a:gd name="connsiteY19-1290" fmla="*/ 575030 h 2214049"/>
                <a:gd name="connsiteX20-1291" fmla="*/ 819282 w 2015163"/>
                <a:gd name="connsiteY20-1292" fmla="*/ 376435 h 2214049"/>
                <a:gd name="connsiteX21-1293" fmla="*/ 895707 w 2015163"/>
                <a:gd name="connsiteY21-1294" fmla="*/ 51315 h 2214049"/>
                <a:gd name="connsiteX22-1295" fmla="*/ 1165952 w 2015163"/>
                <a:gd name="connsiteY22-1296" fmla="*/ 33857 h 2214049"/>
                <a:gd name="connsiteX23-1297" fmla="*/ 1207462 w 2015163"/>
                <a:gd name="connsiteY23-1298" fmla="*/ 376435 h 2214049"/>
                <a:gd name="connsiteX24-1299" fmla="*/ 1551439 w 2015163"/>
                <a:gd name="connsiteY24-1300" fmla="*/ 575030 h 2214049"/>
                <a:gd name="connsiteX0-1301" fmla="*/ 1551439 w 2015163"/>
                <a:gd name="connsiteY0-1302" fmla="*/ 575028 h 2214049"/>
                <a:gd name="connsiteX1-1303" fmla="*/ 1810111 w 2015163"/>
                <a:gd name="connsiteY1-1304" fmla="*/ 443740 h 2214049"/>
                <a:gd name="connsiteX2-1305" fmla="*/ 1988879 w 2015163"/>
                <a:gd name="connsiteY2-1306" fmla="*/ 682456 h 2214049"/>
                <a:gd name="connsiteX3-1307" fmla="*/ 1745529 w 2015163"/>
                <a:gd name="connsiteY3-1308" fmla="*/ 911202 h 2214049"/>
                <a:gd name="connsiteX4-1309" fmla="*/ 1745529 w 2015163"/>
                <a:gd name="connsiteY4-1310" fmla="*/ 1308392 h 2214049"/>
                <a:gd name="connsiteX5-1311" fmla="*/ 1988879 w 2015163"/>
                <a:gd name="connsiteY5-1312" fmla="*/ 1537138 h 2214049"/>
                <a:gd name="connsiteX6-1313" fmla="*/ 1871213 w 2015163"/>
                <a:gd name="connsiteY6-1314" fmla="*/ 1740940 h 2214049"/>
                <a:gd name="connsiteX7-1315" fmla="*/ 1551439 w 2015163"/>
                <a:gd name="connsiteY7-1316" fmla="*/ 1644566 h 2214049"/>
                <a:gd name="connsiteX8-1317" fmla="*/ 1207462 w 2015163"/>
                <a:gd name="connsiteY8-1318" fmla="*/ 1843161 h 2214049"/>
                <a:gd name="connsiteX9-1319" fmla="*/ 1131037 w 2015163"/>
                <a:gd name="connsiteY9-1320" fmla="*/ 2168281 h 2214049"/>
                <a:gd name="connsiteX10-1321" fmla="*/ 860792 w 2015163"/>
                <a:gd name="connsiteY10-1322" fmla="*/ 2177009 h 2214049"/>
                <a:gd name="connsiteX11-1323" fmla="*/ 819282 w 2015163"/>
                <a:gd name="connsiteY11-1324" fmla="*/ 1843161 h 2214049"/>
                <a:gd name="connsiteX12-1325" fmla="*/ 475305 w 2015163"/>
                <a:gd name="connsiteY12-1326" fmla="*/ 1644566 h 2214049"/>
                <a:gd name="connsiteX13-1327" fmla="*/ 155531 w 2015163"/>
                <a:gd name="connsiteY13-1328" fmla="*/ 1740940 h 2214049"/>
                <a:gd name="connsiteX14-1329" fmla="*/ 2950 w 2015163"/>
                <a:gd name="connsiteY14-1330" fmla="*/ 1510953 h 2214049"/>
                <a:gd name="connsiteX15-1331" fmla="*/ 281215 w 2015163"/>
                <a:gd name="connsiteY15-1332" fmla="*/ 1308392 h 2214049"/>
                <a:gd name="connsiteX16-1333" fmla="*/ 281215 w 2015163"/>
                <a:gd name="connsiteY16-1334" fmla="*/ 911202 h 2214049"/>
                <a:gd name="connsiteX17-1335" fmla="*/ 37865 w 2015163"/>
                <a:gd name="connsiteY17-1336" fmla="*/ 682456 h 2214049"/>
                <a:gd name="connsiteX18-1337" fmla="*/ 155531 w 2015163"/>
                <a:gd name="connsiteY18-1338" fmla="*/ 452468 h 2214049"/>
                <a:gd name="connsiteX19-1339" fmla="*/ 475305 w 2015163"/>
                <a:gd name="connsiteY19-1340" fmla="*/ 575028 h 2214049"/>
                <a:gd name="connsiteX20-1341" fmla="*/ 819282 w 2015163"/>
                <a:gd name="connsiteY20-1342" fmla="*/ 376433 h 2214049"/>
                <a:gd name="connsiteX21-1343" fmla="*/ 895707 w 2015163"/>
                <a:gd name="connsiteY21-1344" fmla="*/ 51313 h 2214049"/>
                <a:gd name="connsiteX22-1345" fmla="*/ 1165952 w 2015163"/>
                <a:gd name="connsiteY22-1346" fmla="*/ 33855 h 2214049"/>
                <a:gd name="connsiteX23-1347" fmla="*/ 1207462 w 2015163"/>
                <a:gd name="connsiteY23-1348" fmla="*/ 376433 h 2214049"/>
                <a:gd name="connsiteX24-1349" fmla="*/ 1551439 w 2015163"/>
                <a:gd name="connsiteY24-1350" fmla="*/ 575028 h 2214049"/>
                <a:gd name="connsiteX0-1351" fmla="*/ 1551439 w 1990924"/>
                <a:gd name="connsiteY0-1352" fmla="*/ 575028 h 2214047"/>
                <a:gd name="connsiteX1-1353" fmla="*/ 1810111 w 1990924"/>
                <a:gd name="connsiteY1-1354" fmla="*/ 443740 h 2214047"/>
                <a:gd name="connsiteX2-1355" fmla="*/ 1988879 w 1990924"/>
                <a:gd name="connsiteY2-1356" fmla="*/ 682456 h 2214047"/>
                <a:gd name="connsiteX3-1357" fmla="*/ 1745529 w 1990924"/>
                <a:gd name="connsiteY3-1358" fmla="*/ 911202 h 2214047"/>
                <a:gd name="connsiteX4-1359" fmla="*/ 1745529 w 1990924"/>
                <a:gd name="connsiteY4-1360" fmla="*/ 1308392 h 2214047"/>
                <a:gd name="connsiteX5-1361" fmla="*/ 1988879 w 1990924"/>
                <a:gd name="connsiteY5-1362" fmla="*/ 1537138 h 2214047"/>
                <a:gd name="connsiteX6-1363" fmla="*/ 1845026 w 1990924"/>
                <a:gd name="connsiteY6-1364" fmla="*/ 1775854 h 2214047"/>
                <a:gd name="connsiteX7-1365" fmla="*/ 1551439 w 1990924"/>
                <a:gd name="connsiteY7-1366" fmla="*/ 1644566 h 2214047"/>
                <a:gd name="connsiteX8-1367" fmla="*/ 1207462 w 1990924"/>
                <a:gd name="connsiteY8-1368" fmla="*/ 1843161 h 2214047"/>
                <a:gd name="connsiteX9-1369" fmla="*/ 1131037 w 1990924"/>
                <a:gd name="connsiteY9-1370" fmla="*/ 2168281 h 2214047"/>
                <a:gd name="connsiteX10-1371" fmla="*/ 860792 w 1990924"/>
                <a:gd name="connsiteY10-1372" fmla="*/ 2177009 h 2214047"/>
                <a:gd name="connsiteX11-1373" fmla="*/ 819282 w 1990924"/>
                <a:gd name="connsiteY11-1374" fmla="*/ 1843161 h 2214047"/>
                <a:gd name="connsiteX12-1375" fmla="*/ 475305 w 1990924"/>
                <a:gd name="connsiteY12-1376" fmla="*/ 1644566 h 2214047"/>
                <a:gd name="connsiteX13-1377" fmla="*/ 155531 w 1990924"/>
                <a:gd name="connsiteY13-1378" fmla="*/ 1740940 h 2214047"/>
                <a:gd name="connsiteX14-1379" fmla="*/ 2950 w 1990924"/>
                <a:gd name="connsiteY14-1380" fmla="*/ 1510953 h 2214047"/>
                <a:gd name="connsiteX15-1381" fmla="*/ 281215 w 1990924"/>
                <a:gd name="connsiteY15-1382" fmla="*/ 1308392 h 2214047"/>
                <a:gd name="connsiteX16-1383" fmla="*/ 281215 w 1990924"/>
                <a:gd name="connsiteY16-1384" fmla="*/ 911202 h 2214047"/>
                <a:gd name="connsiteX17-1385" fmla="*/ 37865 w 1990924"/>
                <a:gd name="connsiteY17-1386" fmla="*/ 682456 h 2214047"/>
                <a:gd name="connsiteX18-1387" fmla="*/ 155531 w 1990924"/>
                <a:gd name="connsiteY18-1388" fmla="*/ 452468 h 2214047"/>
                <a:gd name="connsiteX19-1389" fmla="*/ 475305 w 1990924"/>
                <a:gd name="connsiteY19-1390" fmla="*/ 575028 h 2214047"/>
                <a:gd name="connsiteX20-1391" fmla="*/ 819282 w 1990924"/>
                <a:gd name="connsiteY20-1392" fmla="*/ 376433 h 2214047"/>
                <a:gd name="connsiteX21-1393" fmla="*/ 895707 w 1990924"/>
                <a:gd name="connsiteY21-1394" fmla="*/ 51313 h 2214047"/>
                <a:gd name="connsiteX22-1395" fmla="*/ 1165952 w 1990924"/>
                <a:gd name="connsiteY22-1396" fmla="*/ 33855 h 2214047"/>
                <a:gd name="connsiteX23-1397" fmla="*/ 1207462 w 1990924"/>
                <a:gd name="connsiteY23-1398" fmla="*/ 376433 h 2214047"/>
                <a:gd name="connsiteX24-1399" fmla="*/ 1551439 w 1990924"/>
                <a:gd name="connsiteY24-1400" fmla="*/ 575028 h 2214047"/>
              </a:gdLst>
              <a:ahLst/>
              <a:cxnLst>
                <a:cxn ang="0">
                  <a:pos x="connsiteX0-1351" y="connsiteY0-1352"/>
                </a:cxn>
                <a:cxn ang="0">
                  <a:pos x="connsiteX1-1353" y="connsiteY1-1354"/>
                </a:cxn>
                <a:cxn ang="0">
                  <a:pos x="connsiteX2-1355" y="connsiteY2-1356"/>
                </a:cxn>
                <a:cxn ang="0">
                  <a:pos x="connsiteX3-1357" y="connsiteY3-1358"/>
                </a:cxn>
                <a:cxn ang="0">
                  <a:pos x="connsiteX4-1359" y="connsiteY4-1360"/>
                </a:cxn>
                <a:cxn ang="0">
                  <a:pos x="connsiteX5-1361" y="connsiteY5-1362"/>
                </a:cxn>
                <a:cxn ang="0">
                  <a:pos x="connsiteX6-1363" y="connsiteY6-1364"/>
                </a:cxn>
                <a:cxn ang="0">
                  <a:pos x="connsiteX7-1365" y="connsiteY7-1366"/>
                </a:cxn>
                <a:cxn ang="0">
                  <a:pos x="connsiteX8-1367" y="connsiteY8-1368"/>
                </a:cxn>
                <a:cxn ang="0">
                  <a:pos x="connsiteX9-1369" y="connsiteY9-1370"/>
                </a:cxn>
                <a:cxn ang="0">
                  <a:pos x="connsiteX10-1371" y="connsiteY10-1372"/>
                </a:cxn>
                <a:cxn ang="0">
                  <a:pos x="connsiteX11-1373" y="connsiteY11-1374"/>
                </a:cxn>
                <a:cxn ang="0">
                  <a:pos x="connsiteX12-1375" y="connsiteY12-1376"/>
                </a:cxn>
                <a:cxn ang="0">
                  <a:pos x="connsiteX13-1377" y="connsiteY13-1378"/>
                </a:cxn>
                <a:cxn ang="0">
                  <a:pos x="connsiteX14-1379" y="connsiteY14-1380"/>
                </a:cxn>
                <a:cxn ang="0">
                  <a:pos x="connsiteX15-1381" y="connsiteY15-1382"/>
                </a:cxn>
                <a:cxn ang="0">
                  <a:pos x="connsiteX16-1383" y="connsiteY16-1384"/>
                </a:cxn>
                <a:cxn ang="0">
                  <a:pos x="connsiteX17-1385" y="connsiteY17-1386"/>
                </a:cxn>
                <a:cxn ang="0">
                  <a:pos x="connsiteX18-1387" y="connsiteY18-1388"/>
                </a:cxn>
                <a:cxn ang="0">
                  <a:pos x="connsiteX19-1389" y="connsiteY19-1390"/>
                </a:cxn>
                <a:cxn ang="0">
                  <a:pos x="connsiteX20-1391" y="connsiteY20-1392"/>
                </a:cxn>
                <a:cxn ang="0">
                  <a:pos x="connsiteX21-1393" y="connsiteY21-1394"/>
                </a:cxn>
                <a:cxn ang="0">
                  <a:pos x="connsiteX22-1395" y="connsiteY22-1396"/>
                </a:cxn>
                <a:cxn ang="0">
                  <a:pos x="connsiteX23-1397" y="connsiteY23-1398"/>
                </a:cxn>
                <a:cxn ang="0">
                  <a:pos x="connsiteX24-1399" y="connsiteY24-1400"/>
                </a:cxn>
              </a:cxnLst>
              <a:rect l="l" t="t" r="r" b="b"/>
              <a:pathLst>
                <a:path w="1990924" h="2214047">
                  <a:moveTo>
                    <a:pt x="1551439" y="575028"/>
                  </a:moveTo>
                  <a:lnTo>
                    <a:pt x="1810111" y="443740"/>
                  </a:lnTo>
                  <a:cubicBezTo>
                    <a:pt x="1916702" y="411615"/>
                    <a:pt x="1999643" y="604546"/>
                    <a:pt x="1988879" y="682456"/>
                  </a:cubicBezTo>
                  <a:cubicBezTo>
                    <a:pt x="1978115" y="760366"/>
                    <a:pt x="1855917" y="833066"/>
                    <a:pt x="1745529" y="911202"/>
                  </a:cubicBezTo>
                  <a:cubicBezTo>
                    <a:pt x="1780804" y="1041249"/>
                    <a:pt x="1780804" y="1178345"/>
                    <a:pt x="1745529" y="1308392"/>
                  </a:cubicBezTo>
                  <a:cubicBezTo>
                    <a:pt x="1826646" y="1384641"/>
                    <a:pt x="1972296" y="1459228"/>
                    <a:pt x="1988879" y="1537138"/>
                  </a:cubicBezTo>
                  <a:cubicBezTo>
                    <a:pt x="2005462" y="1615048"/>
                    <a:pt x="1917933" y="1757949"/>
                    <a:pt x="1845026" y="1775854"/>
                  </a:cubicBezTo>
                  <a:cubicBezTo>
                    <a:pt x="1772119" y="1793759"/>
                    <a:pt x="1679522" y="1697359"/>
                    <a:pt x="1551439" y="1644566"/>
                  </a:cubicBezTo>
                  <a:cubicBezTo>
                    <a:pt x="1456452" y="1740139"/>
                    <a:pt x="1337724" y="1808687"/>
                    <a:pt x="1207462" y="1843161"/>
                  </a:cubicBezTo>
                  <a:cubicBezTo>
                    <a:pt x="1181987" y="1951534"/>
                    <a:pt x="1188815" y="2112640"/>
                    <a:pt x="1131037" y="2168281"/>
                  </a:cubicBezTo>
                  <a:cubicBezTo>
                    <a:pt x="1073259" y="2223922"/>
                    <a:pt x="912751" y="2231196"/>
                    <a:pt x="860792" y="2177009"/>
                  </a:cubicBezTo>
                  <a:cubicBezTo>
                    <a:pt x="808833" y="2122822"/>
                    <a:pt x="810792" y="1947903"/>
                    <a:pt x="819282" y="1843161"/>
                  </a:cubicBezTo>
                  <a:cubicBezTo>
                    <a:pt x="689020" y="1808686"/>
                    <a:pt x="570292" y="1740138"/>
                    <a:pt x="475305" y="1644566"/>
                  </a:cubicBezTo>
                  <a:cubicBezTo>
                    <a:pt x="368714" y="1676691"/>
                    <a:pt x="234257" y="1763209"/>
                    <a:pt x="155531" y="1740940"/>
                  </a:cubicBezTo>
                  <a:cubicBezTo>
                    <a:pt x="76805" y="1718671"/>
                    <a:pt x="-17997" y="1583044"/>
                    <a:pt x="2950" y="1510953"/>
                  </a:cubicBezTo>
                  <a:cubicBezTo>
                    <a:pt x="23897" y="1438862"/>
                    <a:pt x="223198" y="1360342"/>
                    <a:pt x="281215" y="1308392"/>
                  </a:cubicBezTo>
                  <a:cubicBezTo>
                    <a:pt x="245940" y="1178345"/>
                    <a:pt x="245940" y="1041249"/>
                    <a:pt x="281215" y="911202"/>
                  </a:cubicBezTo>
                  <a:cubicBezTo>
                    <a:pt x="200098" y="834953"/>
                    <a:pt x="58812" y="758912"/>
                    <a:pt x="37865" y="682456"/>
                  </a:cubicBezTo>
                  <a:cubicBezTo>
                    <a:pt x="16918" y="606000"/>
                    <a:pt x="82624" y="470373"/>
                    <a:pt x="155531" y="452468"/>
                  </a:cubicBezTo>
                  <a:cubicBezTo>
                    <a:pt x="228438" y="434563"/>
                    <a:pt x="364680" y="530965"/>
                    <a:pt x="475305" y="575028"/>
                  </a:cubicBezTo>
                  <a:cubicBezTo>
                    <a:pt x="570292" y="479455"/>
                    <a:pt x="689020" y="410907"/>
                    <a:pt x="819282" y="376433"/>
                  </a:cubicBezTo>
                  <a:cubicBezTo>
                    <a:pt x="844757" y="268060"/>
                    <a:pt x="837929" y="108409"/>
                    <a:pt x="895707" y="51313"/>
                  </a:cubicBezTo>
                  <a:cubicBezTo>
                    <a:pt x="953485" y="-5783"/>
                    <a:pt x="1113993" y="-20332"/>
                    <a:pt x="1165952" y="33855"/>
                  </a:cubicBezTo>
                  <a:cubicBezTo>
                    <a:pt x="1217911" y="88042"/>
                    <a:pt x="1198495" y="254233"/>
                    <a:pt x="1207462" y="376433"/>
                  </a:cubicBezTo>
                  <a:cubicBezTo>
                    <a:pt x="1337724" y="410908"/>
                    <a:pt x="1456452" y="479456"/>
                    <a:pt x="1551439" y="575028"/>
                  </a:cubicBezTo>
                  <a:close/>
                </a:path>
              </a:pathLst>
            </a:custGeom>
            <a:noFill/>
            <a:ln w="254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  <p:txBody>
            <a:bodyPr lIns="583766" tIns="587064" rIns="583766" bIns="587064" spcCol="1270" anchor="ctr"/>
            <a:lstStyle/>
            <a:p>
              <a:pPr marL="0" marR="0" lvl="0" indent="0" algn="ctr" defTabSz="13335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" name="任意多边形 9">
              <a:extLst>
                <a:ext uri="{FF2B5EF4-FFF2-40B4-BE49-F238E27FC236}">
                  <a16:creationId xmlns:a16="http://schemas.microsoft.com/office/drawing/2014/main" id="{562E78A6-43C4-5768-DE1A-6170D2EE43B5}"/>
                </a:ext>
              </a:extLst>
            </p:cNvPr>
            <p:cNvSpPr/>
            <p:nvPr/>
          </p:nvSpPr>
          <p:spPr bwMode="auto">
            <a:xfrm>
              <a:off x="9405938" y="3500438"/>
              <a:ext cx="1279525" cy="2044700"/>
            </a:xfrm>
            <a:custGeom>
              <a:avLst/>
              <a:gdLst>
                <a:gd name="connsiteX0" fmla="*/ 0 w 1080210"/>
                <a:gd name="connsiteY0" fmla="*/ 0 h 1819275"/>
                <a:gd name="connsiteX1" fmla="*/ 1009650 w 1080210"/>
                <a:gd name="connsiteY1" fmla="*/ 542925 h 1819275"/>
                <a:gd name="connsiteX2" fmla="*/ 914400 w 1080210"/>
                <a:gd name="connsiteY2" fmla="*/ 1819275 h 1819275"/>
                <a:gd name="connsiteX0-1" fmla="*/ 0 w 1120501"/>
                <a:gd name="connsiteY0-2" fmla="*/ 0 h 1819275"/>
                <a:gd name="connsiteX1-3" fmla="*/ 1009650 w 1120501"/>
                <a:gd name="connsiteY1-4" fmla="*/ 542925 h 1819275"/>
                <a:gd name="connsiteX2-5" fmla="*/ 914400 w 1120501"/>
                <a:gd name="connsiteY2-6" fmla="*/ 1819275 h 1819275"/>
                <a:gd name="connsiteX0-7" fmla="*/ 0 w 1120501"/>
                <a:gd name="connsiteY0-8" fmla="*/ 0 h 1819275"/>
                <a:gd name="connsiteX1-9" fmla="*/ 1009650 w 1120501"/>
                <a:gd name="connsiteY1-10" fmla="*/ 542925 h 1819275"/>
                <a:gd name="connsiteX2-11" fmla="*/ 914400 w 1120501"/>
                <a:gd name="connsiteY2-12" fmla="*/ 1819275 h 1819275"/>
              </a:gdLst>
              <a:ahLst/>
              <a:cxnLst>
                <a:cxn ang="0">
                  <a:pos x="connsiteX0-7" y="connsiteY0-8"/>
                </a:cxn>
                <a:cxn ang="0">
                  <a:pos x="connsiteX1-9" y="connsiteY1-10"/>
                </a:cxn>
                <a:cxn ang="0">
                  <a:pos x="connsiteX2-11" y="connsiteY2-12"/>
                </a:cxn>
              </a:cxnLst>
              <a:rect l="l" t="t" r="r" b="b"/>
              <a:pathLst>
                <a:path w="1120501" h="1819275">
                  <a:moveTo>
                    <a:pt x="0" y="0"/>
                  </a:moveTo>
                  <a:cubicBezTo>
                    <a:pt x="428625" y="24606"/>
                    <a:pt x="857250" y="239713"/>
                    <a:pt x="1009650" y="542925"/>
                  </a:cubicBezTo>
                  <a:cubicBezTo>
                    <a:pt x="1162050" y="846138"/>
                    <a:pt x="1181100" y="1313656"/>
                    <a:pt x="914400" y="1819275"/>
                  </a:cubicBezTo>
                </a:path>
              </a:pathLst>
            </a:custGeom>
            <a:noFill/>
            <a:ln w="25400" cap="rnd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round/>
              <a:tailEnd type="arrow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7" name="任意多边形 11">
              <a:extLst>
                <a:ext uri="{FF2B5EF4-FFF2-40B4-BE49-F238E27FC236}">
                  <a16:creationId xmlns:a16="http://schemas.microsoft.com/office/drawing/2014/main" id="{3F214DD9-0B2A-9B42-C239-FBBB18138890}"/>
                </a:ext>
              </a:extLst>
            </p:cNvPr>
            <p:cNvSpPr/>
            <p:nvPr/>
          </p:nvSpPr>
          <p:spPr bwMode="auto">
            <a:xfrm>
              <a:off x="7680325" y="2195513"/>
              <a:ext cx="257175" cy="715962"/>
            </a:xfrm>
            <a:custGeom>
              <a:avLst/>
              <a:gdLst>
                <a:gd name="connsiteX0" fmla="*/ 0 w 257175"/>
                <a:gd name="connsiteY0" fmla="*/ 647700 h 647700"/>
                <a:gd name="connsiteX1" fmla="*/ 257175 w 257175"/>
                <a:gd name="connsiteY1" fmla="*/ 0 h 647700"/>
                <a:gd name="connsiteX0-1" fmla="*/ 0 w 257175"/>
                <a:gd name="connsiteY0-2" fmla="*/ 647700 h 647700"/>
                <a:gd name="connsiteX1-3" fmla="*/ 257175 w 257175"/>
                <a:gd name="connsiteY1-4" fmla="*/ 0 h 647700"/>
                <a:gd name="connsiteX0-5" fmla="*/ 0 w 257175"/>
                <a:gd name="connsiteY0-6" fmla="*/ 647700 h 647700"/>
                <a:gd name="connsiteX1-7" fmla="*/ 257175 w 257175"/>
                <a:gd name="connsiteY1-8" fmla="*/ 0 h 647700"/>
                <a:gd name="connsiteX0-9" fmla="*/ 0 w 219075"/>
                <a:gd name="connsiteY0-10" fmla="*/ 638175 h 638175"/>
                <a:gd name="connsiteX1-11" fmla="*/ 219075 w 219075"/>
                <a:gd name="connsiteY1-12" fmla="*/ 0 h 638175"/>
                <a:gd name="connsiteX0-13" fmla="*/ 6366 w 225441"/>
                <a:gd name="connsiteY0-14" fmla="*/ 638175 h 638175"/>
                <a:gd name="connsiteX1-15" fmla="*/ 225441 w 225441"/>
                <a:gd name="connsiteY1-16" fmla="*/ 0 h 638175"/>
              </a:gdLst>
              <a:ahLst/>
              <a:cxnLst>
                <a:cxn ang="0">
                  <a:pos x="connsiteX0-13" y="connsiteY0-14"/>
                </a:cxn>
                <a:cxn ang="0">
                  <a:pos x="connsiteX1-15" y="connsiteY1-16"/>
                </a:cxn>
              </a:cxnLst>
              <a:rect l="l" t="t" r="r" b="b"/>
              <a:pathLst>
                <a:path w="225441" h="638175">
                  <a:moveTo>
                    <a:pt x="6366" y="638175"/>
                  </a:moveTo>
                  <a:cubicBezTo>
                    <a:pt x="-22209" y="346075"/>
                    <a:pt x="44466" y="225425"/>
                    <a:pt x="225441" y="0"/>
                  </a:cubicBezTo>
                </a:path>
              </a:pathLst>
            </a:custGeom>
            <a:noFill/>
            <a:ln w="25400" cap="rnd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round/>
              <a:tailEnd type="arrow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8" name="任意多边形 12">
              <a:extLst>
                <a:ext uri="{FF2B5EF4-FFF2-40B4-BE49-F238E27FC236}">
                  <a16:creationId xmlns:a16="http://schemas.microsoft.com/office/drawing/2014/main" id="{E139DABE-019D-A3EC-369F-BC4FE084E4E2}"/>
                </a:ext>
              </a:extLst>
            </p:cNvPr>
            <p:cNvSpPr/>
            <p:nvPr/>
          </p:nvSpPr>
          <p:spPr bwMode="auto">
            <a:xfrm>
              <a:off x="6870700" y="3073400"/>
              <a:ext cx="490539" cy="866775"/>
            </a:xfrm>
            <a:custGeom>
              <a:avLst/>
              <a:gdLst>
                <a:gd name="connsiteX0" fmla="*/ 428625 w 428625"/>
                <a:gd name="connsiteY0" fmla="*/ 0 h 771525"/>
                <a:gd name="connsiteX1" fmla="*/ 0 w 428625"/>
                <a:gd name="connsiteY1" fmla="*/ 771525 h 771525"/>
                <a:gd name="connsiteX0-1" fmla="*/ 428625 w 428625"/>
                <a:gd name="connsiteY0-2" fmla="*/ 0 h 771525"/>
                <a:gd name="connsiteX1-3" fmla="*/ 0 w 428625"/>
                <a:gd name="connsiteY1-4" fmla="*/ 771525 h 771525"/>
                <a:gd name="connsiteX0-5" fmla="*/ 428625 w 428625"/>
                <a:gd name="connsiteY0-6" fmla="*/ 0 h 771525"/>
                <a:gd name="connsiteX1-7" fmla="*/ 0 w 428625"/>
                <a:gd name="connsiteY1-8" fmla="*/ 771525 h 771525"/>
                <a:gd name="connsiteX0-9" fmla="*/ 429023 w 429023"/>
                <a:gd name="connsiteY0-10" fmla="*/ 0 h 771525"/>
                <a:gd name="connsiteX1-11" fmla="*/ 398 w 429023"/>
                <a:gd name="connsiteY1-12" fmla="*/ 771525 h 771525"/>
              </a:gdLst>
              <a:ahLst/>
              <a:cxnLst>
                <a:cxn ang="0">
                  <a:pos x="connsiteX0-9" y="connsiteY0-10"/>
                </a:cxn>
                <a:cxn ang="0">
                  <a:pos x="connsiteX1-11" y="connsiteY1-12"/>
                </a:cxn>
              </a:cxnLst>
              <a:rect l="l" t="t" r="r" b="b"/>
              <a:pathLst>
                <a:path w="429023" h="771525">
                  <a:moveTo>
                    <a:pt x="429023" y="0"/>
                  </a:moveTo>
                  <a:cubicBezTo>
                    <a:pt x="152798" y="142875"/>
                    <a:pt x="-9127" y="371475"/>
                    <a:pt x="398" y="771525"/>
                  </a:cubicBezTo>
                </a:path>
              </a:pathLst>
            </a:custGeom>
            <a:noFill/>
            <a:ln w="25400" cap="rnd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round/>
              <a:tailEnd type="arrow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9" name="任意多边形 85">
              <a:extLst>
                <a:ext uri="{FF2B5EF4-FFF2-40B4-BE49-F238E27FC236}">
                  <a16:creationId xmlns:a16="http://schemas.microsoft.com/office/drawing/2014/main" id="{618DC2AA-9AB8-F531-805E-E7B39CDAE706}"/>
                </a:ext>
              </a:extLst>
            </p:cNvPr>
            <p:cNvSpPr/>
            <p:nvPr/>
          </p:nvSpPr>
          <p:spPr bwMode="auto">
            <a:xfrm rot="20467880">
              <a:off x="8021638" y="2055813"/>
              <a:ext cx="1357312" cy="1487487"/>
            </a:xfrm>
            <a:custGeom>
              <a:avLst/>
              <a:gdLst>
                <a:gd name="connsiteX0" fmla="*/ 1621800 w 2167466"/>
                <a:gd name="connsiteY0" fmla="*/ 548964 h 2167466"/>
                <a:gd name="connsiteX1" fmla="*/ 1941574 w 2167466"/>
                <a:gd name="connsiteY1" fmla="*/ 452590 h 2167466"/>
                <a:gd name="connsiteX2" fmla="*/ 2059240 w 2167466"/>
                <a:gd name="connsiteY2" fmla="*/ 656392 h 2167466"/>
                <a:gd name="connsiteX3" fmla="*/ 1815890 w 2167466"/>
                <a:gd name="connsiteY3" fmla="*/ 885138 h 2167466"/>
                <a:gd name="connsiteX4" fmla="*/ 1815890 w 2167466"/>
                <a:gd name="connsiteY4" fmla="*/ 1282328 h 2167466"/>
                <a:gd name="connsiteX5" fmla="*/ 2059240 w 2167466"/>
                <a:gd name="connsiteY5" fmla="*/ 1511074 h 2167466"/>
                <a:gd name="connsiteX6" fmla="*/ 1941574 w 2167466"/>
                <a:gd name="connsiteY6" fmla="*/ 1714876 h 2167466"/>
                <a:gd name="connsiteX7" fmla="*/ 1621800 w 2167466"/>
                <a:gd name="connsiteY7" fmla="*/ 1618502 h 2167466"/>
                <a:gd name="connsiteX8" fmla="*/ 1277823 w 2167466"/>
                <a:gd name="connsiteY8" fmla="*/ 1817097 h 2167466"/>
                <a:gd name="connsiteX9" fmla="*/ 1201398 w 2167466"/>
                <a:gd name="connsiteY9" fmla="*/ 2142217 h 2167466"/>
                <a:gd name="connsiteX10" fmla="*/ 966068 w 2167466"/>
                <a:gd name="connsiteY10" fmla="*/ 2142217 h 2167466"/>
                <a:gd name="connsiteX11" fmla="*/ 889643 w 2167466"/>
                <a:gd name="connsiteY11" fmla="*/ 1817097 h 2167466"/>
                <a:gd name="connsiteX12" fmla="*/ 545666 w 2167466"/>
                <a:gd name="connsiteY12" fmla="*/ 1618502 h 2167466"/>
                <a:gd name="connsiteX13" fmla="*/ 225892 w 2167466"/>
                <a:gd name="connsiteY13" fmla="*/ 1714876 h 2167466"/>
                <a:gd name="connsiteX14" fmla="*/ 108226 w 2167466"/>
                <a:gd name="connsiteY14" fmla="*/ 1511074 h 2167466"/>
                <a:gd name="connsiteX15" fmla="*/ 351576 w 2167466"/>
                <a:gd name="connsiteY15" fmla="*/ 1282328 h 2167466"/>
                <a:gd name="connsiteX16" fmla="*/ 351576 w 2167466"/>
                <a:gd name="connsiteY16" fmla="*/ 885138 h 2167466"/>
                <a:gd name="connsiteX17" fmla="*/ 108226 w 2167466"/>
                <a:gd name="connsiteY17" fmla="*/ 656392 h 2167466"/>
                <a:gd name="connsiteX18" fmla="*/ 225892 w 2167466"/>
                <a:gd name="connsiteY18" fmla="*/ 452590 h 2167466"/>
                <a:gd name="connsiteX19" fmla="*/ 545666 w 2167466"/>
                <a:gd name="connsiteY19" fmla="*/ 548964 h 2167466"/>
                <a:gd name="connsiteX20" fmla="*/ 889643 w 2167466"/>
                <a:gd name="connsiteY20" fmla="*/ 350369 h 2167466"/>
                <a:gd name="connsiteX21" fmla="*/ 966068 w 2167466"/>
                <a:gd name="connsiteY21" fmla="*/ 25249 h 2167466"/>
                <a:gd name="connsiteX22" fmla="*/ 1201398 w 2167466"/>
                <a:gd name="connsiteY22" fmla="*/ 25249 h 2167466"/>
                <a:gd name="connsiteX23" fmla="*/ 1277823 w 2167466"/>
                <a:gd name="connsiteY23" fmla="*/ 350369 h 2167466"/>
                <a:gd name="connsiteX24" fmla="*/ 1621800 w 2167466"/>
                <a:gd name="connsiteY24" fmla="*/ 548964 h 2167466"/>
                <a:gd name="connsiteX0-1" fmla="*/ 1517526 w 1954966"/>
                <a:gd name="connsiteY0-2" fmla="*/ 523716 h 2116969"/>
                <a:gd name="connsiteX1-3" fmla="*/ 1837300 w 1954966"/>
                <a:gd name="connsiteY1-4" fmla="*/ 427342 h 2116969"/>
                <a:gd name="connsiteX2-5" fmla="*/ 1954966 w 1954966"/>
                <a:gd name="connsiteY2-6" fmla="*/ 631144 h 2116969"/>
                <a:gd name="connsiteX3-7" fmla="*/ 1711616 w 1954966"/>
                <a:gd name="connsiteY3-8" fmla="*/ 859890 h 2116969"/>
                <a:gd name="connsiteX4-9" fmla="*/ 1711616 w 1954966"/>
                <a:gd name="connsiteY4-10" fmla="*/ 1257080 h 2116969"/>
                <a:gd name="connsiteX5-11" fmla="*/ 1954966 w 1954966"/>
                <a:gd name="connsiteY5-12" fmla="*/ 1485826 h 2116969"/>
                <a:gd name="connsiteX6-13" fmla="*/ 1837300 w 1954966"/>
                <a:gd name="connsiteY6-14" fmla="*/ 1689628 h 2116969"/>
                <a:gd name="connsiteX7-15" fmla="*/ 1517526 w 1954966"/>
                <a:gd name="connsiteY7-16" fmla="*/ 1593254 h 2116969"/>
                <a:gd name="connsiteX8-17" fmla="*/ 1173549 w 1954966"/>
                <a:gd name="connsiteY8-18" fmla="*/ 1791849 h 2116969"/>
                <a:gd name="connsiteX9-19" fmla="*/ 1097124 w 1954966"/>
                <a:gd name="connsiteY9-20" fmla="*/ 2116969 h 2116969"/>
                <a:gd name="connsiteX10-21" fmla="*/ 861794 w 1954966"/>
                <a:gd name="connsiteY10-22" fmla="*/ 2116969 h 2116969"/>
                <a:gd name="connsiteX11-23" fmla="*/ 785369 w 1954966"/>
                <a:gd name="connsiteY11-24" fmla="*/ 1791849 h 2116969"/>
                <a:gd name="connsiteX12-25" fmla="*/ 441392 w 1954966"/>
                <a:gd name="connsiteY12-26" fmla="*/ 1593254 h 2116969"/>
                <a:gd name="connsiteX13-27" fmla="*/ 121618 w 1954966"/>
                <a:gd name="connsiteY13-28" fmla="*/ 1689628 h 2116969"/>
                <a:gd name="connsiteX14-29" fmla="*/ 3952 w 1954966"/>
                <a:gd name="connsiteY14-30" fmla="*/ 1485826 h 2116969"/>
                <a:gd name="connsiteX15-31" fmla="*/ 247302 w 1954966"/>
                <a:gd name="connsiteY15-32" fmla="*/ 1257080 h 2116969"/>
                <a:gd name="connsiteX16-33" fmla="*/ 247302 w 1954966"/>
                <a:gd name="connsiteY16-34" fmla="*/ 859890 h 2116969"/>
                <a:gd name="connsiteX17-35" fmla="*/ 3952 w 1954966"/>
                <a:gd name="connsiteY17-36" fmla="*/ 631144 h 2116969"/>
                <a:gd name="connsiteX18-37" fmla="*/ 121618 w 1954966"/>
                <a:gd name="connsiteY18-38" fmla="*/ 427342 h 2116969"/>
                <a:gd name="connsiteX19-39" fmla="*/ 441392 w 1954966"/>
                <a:gd name="connsiteY19-40" fmla="*/ 523716 h 2116969"/>
                <a:gd name="connsiteX20-41" fmla="*/ 785369 w 1954966"/>
                <a:gd name="connsiteY20-42" fmla="*/ 325121 h 2116969"/>
                <a:gd name="connsiteX21-43" fmla="*/ 861794 w 1954966"/>
                <a:gd name="connsiteY21-44" fmla="*/ 1 h 2116969"/>
                <a:gd name="connsiteX22-45" fmla="*/ 1097124 w 1954966"/>
                <a:gd name="connsiteY22-46" fmla="*/ 1 h 2116969"/>
                <a:gd name="connsiteX23-47" fmla="*/ 1173549 w 1954966"/>
                <a:gd name="connsiteY23-48" fmla="*/ 325121 h 2116969"/>
                <a:gd name="connsiteX24-49" fmla="*/ 1517526 w 1954966"/>
                <a:gd name="connsiteY24-50" fmla="*/ 523716 h 2116969"/>
                <a:gd name="connsiteX0-51" fmla="*/ 1539857 w 1977297"/>
                <a:gd name="connsiteY0-52" fmla="*/ 523714 h 2116967"/>
                <a:gd name="connsiteX1-53" fmla="*/ 1859631 w 1977297"/>
                <a:gd name="connsiteY1-54" fmla="*/ 427340 h 2116967"/>
                <a:gd name="connsiteX2-55" fmla="*/ 1977297 w 1977297"/>
                <a:gd name="connsiteY2-56" fmla="*/ 631142 h 2116967"/>
                <a:gd name="connsiteX3-57" fmla="*/ 1733947 w 1977297"/>
                <a:gd name="connsiteY3-58" fmla="*/ 859888 h 2116967"/>
                <a:gd name="connsiteX4-59" fmla="*/ 1733947 w 1977297"/>
                <a:gd name="connsiteY4-60" fmla="*/ 1257078 h 2116967"/>
                <a:gd name="connsiteX5-61" fmla="*/ 1977297 w 1977297"/>
                <a:gd name="connsiteY5-62" fmla="*/ 1485824 h 2116967"/>
                <a:gd name="connsiteX6-63" fmla="*/ 1859631 w 1977297"/>
                <a:gd name="connsiteY6-64" fmla="*/ 1689626 h 2116967"/>
                <a:gd name="connsiteX7-65" fmla="*/ 1539857 w 1977297"/>
                <a:gd name="connsiteY7-66" fmla="*/ 1593252 h 2116967"/>
                <a:gd name="connsiteX8-67" fmla="*/ 1195880 w 1977297"/>
                <a:gd name="connsiteY8-68" fmla="*/ 1791847 h 2116967"/>
                <a:gd name="connsiteX9-69" fmla="*/ 1119455 w 1977297"/>
                <a:gd name="connsiteY9-70" fmla="*/ 2116967 h 2116967"/>
                <a:gd name="connsiteX10-71" fmla="*/ 884125 w 1977297"/>
                <a:gd name="connsiteY10-72" fmla="*/ 2116967 h 2116967"/>
                <a:gd name="connsiteX11-73" fmla="*/ 807700 w 1977297"/>
                <a:gd name="connsiteY11-74" fmla="*/ 1791847 h 2116967"/>
                <a:gd name="connsiteX12-75" fmla="*/ 463723 w 1977297"/>
                <a:gd name="connsiteY12-76" fmla="*/ 1593252 h 2116967"/>
                <a:gd name="connsiteX13-77" fmla="*/ 143949 w 1977297"/>
                <a:gd name="connsiteY13-78" fmla="*/ 1689626 h 2116967"/>
                <a:gd name="connsiteX14-79" fmla="*/ 26283 w 1977297"/>
                <a:gd name="connsiteY14-80" fmla="*/ 1485824 h 2116967"/>
                <a:gd name="connsiteX15-81" fmla="*/ 269633 w 1977297"/>
                <a:gd name="connsiteY15-82" fmla="*/ 1257078 h 2116967"/>
                <a:gd name="connsiteX16-83" fmla="*/ 269633 w 1977297"/>
                <a:gd name="connsiteY16-84" fmla="*/ 859888 h 2116967"/>
                <a:gd name="connsiteX17-85" fmla="*/ 26283 w 1977297"/>
                <a:gd name="connsiteY17-86" fmla="*/ 631142 h 2116967"/>
                <a:gd name="connsiteX18-87" fmla="*/ 143949 w 1977297"/>
                <a:gd name="connsiteY18-88" fmla="*/ 427340 h 2116967"/>
                <a:gd name="connsiteX19-89" fmla="*/ 463723 w 1977297"/>
                <a:gd name="connsiteY19-90" fmla="*/ 523714 h 2116967"/>
                <a:gd name="connsiteX20-91" fmla="*/ 807700 w 1977297"/>
                <a:gd name="connsiteY20-92" fmla="*/ 325119 h 2116967"/>
                <a:gd name="connsiteX21-93" fmla="*/ 884125 w 1977297"/>
                <a:gd name="connsiteY21-94" fmla="*/ -1 h 2116967"/>
                <a:gd name="connsiteX22-95" fmla="*/ 1119455 w 1977297"/>
                <a:gd name="connsiteY22-96" fmla="*/ -1 h 2116967"/>
                <a:gd name="connsiteX23-97" fmla="*/ 1195880 w 1977297"/>
                <a:gd name="connsiteY23-98" fmla="*/ 325119 h 2116967"/>
                <a:gd name="connsiteX24-99" fmla="*/ 1539857 w 1977297"/>
                <a:gd name="connsiteY24-100" fmla="*/ 523714 h 2116967"/>
                <a:gd name="connsiteX0-101" fmla="*/ 1539859 w 1977299"/>
                <a:gd name="connsiteY0-102" fmla="*/ 523716 h 2116969"/>
                <a:gd name="connsiteX1-103" fmla="*/ 1859633 w 1977299"/>
                <a:gd name="connsiteY1-104" fmla="*/ 427342 h 2116969"/>
                <a:gd name="connsiteX2-105" fmla="*/ 1977299 w 1977299"/>
                <a:gd name="connsiteY2-106" fmla="*/ 631144 h 2116969"/>
                <a:gd name="connsiteX3-107" fmla="*/ 1733949 w 1977299"/>
                <a:gd name="connsiteY3-108" fmla="*/ 859890 h 2116969"/>
                <a:gd name="connsiteX4-109" fmla="*/ 1733949 w 1977299"/>
                <a:gd name="connsiteY4-110" fmla="*/ 1257080 h 2116969"/>
                <a:gd name="connsiteX5-111" fmla="*/ 1977299 w 1977299"/>
                <a:gd name="connsiteY5-112" fmla="*/ 1485826 h 2116969"/>
                <a:gd name="connsiteX6-113" fmla="*/ 1859633 w 1977299"/>
                <a:gd name="connsiteY6-114" fmla="*/ 1689628 h 2116969"/>
                <a:gd name="connsiteX7-115" fmla="*/ 1539859 w 1977299"/>
                <a:gd name="connsiteY7-116" fmla="*/ 1593254 h 2116969"/>
                <a:gd name="connsiteX8-117" fmla="*/ 1195882 w 1977299"/>
                <a:gd name="connsiteY8-118" fmla="*/ 1791849 h 2116969"/>
                <a:gd name="connsiteX9-119" fmla="*/ 1119457 w 1977299"/>
                <a:gd name="connsiteY9-120" fmla="*/ 2116969 h 2116969"/>
                <a:gd name="connsiteX10-121" fmla="*/ 884127 w 1977299"/>
                <a:gd name="connsiteY10-122" fmla="*/ 2116969 h 2116969"/>
                <a:gd name="connsiteX11-123" fmla="*/ 807702 w 1977299"/>
                <a:gd name="connsiteY11-124" fmla="*/ 1791849 h 2116969"/>
                <a:gd name="connsiteX12-125" fmla="*/ 463725 w 1977299"/>
                <a:gd name="connsiteY12-126" fmla="*/ 1593254 h 2116969"/>
                <a:gd name="connsiteX13-127" fmla="*/ 143951 w 1977299"/>
                <a:gd name="connsiteY13-128" fmla="*/ 1689628 h 2116969"/>
                <a:gd name="connsiteX14-129" fmla="*/ 26285 w 1977299"/>
                <a:gd name="connsiteY14-130" fmla="*/ 1485826 h 2116969"/>
                <a:gd name="connsiteX15-131" fmla="*/ 269635 w 1977299"/>
                <a:gd name="connsiteY15-132" fmla="*/ 1257080 h 2116969"/>
                <a:gd name="connsiteX16-133" fmla="*/ 269635 w 1977299"/>
                <a:gd name="connsiteY16-134" fmla="*/ 859890 h 2116969"/>
                <a:gd name="connsiteX17-135" fmla="*/ 26285 w 1977299"/>
                <a:gd name="connsiteY17-136" fmla="*/ 631144 h 2116969"/>
                <a:gd name="connsiteX18-137" fmla="*/ 143951 w 1977299"/>
                <a:gd name="connsiteY18-138" fmla="*/ 427342 h 2116969"/>
                <a:gd name="connsiteX19-139" fmla="*/ 463725 w 1977299"/>
                <a:gd name="connsiteY19-140" fmla="*/ 523716 h 2116969"/>
                <a:gd name="connsiteX20-141" fmla="*/ 807702 w 1977299"/>
                <a:gd name="connsiteY20-142" fmla="*/ 325121 h 2116969"/>
                <a:gd name="connsiteX21-143" fmla="*/ 884127 w 1977299"/>
                <a:gd name="connsiteY21-144" fmla="*/ 1 h 2116969"/>
                <a:gd name="connsiteX22-145" fmla="*/ 1119457 w 1977299"/>
                <a:gd name="connsiteY22-146" fmla="*/ 1 h 2116969"/>
                <a:gd name="connsiteX23-147" fmla="*/ 1195882 w 1977299"/>
                <a:gd name="connsiteY23-148" fmla="*/ 325121 h 2116969"/>
                <a:gd name="connsiteX24-149" fmla="*/ 1539859 w 1977299"/>
                <a:gd name="connsiteY24-150" fmla="*/ 523716 h 2116969"/>
                <a:gd name="connsiteX0-151" fmla="*/ 1539859 w 1977299"/>
                <a:gd name="connsiteY0-152" fmla="*/ 523714 h 2116967"/>
                <a:gd name="connsiteX1-153" fmla="*/ 1859633 w 1977299"/>
                <a:gd name="connsiteY1-154" fmla="*/ 427340 h 2116967"/>
                <a:gd name="connsiteX2-155" fmla="*/ 1977299 w 1977299"/>
                <a:gd name="connsiteY2-156" fmla="*/ 631142 h 2116967"/>
                <a:gd name="connsiteX3-157" fmla="*/ 1733949 w 1977299"/>
                <a:gd name="connsiteY3-158" fmla="*/ 859888 h 2116967"/>
                <a:gd name="connsiteX4-159" fmla="*/ 1733949 w 1977299"/>
                <a:gd name="connsiteY4-160" fmla="*/ 1257078 h 2116967"/>
                <a:gd name="connsiteX5-161" fmla="*/ 1977299 w 1977299"/>
                <a:gd name="connsiteY5-162" fmla="*/ 1485824 h 2116967"/>
                <a:gd name="connsiteX6-163" fmla="*/ 1859633 w 1977299"/>
                <a:gd name="connsiteY6-164" fmla="*/ 1689626 h 2116967"/>
                <a:gd name="connsiteX7-165" fmla="*/ 1539859 w 1977299"/>
                <a:gd name="connsiteY7-166" fmla="*/ 1593252 h 2116967"/>
                <a:gd name="connsiteX8-167" fmla="*/ 1195882 w 1977299"/>
                <a:gd name="connsiteY8-168" fmla="*/ 1791847 h 2116967"/>
                <a:gd name="connsiteX9-169" fmla="*/ 1119457 w 1977299"/>
                <a:gd name="connsiteY9-170" fmla="*/ 2116967 h 2116967"/>
                <a:gd name="connsiteX10-171" fmla="*/ 884127 w 1977299"/>
                <a:gd name="connsiteY10-172" fmla="*/ 2116967 h 2116967"/>
                <a:gd name="connsiteX11-173" fmla="*/ 807702 w 1977299"/>
                <a:gd name="connsiteY11-174" fmla="*/ 1791847 h 2116967"/>
                <a:gd name="connsiteX12-175" fmla="*/ 463725 w 1977299"/>
                <a:gd name="connsiteY12-176" fmla="*/ 1593252 h 2116967"/>
                <a:gd name="connsiteX13-177" fmla="*/ 143951 w 1977299"/>
                <a:gd name="connsiteY13-178" fmla="*/ 1689626 h 2116967"/>
                <a:gd name="connsiteX14-179" fmla="*/ 26285 w 1977299"/>
                <a:gd name="connsiteY14-180" fmla="*/ 1485824 h 2116967"/>
                <a:gd name="connsiteX15-181" fmla="*/ 269635 w 1977299"/>
                <a:gd name="connsiteY15-182" fmla="*/ 1257078 h 2116967"/>
                <a:gd name="connsiteX16-183" fmla="*/ 269635 w 1977299"/>
                <a:gd name="connsiteY16-184" fmla="*/ 859888 h 2116967"/>
                <a:gd name="connsiteX17-185" fmla="*/ 26285 w 1977299"/>
                <a:gd name="connsiteY17-186" fmla="*/ 631142 h 2116967"/>
                <a:gd name="connsiteX18-187" fmla="*/ 143951 w 1977299"/>
                <a:gd name="connsiteY18-188" fmla="*/ 427340 h 2116967"/>
                <a:gd name="connsiteX19-189" fmla="*/ 463725 w 1977299"/>
                <a:gd name="connsiteY19-190" fmla="*/ 523714 h 2116967"/>
                <a:gd name="connsiteX20-191" fmla="*/ 807702 w 1977299"/>
                <a:gd name="connsiteY20-192" fmla="*/ 325119 h 2116967"/>
                <a:gd name="connsiteX21-193" fmla="*/ 884127 w 1977299"/>
                <a:gd name="connsiteY21-194" fmla="*/ -1 h 2116967"/>
                <a:gd name="connsiteX22-195" fmla="*/ 1119457 w 1977299"/>
                <a:gd name="connsiteY22-196" fmla="*/ -1 h 2116967"/>
                <a:gd name="connsiteX23-197" fmla="*/ 1195882 w 1977299"/>
                <a:gd name="connsiteY23-198" fmla="*/ 325119 h 2116967"/>
                <a:gd name="connsiteX24-199" fmla="*/ 1539859 w 1977299"/>
                <a:gd name="connsiteY24-200" fmla="*/ 523714 h 2116967"/>
                <a:gd name="connsiteX0-201" fmla="*/ 1539859 w 1977299"/>
                <a:gd name="connsiteY0-202" fmla="*/ 523716 h 2157608"/>
                <a:gd name="connsiteX1-203" fmla="*/ 1859633 w 1977299"/>
                <a:gd name="connsiteY1-204" fmla="*/ 427342 h 2157608"/>
                <a:gd name="connsiteX2-205" fmla="*/ 1977299 w 1977299"/>
                <a:gd name="connsiteY2-206" fmla="*/ 631144 h 2157608"/>
                <a:gd name="connsiteX3-207" fmla="*/ 1733949 w 1977299"/>
                <a:gd name="connsiteY3-208" fmla="*/ 859890 h 2157608"/>
                <a:gd name="connsiteX4-209" fmla="*/ 1733949 w 1977299"/>
                <a:gd name="connsiteY4-210" fmla="*/ 1257080 h 2157608"/>
                <a:gd name="connsiteX5-211" fmla="*/ 1977299 w 1977299"/>
                <a:gd name="connsiteY5-212" fmla="*/ 1485826 h 2157608"/>
                <a:gd name="connsiteX6-213" fmla="*/ 1859633 w 1977299"/>
                <a:gd name="connsiteY6-214" fmla="*/ 1689628 h 2157608"/>
                <a:gd name="connsiteX7-215" fmla="*/ 1539859 w 1977299"/>
                <a:gd name="connsiteY7-216" fmla="*/ 1593254 h 2157608"/>
                <a:gd name="connsiteX8-217" fmla="*/ 1195882 w 1977299"/>
                <a:gd name="connsiteY8-218" fmla="*/ 1791849 h 2157608"/>
                <a:gd name="connsiteX9-219" fmla="*/ 1119457 w 1977299"/>
                <a:gd name="connsiteY9-220" fmla="*/ 2116969 h 2157608"/>
                <a:gd name="connsiteX10-221" fmla="*/ 884127 w 1977299"/>
                <a:gd name="connsiteY10-222" fmla="*/ 2116969 h 2157608"/>
                <a:gd name="connsiteX11-223" fmla="*/ 807702 w 1977299"/>
                <a:gd name="connsiteY11-224" fmla="*/ 1791849 h 2157608"/>
                <a:gd name="connsiteX12-225" fmla="*/ 463725 w 1977299"/>
                <a:gd name="connsiteY12-226" fmla="*/ 1593254 h 2157608"/>
                <a:gd name="connsiteX13-227" fmla="*/ 143951 w 1977299"/>
                <a:gd name="connsiteY13-228" fmla="*/ 1689628 h 2157608"/>
                <a:gd name="connsiteX14-229" fmla="*/ 26285 w 1977299"/>
                <a:gd name="connsiteY14-230" fmla="*/ 1485826 h 2157608"/>
                <a:gd name="connsiteX15-231" fmla="*/ 269635 w 1977299"/>
                <a:gd name="connsiteY15-232" fmla="*/ 1257080 h 2157608"/>
                <a:gd name="connsiteX16-233" fmla="*/ 269635 w 1977299"/>
                <a:gd name="connsiteY16-234" fmla="*/ 859890 h 2157608"/>
                <a:gd name="connsiteX17-235" fmla="*/ 26285 w 1977299"/>
                <a:gd name="connsiteY17-236" fmla="*/ 631144 h 2157608"/>
                <a:gd name="connsiteX18-237" fmla="*/ 143951 w 1977299"/>
                <a:gd name="connsiteY18-238" fmla="*/ 427342 h 2157608"/>
                <a:gd name="connsiteX19-239" fmla="*/ 463725 w 1977299"/>
                <a:gd name="connsiteY19-240" fmla="*/ 523716 h 2157608"/>
                <a:gd name="connsiteX20-241" fmla="*/ 807702 w 1977299"/>
                <a:gd name="connsiteY20-242" fmla="*/ 325121 h 2157608"/>
                <a:gd name="connsiteX21-243" fmla="*/ 884127 w 1977299"/>
                <a:gd name="connsiteY21-244" fmla="*/ 1 h 2157608"/>
                <a:gd name="connsiteX22-245" fmla="*/ 1119457 w 1977299"/>
                <a:gd name="connsiteY22-246" fmla="*/ 1 h 2157608"/>
                <a:gd name="connsiteX23-247" fmla="*/ 1195882 w 1977299"/>
                <a:gd name="connsiteY23-248" fmla="*/ 325121 h 2157608"/>
                <a:gd name="connsiteX24-249" fmla="*/ 1539859 w 1977299"/>
                <a:gd name="connsiteY24-250" fmla="*/ 523716 h 2157608"/>
                <a:gd name="connsiteX0-251" fmla="*/ 1539859 w 1977299"/>
                <a:gd name="connsiteY0-252" fmla="*/ 523714 h 2179536"/>
                <a:gd name="connsiteX1-253" fmla="*/ 1859633 w 1977299"/>
                <a:gd name="connsiteY1-254" fmla="*/ 427340 h 2179536"/>
                <a:gd name="connsiteX2-255" fmla="*/ 1977299 w 1977299"/>
                <a:gd name="connsiteY2-256" fmla="*/ 631142 h 2179536"/>
                <a:gd name="connsiteX3-257" fmla="*/ 1733949 w 1977299"/>
                <a:gd name="connsiteY3-258" fmla="*/ 859888 h 2179536"/>
                <a:gd name="connsiteX4-259" fmla="*/ 1733949 w 1977299"/>
                <a:gd name="connsiteY4-260" fmla="*/ 1257078 h 2179536"/>
                <a:gd name="connsiteX5-261" fmla="*/ 1977299 w 1977299"/>
                <a:gd name="connsiteY5-262" fmla="*/ 1485824 h 2179536"/>
                <a:gd name="connsiteX6-263" fmla="*/ 1859633 w 1977299"/>
                <a:gd name="connsiteY6-264" fmla="*/ 1689626 h 2179536"/>
                <a:gd name="connsiteX7-265" fmla="*/ 1539859 w 1977299"/>
                <a:gd name="connsiteY7-266" fmla="*/ 1593252 h 2179536"/>
                <a:gd name="connsiteX8-267" fmla="*/ 1195882 w 1977299"/>
                <a:gd name="connsiteY8-268" fmla="*/ 1791847 h 2179536"/>
                <a:gd name="connsiteX9-269" fmla="*/ 1119457 w 1977299"/>
                <a:gd name="connsiteY9-270" fmla="*/ 2116967 h 2179536"/>
                <a:gd name="connsiteX10-271" fmla="*/ 884127 w 1977299"/>
                <a:gd name="connsiteY10-272" fmla="*/ 2116967 h 2179536"/>
                <a:gd name="connsiteX11-273" fmla="*/ 807702 w 1977299"/>
                <a:gd name="connsiteY11-274" fmla="*/ 1791847 h 2179536"/>
                <a:gd name="connsiteX12-275" fmla="*/ 463725 w 1977299"/>
                <a:gd name="connsiteY12-276" fmla="*/ 1593252 h 2179536"/>
                <a:gd name="connsiteX13-277" fmla="*/ 143951 w 1977299"/>
                <a:gd name="connsiteY13-278" fmla="*/ 1689626 h 2179536"/>
                <a:gd name="connsiteX14-279" fmla="*/ 26285 w 1977299"/>
                <a:gd name="connsiteY14-280" fmla="*/ 1485824 h 2179536"/>
                <a:gd name="connsiteX15-281" fmla="*/ 269635 w 1977299"/>
                <a:gd name="connsiteY15-282" fmla="*/ 1257078 h 2179536"/>
                <a:gd name="connsiteX16-283" fmla="*/ 269635 w 1977299"/>
                <a:gd name="connsiteY16-284" fmla="*/ 859888 h 2179536"/>
                <a:gd name="connsiteX17-285" fmla="*/ 26285 w 1977299"/>
                <a:gd name="connsiteY17-286" fmla="*/ 631142 h 2179536"/>
                <a:gd name="connsiteX18-287" fmla="*/ 143951 w 1977299"/>
                <a:gd name="connsiteY18-288" fmla="*/ 427340 h 2179536"/>
                <a:gd name="connsiteX19-289" fmla="*/ 463725 w 1977299"/>
                <a:gd name="connsiteY19-290" fmla="*/ 523714 h 2179536"/>
                <a:gd name="connsiteX20-291" fmla="*/ 807702 w 1977299"/>
                <a:gd name="connsiteY20-292" fmla="*/ 325119 h 2179536"/>
                <a:gd name="connsiteX21-293" fmla="*/ 884127 w 1977299"/>
                <a:gd name="connsiteY21-294" fmla="*/ -1 h 2179536"/>
                <a:gd name="connsiteX22-295" fmla="*/ 1119457 w 1977299"/>
                <a:gd name="connsiteY22-296" fmla="*/ -1 h 2179536"/>
                <a:gd name="connsiteX23-297" fmla="*/ 1195882 w 1977299"/>
                <a:gd name="connsiteY23-298" fmla="*/ 325119 h 2179536"/>
                <a:gd name="connsiteX24-299" fmla="*/ 1539859 w 1977299"/>
                <a:gd name="connsiteY24-300" fmla="*/ 523714 h 2179536"/>
                <a:gd name="connsiteX0-301" fmla="*/ 1539859 w 1981249"/>
                <a:gd name="connsiteY0-302" fmla="*/ 523716 h 2179538"/>
                <a:gd name="connsiteX1-303" fmla="*/ 1859633 w 1981249"/>
                <a:gd name="connsiteY1-304" fmla="*/ 427342 h 2179538"/>
                <a:gd name="connsiteX2-305" fmla="*/ 1977299 w 1981249"/>
                <a:gd name="connsiteY2-306" fmla="*/ 631144 h 2179538"/>
                <a:gd name="connsiteX3-307" fmla="*/ 1733949 w 1981249"/>
                <a:gd name="connsiteY3-308" fmla="*/ 859890 h 2179538"/>
                <a:gd name="connsiteX4-309" fmla="*/ 1733949 w 1981249"/>
                <a:gd name="connsiteY4-310" fmla="*/ 1257080 h 2179538"/>
                <a:gd name="connsiteX5-311" fmla="*/ 1977299 w 1981249"/>
                <a:gd name="connsiteY5-312" fmla="*/ 1485826 h 2179538"/>
                <a:gd name="connsiteX6-313" fmla="*/ 1859633 w 1981249"/>
                <a:gd name="connsiteY6-314" fmla="*/ 1689628 h 2179538"/>
                <a:gd name="connsiteX7-315" fmla="*/ 1539859 w 1981249"/>
                <a:gd name="connsiteY7-316" fmla="*/ 1593254 h 2179538"/>
                <a:gd name="connsiteX8-317" fmla="*/ 1195882 w 1981249"/>
                <a:gd name="connsiteY8-318" fmla="*/ 1791849 h 2179538"/>
                <a:gd name="connsiteX9-319" fmla="*/ 1119457 w 1981249"/>
                <a:gd name="connsiteY9-320" fmla="*/ 2116969 h 2179538"/>
                <a:gd name="connsiteX10-321" fmla="*/ 884127 w 1981249"/>
                <a:gd name="connsiteY10-322" fmla="*/ 2116969 h 2179538"/>
                <a:gd name="connsiteX11-323" fmla="*/ 807702 w 1981249"/>
                <a:gd name="connsiteY11-324" fmla="*/ 1791849 h 2179538"/>
                <a:gd name="connsiteX12-325" fmla="*/ 463725 w 1981249"/>
                <a:gd name="connsiteY12-326" fmla="*/ 1593254 h 2179538"/>
                <a:gd name="connsiteX13-327" fmla="*/ 143951 w 1981249"/>
                <a:gd name="connsiteY13-328" fmla="*/ 1689628 h 2179538"/>
                <a:gd name="connsiteX14-329" fmla="*/ 26285 w 1981249"/>
                <a:gd name="connsiteY14-330" fmla="*/ 1485826 h 2179538"/>
                <a:gd name="connsiteX15-331" fmla="*/ 269635 w 1981249"/>
                <a:gd name="connsiteY15-332" fmla="*/ 1257080 h 2179538"/>
                <a:gd name="connsiteX16-333" fmla="*/ 269635 w 1981249"/>
                <a:gd name="connsiteY16-334" fmla="*/ 859890 h 2179538"/>
                <a:gd name="connsiteX17-335" fmla="*/ 26285 w 1981249"/>
                <a:gd name="connsiteY17-336" fmla="*/ 631144 h 2179538"/>
                <a:gd name="connsiteX18-337" fmla="*/ 143951 w 1981249"/>
                <a:gd name="connsiteY18-338" fmla="*/ 427342 h 2179538"/>
                <a:gd name="connsiteX19-339" fmla="*/ 463725 w 1981249"/>
                <a:gd name="connsiteY19-340" fmla="*/ 523716 h 2179538"/>
                <a:gd name="connsiteX20-341" fmla="*/ 807702 w 1981249"/>
                <a:gd name="connsiteY20-342" fmla="*/ 325121 h 2179538"/>
                <a:gd name="connsiteX21-343" fmla="*/ 884127 w 1981249"/>
                <a:gd name="connsiteY21-344" fmla="*/ 1 h 2179538"/>
                <a:gd name="connsiteX22-345" fmla="*/ 1119457 w 1981249"/>
                <a:gd name="connsiteY22-346" fmla="*/ 1 h 2179538"/>
                <a:gd name="connsiteX23-347" fmla="*/ 1195882 w 1981249"/>
                <a:gd name="connsiteY23-348" fmla="*/ 325121 h 2179538"/>
                <a:gd name="connsiteX24-349" fmla="*/ 1539859 w 1981249"/>
                <a:gd name="connsiteY24-350" fmla="*/ 523716 h 2179538"/>
                <a:gd name="connsiteX0-351" fmla="*/ 1539859 w 2003583"/>
                <a:gd name="connsiteY0-352" fmla="*/ 523714 h 2179536"/>
                <a:gd name="connsiteX1-353" fmla="*/ 1859633 w 2003583"/>
                <a:gd name="connsiteY1-354" fmla="*/ 427340 h 2179536"/>
                <a:gd name="connsiteX2-355" fmla="*/ 1977299 w 2003583"/>
                <a:gd name="connsiteY2-356" fmla="*/ 631142 h 2179536"/>
                <a:gd name="connsiteX3-357" fmla="*/ 1733949 w 2003583"/>
                <a:gd name="connsiteY3-358" fmla="*/ 859888 h 2179536"/>
                <a:gd name="connsiteX4-359" fmla="*/ 1733949 w 2003583"/>
                <a:gd name="connsiteY4-360" fmla="*/ 1257078 h 2179536"/>
                <a:gd name="connsiteX5-361" fmla="*/ 1977299 w 2003583"/>
                <a:gd name="connsiteY5-362" fmla="*/ 1485824 h 2179536"/>
                <a:gd name="connsiteX6-363" fmla="*/ 1859633 w 2003583"/>
                <a:gd name="connsiteY6-364" fmla="*/ 1689626 h 2179536"/>
                <a:gd name="connsiteX7-365" fmla="*/ 1539859 w 2003583"/>
                <a:gd name="connsiteY7-366" fmla="*/ 1593252 h 2179536"/>
                <a:gd name="connsiteX8-367" fmla="*/ 1195882 w 2003583"/>
                <a:gd name="connsiteY8-368" fmla="*/ 1791847 h 2179536"/>
                <a:gd name="connsiteX9-369" fmla="*/ 1119457 w 2003583"/>
                <a:gd name="connsiteY9-370" fmla="*/ 2116967 h 2179536"/>
                <a:gd name="connsiteX10-371" fmla="*/ 884127 w 2003583"/>
                <a:gd name="connsiteY10-372" fmla="*/ 2116967 h 2179536"/>
                <a:gd name="connsiteX11-373" fmla="*/ 807702 w 2003583"/>
                <a:gd name="connsiteY11-374" fmla="*/ 1791847 h 2179536"/>
                <a:gd name="connsiteX12-375" fmla="*/ 463725 w 2003583"/>
                <a:gd name="connsiteY12-376" fmla="*/ 1593252 h 2179536"/>
                <a:gd name="connsiteX13-377" fmla="*/ 143951 w 2003583"/>
                <a:gd name="connsiteY13-378" fmla="*/ 1689626 h 2179536"/>
                <a:gd name="connsiteX14-379" fmla="*/ 26285 w 2003583"/>
                <a:gd name="connsiteY14-380" fmla="*/ 1485824 h 2179536"/>
                <a:gd name="connsiteX15-381" fmla="*/ 269635 w 2003583"/>
                <a:gd name="connsiteY15-382" fmla="*/ 1257078 h 2179536"/>
                <a:gd name="connsiteX16-383" fmla="*/ 269635 w 2003583"/>
                <a:gd name="connsiteY16-384" fmla="*/ 859888 h 2179536"/>
                <a:gd name="connsiteX17-385" fmla="*/ 26285 w 2003583"/>
                <a:gd name="connsiteY17-386" fmla="*/ 631142 h 2179536"/>
                <a:gd name="connsiteX18-387" fmla="*/ 143951 w 2003583"/>
                <a:gd name="connsiteY18-388" fmla="*/ 427340 h 2179536"/>
                <a:gd name="connsiteX19-389" fmla="*/ 463725 w 2003583"/>
                <a:gd name="connsiteY19-390" fmla="*/ 523714 h 2179536"/>
                <a:gd name="connsiteX20-391" fmla="*/ 807702 w 2003583"/>
                <a:gd name="connsiteY20-392" fmla="*/ 325119 h 2179536"/>
                <a:gd name="connsiteX21-393" fmla="*/ 884127 w 2003583"/>
                <a:gd name="connsiteY21-394" fmla="*/ -1 h 2179536"/>
                <a:gd name="connsiteX22-395" fmla="*/ 1119457 w 2003583"/>
                <a:gd name="connsiteY22-396" fmla="*/ -1 h 2179536"/>
                <a:gd name="connsiteX23-397" fmla="*/ 1195882 w 2003583"/>
                <a:gd name="connsiteY23-398" fmla="*/ 325119 h 2179536"/>
                <a:gd name="connsiteX24-399" fmla="*/ 1539859 w 2003583"/>
                <a:gd name="connsiteY24-400" fmla="*/ 523714 h 2179536"/>
                <a:gd name="connsiteX0-401" fmla="*/ 1539859 w 2003583"/>
                <a:gd name="connsiteY0-402" fmla="*/ 523716 h 2179538"/>
                <a:gd name="connsiteX1-403" fmla="*/ 1859633 w 2003583"/>
                <a:gd name="connsiteY1-404" fmla="*/ 427342 h 2179538"/>
                <a:gd name="connsiteX2-405" fmla="*/ 1977299 w 2003583"/>
                <a:gd name="connsiteY2-406" fmla="*/ 631144 h 2179538"/>
                <a:gd name="connsiteX3-407" fmla="*/ 1733949 w 2003583"/>
                <a:gd name="connsiteY3-408" fmla="*/ 859890 h 2179538"/>
                <a:gd name="connsiteX4-409" fmla="*/ 1733949 w 2003583"/>
                <a:gd name="connsiteY4-410" fmla="*/ 1257080 h 2179538"/>
                <a:gd name="connsiteX5-411" fmla="*/ 1977299 w 2003583"/>
                <a:gd name="connsiteY5-412" fmla="*/ 1485826 h 2179538"/>
                <a:gd name="connsiteX6-413" fmla="*/ 1859633 w 2003583"/>
                <a:gd name="connsiteY6-414" fmla="*/ 1689628 h 2179538"/>
                <a:gd name="connsiteX7-415" fmla="*/ 1539859 w 2003583"/>
                <a:gd name="connsiteY7-416" fmla="*/ 1593254 h 2179538"/>
                <a:gd name="connsiteX8-417" fmla="*/ 1195882 w 2003583"/>
                <a:gd name="connsiteY8-418" fmla="*/ 1791849 h 2179538"/>
                <a:gd name="connsiteX9-419" fmla="*/ 1119457 w 2003583"/>
                <a:gd name="connsiteY9-420" fmla="*/ 2116969 h 2179538"/>
                <a:gd name="connsiteX10-421" fmla="*/ 884127 w 2003583"/>
                <a:gd name="connsiteY10-422" fmla="*/ 2116969 h 2179538"/>
                <a:gd name="connsiteX11-423" fmla="*/ 807702 w 2003583"/>
                <a:gd name="connsiteY11-424" fmla="*/ 1791849 h 2179538"/>
                <a:gd name="connsiteX12-425" fmla="*/ 463725 w 2003583"/>
                <a:gd name="connsiteY12-426" fmla="*/ 1593254 h 2179538"/>
                <a:gd name="connsiteX13-427" fmla="*/ 143951 w 2003583"/>
                <a:gd name="connsiteY13-428" fmla="*/ 1689628 h 2179538"/>
                <a:gd name="connsiteX14-429" fmla="*/ 26285 w 2003583"/>
                <a:gd name="connsiteY14-430" fmla="*/ 1485826 h 2179538"/>
                <a:gd name="connsiteX15-431" fmla="*/ 269635 w 2003583"/>
                <a:gd name="connsiteY15-432" fmla="*/ 1257080 h 2179538"/>
                <a:gd name="connsiteX16-433" fmla="*/ 269635 w 2003583"/>
                <a:gd name="connsiteY16-434" fmla="*/ 859890 h 2179538"/>
                <a:gd name="connsiteX17-435" fmla="*/ 26285 w 2003583"/>
                <a:gd name="connsiteY17-436" fmla="*/ 631144 h 2179538"/>
                <a:gd name="connsiteX18-437" fmla="*/ 143951 w 2003583"/>
                <a:gd name="connsiteY18-438" fmla="*/ 427342 h 2179538"/>
                <a:gd name="connsiteX19-439" fmla="*/ 463725 w 2003583"/>
                <a:gd name="connsiteY19-440" fmla="*/ 523716 h 2179538"/>
                <a:gd name="connsiteX20-441" fmla="*/ 807702 w 2003583"/>
                <a:gd name="connsiteY20-442" fmla="*/ 325121 h 2179538"/>
                <a:gd name="connsiteX21-443" fmla="*/ 884127 w 2003583"/>
                <a:gd name="connsiteY21-444" fmla="*/ 1 h 2179538"/>
                <a:gd name="connsiteX22-445" fmla="*/ 1119457 w 2003583"/>
                <a:gd name="connsiteY22-446" fmla="*/ 1 h 2179538"/>
                <a:gd name="connsiteX23-447" fmla="*/ 1195882 w 2003583"/>
                <a:gd name="connsiteY23-448" fmla="*/ 325121 h 2179538"/>
                <a:gd name="connsiteX24-449" fmla="*/ 1539859 w 2003583"/>
                <a:gd name="connsiteY24-450" fmla="*/ 523716 h 2179538"/>
                <a:gd name="connsiteX0-451" fmla="*/ 1539859 w 2003583"/>
                <a:gd name="connsiteY0-452" fmla="*/ 523714 h 2179536"/>
                <a:gd name="connsiteX1-453" fmla="*/ 1859633 w 2003583"/>
                <a:gd name="connsiteY1-454" fmla="*/ 427340 h 2179536"/>
                <a:gd name="connsiteX2-455" fmla="*/ 1977299 w 2003583"/>
                <a:gd name="connsiteY2-456" fmla="*/ 631142 h 2179536"/>
                <a:gd name="connsiteX3-457" fmla="*/ 1733949 w 2003583"/>
                <a:gd name="connsiteY3-458" fmla="*/ 859888 h 2179536"/>
                <a:gd name="connsiteX4-459" fmla="*/ 1733949 w 2003583"/>
                <a:gd name="connsiteY4-460" fmla="*/ 1257078 h 2179536"/>
                <a:gd name="connsiteX5-461" fmla="*/ 1977299 w 2003583"/>
                <a:gd name="connsiteY5-462" fmla="*/ 1485824 h 2179536"/>
                <a:gd name="connsiteX6-463" fmla="*/ 1859633 w 2003583"/>
                <a:gd name="connsiteY6-464" fmla="*/ 1689626 h 2179536"/>
                <a:gd name="connsiteX7-465" fmla="*/ 1539859 w 2003583"/>
                <a:gd name="connsiteY7-466" fmla="*/ 1593252 h 2179536"/>
                <a:gd name="connsiteX8-467" fmla="*/ 1195882 w 2003583"/>
                <a:gd name="connsiteY8-468" fmla="*/ 1791847 h 2179536"/>
                <a:gd name="connsiteX9-469" fmla="*/ 1119457 w 2003583"/>
                <a:gd name="connsiteY9-470" fmla="*/ 2116967 h 2179536"/>
                <a:gd name="connsiteX10-471" fmla="*/ 884127 w 2003583"/>
                <a:gd name="connsiteY10-472" fmla="*/ 2116967 h 2179536"/>
                <a:gd name="connsiteX11-473" fmla="*/ 807702 w 2003583"/>
                <a:gd name="connsiteY11-474" fmla="*/ 1791847 h 2179536"/>
                <a:gd name="connsiteX12-475" fmla="*/ 463725 w 2003583"/>
                <a:gd name="connsiteY12-476" fmla="*/ 1593252 h 2179536"/>
                <a:gd name="connsiteX13-477" fmla="*/ 143951 w 2003583"/>
                <a:gd name="connsiteY13-478" fmla="*/ 1689626 h 2179536"/>
                <a:gd name="connsiteX14-479" fmla="*/ 26285 w 2003583"/>
                <a:gd name="connsiteY14-480" fmla="*/ 1485824 h 2179536"/>
                <a:gd name="connsiteX15-481" fmla="*/ 269635 w 2003583"/>
                <a:gd name="connsiteY15-482" fmla="*/ 1257078 h 2179536"/>
                <a:gd name="connsiteX16-483" fmla="*/ 269635 w 2003583"/>
                <a:gd name="connsiteY16-484" fmla="*/ 859888 h 2179536"/>
                <a:gd name="connsiteX17-485" fmla="*/ 26285 w 2003583"/>
                <a:gd name="connsiteY17-486" fmla="*/ 631142 h 2179536"/>
                <a:gd name="connsiteX18-487" fmla="*/ 143951 w 2003583"/>
                <a:gd name="connsiteY18-488" fmla="*/ 427340 h 2179536"/>
                <a:gd name="connsiteX19-489" fmla="*/ 463725 w 2003583"/>
                <a:gd name="connsiteY19-490" fmla="*/ 523714 h 2179536"/>
                <a:gd name="connsiteX20-491" fmla="*/ 807702 w 2003583"/>
                <a:gd name="connsiteY20-492" fmla="*/ 325119 h 2179536"/>
                <a:gd name="connsiteX21-493" fmla="*/ 884127 w 2003583"/>
                <a:gd name="connsiteY21-494" fmla="*/ -1 h 2179536"/>
                <a:gd name="connsiteX22-495" fmla="*/ 1119457 w 2003583"/>
                <a:gd name="connsiteY22-496" fmla="*/ -1 h 2179536"/>
                <a:gd name="connsiteX23-497" fmla="*/ 1195882 w 2003583"/>
                <a:gd name="connsiteY23-498" fmla="*/ 325119 h 2179536"/>
                <a:gd name="connsiteX24-499" fmla="*/ 1539859 w 2003583"/>
                <a:gd name="connsiteY24-500" fmla="*/ 523714 h 2179536"/>
                <a:gd name="connsiteX0-501" fmla="*/ 1539859 w 2003583"/>
                <a:gd name="connsiteY0-502" fmla="*/ 564355 h 2220177"/>
                <a:gd name="connsiteX1-503" fmla="*/ 1859633 w 2003583"/>
                <a:gd name="connsiteY1-504" fmla="*/ 467981 h 2220177"/>
                <a:gd name="connsiteX2-505" fmla="*/ 1977299 w 2003583"/>
                <a:gd name="connsiteY2-506" fmla="*/ 671783 h 2220177"/>
                <a:gd name="connsiteX3-507" fmla="*/ 1733949 w 2003583"/>
                <a:gd name="connsiteY3-508" fmla="*/ 900529 h 2220177"/>
                <a:gd name="connsiteX4-509" fmla="*/ 1733949 w 2003583"/>
                <a:gd name="connsiteY4-510" fmla="*/ 1297719 h 2220177"/>
                <a:gd name="connsiteX5-511" fmla="*/ 1977299 w 2003583"/>
                <a:gd name="connsiteY5-512" fmla="*/ 1526465 h 2220177"/>
                <a:gd name="connsiteX6-513" fmla="*/ 1859633 w 2003583"/>
                <a:gd name="connsiteY6-514" fmla="*/ 1730267 h 2220177"/>
                <a:gd name="connsiteX7-515" fmla="*/ 1539859 w 2003583"/>
                <a:gd name="connsiteY7-516" fmla="*/ 1633893 h 2220177"/>
                <a:gd name="connsiteX8-517" fmla="*/ 1195882 w 2003583"/>
                <a:gd name="connsiteY8-518" fmla="*/ 1832488 h 2220177"/>
                <a:gd name="connsiteX9-519" fmla="*/ 1119457 w 2003583"/>
                <a:gd name="connsiteY9-520" fmla="*/ 2157608 h 2220177"/>
                <a:gd name="connsiteX10-521" fmla="*/ 884127 w 2003583"/>
                <a:gd name="connsiteY10-522" fmla="*/ 2157608 h 2220177"/>
                <a:gd name="connsiteX11-523" fmla="*/ 807702 w 2003583"/>
                <a:gd name="connsiteY11-524" fmla="*/ 1832488 h 2220177"/>
                <a:gd name="connsiteX12-525" fmla="*/ 463725 w 2003583"/>
                <a:gd name="connsiteY12-526" fmla="*/ 1633893 h 2220177"/>
                <a:gd name="connsiteX13-527" fmla="*/ 143951 w 2003583"/>
                <a:gd name="connsiteY13-528" fmla="*/ 1730267 h 2220177"/>
                <a:gd name="connsiteX14-529" fmla="*/ 26285 w 2003583"/>
                <a:gd name="connsiteY14-530" fmla="*/ 1526465 h 2220177"/>
                <a:gd name="connsiteX15-531" fmla="*/ 269635 w 2003583"/>
                <a:gd name="connsiteY15-532" fmla="*/ 1297719 h 2220177"/>
                <a:gd name="connsiteX16-533" fmla="*/ 269635 w 2003583"/>
                <a:gd name="connsiteY16-534" fmla="*/ 900529 h 2220177"/>
                <a:gd name="connsiteX17-535" fmla="*/ 26285 w 2003583"/>
                <a:gd name="connsiteY17-536" fmla="*/ 671783 h 2220177"/>
                <a:gd name="connsiteX18-537" fmla="*/ 143951 w 2003583"/>
                <a:gd name="connsiteY18-538" fmla="*/ 467981 h 2220177"/>
                <a:gd name="connsiteX19-539" fmla="*/ 463725 w 2003583"/>
                <a:gd name="connsiteY19-540" fmla="*/ 564355 h 2220177"/>
                <a:gd name="connsiteX20-541" fmla="*/ 807702 w 2003583"/>
                <a:gd name="connsiteY20-542" fmla="*/ 365760 h 2220177"/>
                <a:gd name="connsiteX21-543" fmla="*/ 884127 w 2003583"/>
                <a:gd name="connsiteY21-544" fmla="*/ 40640 h 2220177"/>
                <a:gd name="connsiteX22-545" fmla="*/ 1119457 w 2003583"/>
                <a:gd name="connsiteY22-546" fmla="*/ 40640 h 2220177"/>
                <a:gd name="connsiteX23-547" fmla="*/ 1195882 w 2003583"/>
                <a:gd name="connsiteY23-548" fmla="*/ 365760 h 2220177"/>
                <a:gd name="connsiteX24-549" fmla="*/ 1539859 w 2003583"/>
                <a:gd name="connsiteY24-550" fmla="*/ 564355 h 2220177"/>
                <a:gd name="connsiteX0-551" fmla="*/ 1539859 w 2003583"/>
                <a:gd name="connsiteY0-552" fmla="*/ 586285 h 2242107"/>
                <a:gd name="connsiteX1-553" fmla="*/ 1859633 w 2003583"/>
                <a:gd name="connsiteY1-554" fmla="*/ 489911 h 2242107"/>
                <a:gd name="connsiteX2-555" fmla="*/ 1977299 w 2003583"/>
                <a:gd name="connsiteY2-556" fmla="*/ 693713 h 2242107"/>
                <a:gd name="connsiteX3-557" fmla="*/ 1733949 w 2003583"/>
                <a:gd name="connsiteY3-558" fmla="*/ 922459 h 2242107"/>
                <a:gd name="connsiteX4-559" fmla="*/ 1733949 w 2003583"/>
                <a:gd name="connsiteY4-560" fmla="*/ 1319649 h 2242107"/>
                <a:gd name="connsiteX5-561" fmla="*/ 1977299 w 2003583"/>
                <a:gd name="connsiteY5-562" fmla="*/ 1548395 h 2242107"/>
                <a:gd name="connsiteX6-563" fmla="*/ 1859633 w 2003583"/>
                <a:gd name="connsiteY6-564" fmla="*/ 1752197 h 2242107"/>
                <a:gd name="connsiteX7-565" fmla="*/ 1539859 w 2003583"/>
                <a:gd name="connsiteY7-566" fmla="*/ 1655823 h 2242107"/>
                <a:gd name="connsiteX8-567" fmla="*/ 1195882 w 2003583"/>
                <a:gd name="connsiteY8-568" fmla="*/ 1854418 h 2242107"/>
                <a:gd name="connsiteX9-569" fmla="*/ 1119457 w 2003583"/>
                <a:gd name="connsiteY9-570" fmla="*/ 2179538 h 2242107"/>
                <a:gd name="connsiteX10-571" fmla="*/ 884127 w 2003583"/>
                <a:gd name="connsiteY10-572" fmla="*/ 2179538 h 2242107"/>
                <a:gd name="connsiteX11-573" fmla="*/ 807702 w 2003583"/>
                <a:gd name="connsiteY11-574" fmla="*/ 1854418 h 2242107"/>
                <a:gd name="connsiteX12-575" fmla="*/ 463725 w 2003583"/>
                <a:gd name="connsiteY12-576" fmla="*/ 1655823 h 2242107"/>
                <a:gd name="connsiteX13-577" fmla="*/ 143951 w 2003583"/>
                <a:gd name="connsiteY13-578" fmla="*/ 1752197 h 2242107"/>
                <a:gd name="connsiteX14-579" fmla="*/ 26285 w 2003583"/>
                <a:gd name="connsiteY14-580" fmla="*/ 1548395 h 2242107"/>
                <a:gd name="connsiteX15-581" fmla="*/ 269635 w 2003583"/>
                <a:gd name="connsiteY15-582" fmla="*/ 1319649 h 2242107"/>
                <a:gd name="connsiteX16-583" fmla="*/ 269635 w 2003583"/>
                <a:gd name="connsiteY16-584" fmla="*/ 922459 h 2242107"/>
                <a:gd name="connsiteX17-585" fmla="*/ 26285 w 2003583"/>
                <a:gd name="connsiteY17-586" fmla="*/ 693713 h 2242107"/>
                <a:gd name="connsiteX18-587" fmla="*/ 143951 w 2003583"/>
                <a:gd name="connsiteY18-588" fmla="*/ 489911 h 2242107"/>
                <a:gd name="connsiteX19-589" fmla="*/ 463725 w 2003583"/>
                <a:gd name="connsiteY19-590" fmla="*/ 586285 h 2242107"/>
                <a:gd name="connsiteX20-591" fmla="*/ 807702 w 2003583"/>
                <a:gd name="connsiteY20-592" fmla="*/ 387690 h 2242107"/>
                <a:gd name="connsiteX21-593" fmla="*/ 884127 w 2003583"/>
                <a:gd name="connsiteY21-594" fmla="*/ 62570 h 2242107"/>
                <a:gd name="connsiteX22-595" fmla="*/ 1119457 w 2003583"/>
                <a:gd name="connsiteY22-596" fmla="*/ 62570 h 2242107"/>
                <a:gd name="connsiteX23-597" fmla="*/ 1195882 w 2003583"/>
                <a:gd name="connsiteY23-598" fmla="*/ 387690 h 2242107"/>
                <a:gd name="connsiteX24-599" fmla="*/ 1539859 w 2003583"/>
                <a:gd name="connsiteY24-600" fmla="*/ 586285 h 2242107"/>
                <a:gd name="connsiteX0-601" fmla="*/ 1539859 w 2003583"/>
                <a:gd name="connsiteY0-602" fmla="*/ 586285 h 2242107"/>
                <a:gd name="connsiteX1-603" fmla="*/ 1859633 w 2003583"/>
                <a:gd name="connsiteY1-604" fmla="*/ 489911 h 2242107"/>
                <a:gd name="connsiteX2-605" fmla="*/ 1977299 w 2003583"/>
                <a:gd name="connsiteY2-606" fmla="*/ 693713 h 2242107"/>
                <a:gd name="connsiteX3-607" fmla="*/ 1733949 w 2003583"/>
                <a:gd name="connsiteY3-608" fmla="*/ 922459 h 2242107"/>
                <a:gd name="connsiteX4-609" fmla="*/ 1733949 w 2003583"/>
                <a:gd name="connsiteY4-610" fmla="*/ 1319649 h 2242107"/>
                <a:gd name="connsiteX5-611" fmla="*/ 1977299 w 2003583"/>
                <a:gd name="connsiteY5-612" fmla="*/ 1548395 h 2242107"/>
                <a:gd name="connsiteX6-613" fmla="*/ 1859633 w 2003583"/>
                <a:gd name="connsiteY6-614" fmla="*/ 1752197 h 2242107"/>
                <a:gd name="connsiteX7-615" fmla="*/ 1539859 w 2003583"/>
                <a:gd name="connsiteY7-616" fmla="*/ 1655823 h 2242107"/>
                <a:gd name="connsiteX8-617" fmla="*/ 1195882 w 2003583"/>
                <a:gd name="connsiteY8-618" fmla="*/ 1854418 h 2242107"/>
                <a:gd name="connsiteX9-619" fmla="*/ 1119457 w 2003583"/>
                <a:gd name="connsiteY9-620" fmla="*/ 2179538 h 2242107"/>
                <a:gd name="connsiteX10-621" fmla="*/ 884127 w 2003583"/>
                <a:gd name="connsiteY10-622" fmla="*/ 2179538 h 2242107"/>
                <a:gd name="connsiteX11-623" fmla="*/ 807702 w 2003583"/>
                <a:gd name="connsiteY11-624" fmla="*/ 1854418 h 2242107"/>
                <a:gd name="connsiteX12-625" fmla="*/ 463725 w 2003583"/>
                <a:gd name="connsiteY12-626" fmla="*/ 1655823 h 2242107"/>
                <a:gd name="connsiteX13-627" fmla="*/ 143951 w 2003583"/>
                <a:gd name="connsiteY13-628" fmla="*/ 1752197 h 2242107"/>
                <a:gd name="connsiteX14-629" fmla="*/ 26285 w 2003583"/>
                <a:gd name="connsiteY14-630" fmla="*/ 1548395 h 2242107"/>
                <a:gd name="connsiteX15-631" fmla="*/ 269635 w 2003583"/>
                <a:gd name="connsiteY15-632" fmla="*/ 1319649 h 2242107"/>
                <a:gd name="connsiteX16-633" fmla="*/ 269635 w 2003583"/>
                <a:gd name="connsiteY16-634" fmla="*/ 922459 h 2242107"/>
                <a:gd name="connsiteX17-635" fmla="*/ 26285 w 2003583"/>
                <a:gd name="connsiteY17-636" fmla="*/ 693713 h 2242107"/>
                <a:gd name="connsiteX18-637" fmla="*/ 143951 w 2003583"/>
                <a:gd name="connsiteY18-638" fmla="*/ 489911 h 2242107"/>
                <a:gd name="connsiteX19-639" fmla="*/ 463725 w 2003583"/>
                <a:gd name="connsiteY19-640" fmla="*/ 586285 h 2242107"/>
                <a:gd name="connsiteX20-641" fmla="*/ 807702 w 2003583"/>
                <a:gd name="connsiteY20-642" fmla="*/ 387690 h 2242107"/>
                <a:gd name="connsiteX21-643" fmla="*/ 884127 w 2003583"/>
                <a:gd name="connsiteY21-644" fmla="*/ 62570 h 2242107"/>
                <a:gd name="connsiteX22-645" fmla="*/ 1119457 w 2003583"/>
                <a:gd name="connsiteY22-646" fmla="*/ 62570 h 2242107"/>
                <a:gd name="connsiteX23-647" fmla="*/ 1195882 w 2003583"/>
                <a:gd name="connsiteY23-648" fmla="*/ 387690 h 2242107"/>
                <a:gd name="connsiteX24-649" fmla="*/ 1539859 w 2003583"/>
                <a:gd name="connsiteY24-650" fmla="*/ 586285 h 2242107"/>
                <a:gd name="connsiteX0-651" fmla="*/ 1539859 w 2003583"/>
                <a:gd name="connsiteY0-652" fmla="*/ 586285 h 2242107"/>
                <a:gd name="connsiteX1-653" fmla="*/ 1859633 w 2003583"/>
                <a:gd name="connsiteY1-654" fmla="*/ 489911 h 2242107"/>
                <a:gd name="connsiteX2-655" fmla="*/ 1977299 w 2003583"/>
                <a:gd name="connsiteY2-656" fmla="*/ 693713 h 2242107"/>
                <a:gd name="connsiteX3-657" fmla="*/ 1733949 w 2003583"/>
                <a:gd name="connsiteY3-658" fmla="*/ 922459 h 2242107"/>
                <a:gd name="connsiteX4-659" fmla="*/ 1733949 w 2003583"/>
                <a:gd name="connsiteY4-660" fmla="*/ 1319649 h 2242107"/>
                <a:gd name="connsiteX5-661" fmla="*/ 1977299 w 2003583"/>
                <a:gd name="connsiteY5-662" fmla="*/ 1548395 h 2242107"/>
                <a:gd name="connsiteX6-663" fmla="*/ 1859633 w 2003583"/>
                <a:gd name="connsiteY6-664" fmla="*/ 1752197 h 2242107"/>
                <a:gd name="connsiteX7-665" fmla="*/ 1539859 w 2003583"/>
                <a:gd name="connsiteY7-666" fmla="*/ 1655823 h 2242107"/>
                <a:gd name="connsiteX8-667" fmla="*/ 1195882 w 2003583"/>
                <a:gd name="connsiteY8-668" fmla="*/ 1854418 h 2242107"/>
                <a:gd name="connsiteX9-669" fmla="*/ 1119457 w 2003583"/>
                <a:gd name="connsiteY9-670" fmla="*/ 2179538 h 2242107"/>
                <a:gd name="connsiteX10-671" fmla="*/ 884127 w 2003583"/>
                <a:gd name="connsiteY10-672" fmla="*/ 2179538 h 2242107"/>
                <a:gd name="connsiteX11-673" fmla="*/ 807702 w 2003583"/>
                <a:gd name="connsiteY11-674" fmla="*/ 1854418 h 2242107"/>
                <a:gd name="connsiteX12-675" fmla="*/ 463725 w 2003583"/>
                <a:gd name="connsiteY12-676" fmla="*/ 1655823 h 2242107"/>
                <a:gd name="connsiteX13-677" fmla="*/ 143951 w 2003583"/>
                <a:gd name="connsiteY13-678" fmla="*/ 1752197 h 2242107"/>
                <a:gd name="connsiteX14-679" fmla="*/ 26285 w 2003583"/>
                <a:gd name="connsiteY14-680" fmla="*/ 1548395 h 2242107"/>
                <a:gd name="connsiteX15-681" fmla="*/ 269635 w 2003583"/>
                <a:gd name="connsiteY15-682" fmla="*/ 1319649 h 2242107"/>
                <a:gd name="connsiteX16-683" fmla="*/ 269635 w 2003583"/>
                <a:gd name="connsiteY16-684" fmla="*/ 922459 h 2242107"/>
                <a:gd name="connsiteX17-685" fmla="*/ 26285 w 2003583"/>
                <a:gd name="connsiteY17-686" fmla="*/ 693713 h 2242107"/>
                <a:gd name="connsiteX18-687" fmla="*/ 143951 w 2003583"/>
                <a:gd name="connsiteY18-688" fmla="*/ 489911 h 2242107"/>
                <a:gd name="connsiteX19-689" fmla="*/ 463725 w 2003583"/>
                <a:gd name="connsiteY19-690" fmla="*/ 586285 h 2242107"/>
                <a:gd name="connsiteX20-691" fmla="*/ 807702 w 2003583"/>
                <a:gd name="connsiteY20-692" fmla="*/ 387690 h 2242107"/>
                <a:gd name="connsiteX21-693" fmla="*/ 884127 w 2003583"/>
                <a:gd name="connsiteY21-694" fmla="*/ 62570 h 2242107"/>
                <a:gd name="connsiteX22-695" fmla="*/ 1119457 w 2003583"/>
                <a:gd name="connsiteY22-696" fmla="*/ 62570 h 2242107"/>
                <a:gd name="connsiteX23-697" fmla="*/ 1195882 w 2003583"/>
                <a:gd name="connsiteY23-698" fmla="*/ 387690 h 2242107"/>
                <a:gd name="connsiteX24-699" fmla="*/ 1539859 w 2003583"/>
                <a:gd name="connsiteY24-700" fmla="*/ 586285 h 2242107"/>
                <a:gd name="connsiteX0-701" fmla="*/ 1539859 w 2003583"/>
                <a:gd name="connsiteY0-702" fmla="*/ 586285 h 2242107"/>
                <a:gd name="connsiteX1-703" fmla="*/ 1859633 w 2003583"/>
                <a:gd name="connsiteY1-704" fmla="*/ 489911 h 2242107"/>
                <a:gd name="connsiteX2-705" fmla="*/ 1977299 w 2003583"/>
                <a:gd name="connsiteY2-706" fmla="*/ 693713 h 2242107"/>
                <a:gd name="connsiteX3-707" fmla="*/ 1733949 w 2003583"/>
                <a:gd name="connsiteY3-708" fmla="*/ 922459 h 2242107"/>
                <a:gd name="connsiteX4-709" fmla="*/ 1733949 w 2003583"/>
                <a:gd name="connsiteY4-710" fmla="*/ 1319649 h 2242107"/>
                <a:gd name="connsiteX5-711" fmla="*/ 1977299 w 2003583"/>
                <a:gd name="connsiteY5-712" fmla="*/ 1548395 h 2242107"/>
                <a:gd name="connsiteX6-713" fmla="*/ 1859633 w 2003583"/>
                <a:gd name="connsiteY6-714" fmla="*/ 1752197 h 2242107"/>
                <a:gd name="connsiteX7-715" fmla="*/ 1539859 w 2003583"/>
                <a:gd name="connsiteY7-716" fmla="*/ 1655823 h 2242107"/>
                <a:gd name="connsiteX8-717" fmla="*/ 1195882 w 2003583"/>
                <a:gd name="connsiteY8-718" fmla="*/ 1854418 h 2242107"/>
                <a:gd name="connsiteX9-719" fmla="*/ 1119457 w 2003583"/>
                <a:gd name="connsiteY9-720" fmla="*/ 2179538 h 2242107"/>
                <a:gd name="connsiteX10-721" fmla="*/ 884127 w 2003583"/>
                <a:gd name="connsiteY10-722" fmla="*/ 2179538 h 2242107"/>
                <a:gd name="connsiteX11-723" fmla="*/ 807702 w 2003583"/>
                <a:gd name="connsiteY11-724" fmla="*/ 1854418 h 2242107"/>
                <a:gd name="connsiteX12-725" fmla="*/ 463725 w 2003583"/>
                <a:gd name="connsiteY12-726" fmla="*/ 1655823 h 2242107"/>
                <a:gd name="connsiteX13-727" fmla="*/ 143951 w 2003583"/>
                <a:gd name="connsiteY13-728" fmla="*/ 1752197 h 2242107"/>
                <a:gd name="connsiteX14-729" fmla="*/ 26285 w 2003583"/>
                <a:gd name="connsiteY14-730" fmla="*/ 1548395 h 2242107"/>
                <a:gd name="connsiteX15-731" fmla="*/ 269635 w 2003583"/>
                <a:gd name="connsiteY15-732" fmla="*/ 1319649 h 2242107"/>
                <a:gd name="connsiteX16-733" fmla="*/ 269635 w 2003583"/>
                <a:gd name="connsiteY16-734" fmla="*/ 922459 h 2242107"/>
                <a:gd name="connsiteX17-735" fmla="*/ 26285 w 2003583"/>
                <a:gd name="connsiteY17-736" fmla="*/ 693713 h 2242107"/>
                <a:gd name="connsiteX18-737" fmla="*/ 143951 w 2003583"/>
                <a:gd name="connsiteY18-738" fmla="*/ 489911 h 2242107"/>
                <a:gd name="connsiteX19-739" fmla="*/ 463725 w 2003583"/>
                <a:gd name="connsiteY19-740" fmla="*/ 586285 h 2242107"/>
                <a:gd name="connsiteX20-741" fmla="*/ 807702 w 2003583"/>
                <a:gd name="connsiteY20-742" fmla="*/ 387690 h 2242107"/>
                <a:gd name="connsiteX21-743" fmla="*/ 884127 w 2003583"/>
                <a:gd name="connsiteY21-744" fmla="*/ 62570 h 2242107"/>
                <a:gd name="connsiteX22-745" fmla="*/ 1119457 w 2003583"/>
                <a:gd name="connsiteY22-746" fmla="*/ 62570 h 2242107"/>
                <a:gd name="connsiteX23-747" fmla="*/ 1195882 w 2003583"/>
                <a:gd name="connsiteY23-748" fmla="*/ 387690 h 2242107"/>
                <a:gd name="connsiteX24-749" fmla="*/ 1539859 w 2003583"/>
                <a:gd name="connsiteY24-750" fmla="*/ 586285 h 2242107"/>
                <a:gd name="connsiteX0-751" fmla="*/ 1539859 w 2003583"/>
                <a:gd name="connsiteY0-752" fmla="*/ 586285 h 2242107"/>
                <a:gd name="connsiteX1-753" fmla="*/ 1859633 w 2003583"/>
                <a:gd name="connsiteY1-754" fmla="*/ 489911 h 2242107"/>
                <a:gd name="connsiteX2-755" fmla="*/ 1977299 w 2003583"/>
                <a:gd name="connsiteY2-756" fmla="*/ 693713 h 2242107"/>
                <a:gd name="connsiteX3-757" fmla="*/ 1733949 w 2003583"/>
                <a:gd name="connsiteY3-758" fmla="*/ 922459 h 2242107"/>
                <a:gd name="connsiteX4-759" fmla="*/ 1733949 w 2003583"/>
                <a:gd name="connsiteY4-760" fmla="*/ 1319649 h 2242107"/>
                <a:gd name="connsiteX5-761" fmla="*/ 1977299 w 2003583"/>
                <a:gd name="connsiteY5-762" fmla="*/ 1548395 h 2242107"/>
                <a:gd name="connsiteX6-763" fmla="*/ 1859633 w 2003583"/>
                <a:gd name="connsiteY6-764" fmla="*/ 1752197 h 2242107"/>
                <a:gd name="connsiteX7-765" fmla="*/ 1539859 w 2003583"/>
                <a:gd name="connsiteY7-766" fmla="*/ 1655823 h 2242107"/>
                <a:gd name="connsiteX8-767" fmla="*/ 1195882 w 2003583"/>
                <a:gd name="connsiteY8-768" fmla="*/ 1854418 h 2242107"/>
                <a:gd name="connsiteX9-769" fmla="*/ 1119457 w 2003583"/>
                <a:gd name="connsiteY9-770" fmla="*/ 2179538 h 2242107"/>
                <a:gd name="connsiteX10-771" fmla="*/ 884127 w 2003583"/>
                <a:gd name="connsiteY10-772" fmla="*/ 2179538 h 2242107"/>
                <a:gd name="connsiteX11-773" fmla="*/ 807702 w 2003583"/>
                <a:gd name="connsiteY11-774" fmla="*/ 1854418 h 2242107"/>
                <a:gd name="connsiteX12-775" fmla="*/ 463725 w 2003583"/>
                <a:gd name="connsiteY12-776" fmla="*/ 1655823 h 2242107"/>
                <a:gd name="connsiteX13-777" fmla="*/ 143951 w 2003583"/>
                <a:gd name="connsiteY13-778" fmla="*/ 1752197 h 2242107"/>
                <a:gd name="connsiteX14-779" fmla="*/ 26285 w 2003583"/>
                <a:gd name="connsiteY14-780" fmla="*/ 1548395 h 2242107"/>
                <a:gd name="connsiteX15-781" fmla="*/ 269635 w 2003583"/>
                <a:gd name="connsiteY15-782" fmla="*/ 1319649 h 2242107"/>
                <a:gd name="connsiteX16-783" fmla="*/ 269635 w 2003583"/>
                <a:gd name="connsiteY16-784" fmla="*/ 922459 h 2242107"/>
                <a:gd name="connsiteX17-785" fmla="*/ 26285 w 2003583"/>
                <a:gd name="connsiteY17-786" fmla="*/ 693713 h 2242107"/>
                <a:gd name="connsiteX18-787" fmla="*/ 143951 w 2003583"/>
                <a:gd name="connsiteY18-788" fmla="*/ 489911 h 2242107"/>
                <a:gd name="connsiteX19-789" fmla="*/ 463725 w 2003583"/>
                <a:gd name="connsiteY19-790" fmla="*/ 586285 h 2242107"/>
                <a:gd name="connsiteX20-791" fmla="*/ 807702 w 2003583"/>
                <a:gd name="connsiteY20-792" fmla="*/ 387690 h 2242107"/>
                <a:gd name="connsiteX21-793" fmla="*/ 884127 w 2003583"/>
                <a:gd name="connsiteY21-794" fmla="*/ 62570 h 2242107"/>
                <a:gd name="connsiteX22-795" fmla="*/ 1119457 w 2003583"/>
                <a:gd name="connsiteY22-796" fmla="*/ 62570 h 2242107"/>
                <a:gd name="connsiteX23-797" fmla="*/ 1195882 w 2003583"/>
                <a:gd name="connsiteY23-798" fmla="*/ 387690 h 2242107"/>
                <a:gd name="connsiteX24-799" fmla="*/ 1539859 w 2003583"/>
                <a:gd name="connsiteY24-800" fmla="*/ 586285 h 2242107"/>
                <a:gd name="connsiteX0-801" fmla="*/ 1539859 w 2003583"/>
                <a:gd name="connsiteY0-802" fmla="*/ 586285 h 2242107"/>
                <a:gd name="connsiteX1-803" fmla="*/ 1859633 w 2003583"/>
                <a:gd name="connsiteY1-804" fmla="*/ 489911 h 2242107"/>
                <a:gd name="connsiteX2-805" fmla="*/ 1977299 w 2003583"/>
                <a:gd name="connsiteY2-806" fmla="*/ 693713 h 2242107"/>
                <a:gd name="connsiteX3-807" fmla="*/ 1733949 w 2003583"/>
                <a:gd name="connsiteY3-808" fmla="*/ 922459 h 2242107"/>
                <a:gd name="connsiteX4-809" fmla="*/ 1733949 w 2003583"/>
                <a:gd name="connsiteY4-810" fmla="*/ 1319649 h 2242107"/>
                <a:gd name="connsiteX5-811" fmla="*/ 1977299 w 2003583"/>
                <a:gd name="connsiteY5-812" fmla="*/ 1548395 h 2242107"/>
                <a:gd name="connsiteX6-813" fmla="*/ 1859633 w 2003583"/>
                <a:gd name="connsiteY6-814" fmla="*/ 1752197 h 2242107"/>
                <a:gd name="connsiteX7-815" fmla="*/ 1539859 w 2003583"/>
                <a:gd name="connsiteY7-816" fmla="*/ 1655823 h 2242107"/>
                <a:gd name="connsiteX8-817" fmla="*/ 1195882 w 2003583"/>
                <a:gd name="connsiteY8-818" fmla="*/ 1854418 h 2242107"/>
                <a:gd name="connsiteX9-819" fmla="*/ 1119457 w 2003583"/>
                <a:gd name="connsiteY9-820" fmla="*/ 2179538 h 2242107"/>
                <a:gd name="connsiteX10-821" fmla="*/ 884127 w 2003583"/>
                <a:gd name="connsiteY10-822" fmla="*/ 2179538 h 2242107"/>
                <a:gd name="connsiteX11-823" fmla="*/ 807702 w 2003583"/>
                <a:gd name="connsiteY11-824" fmla="*/ 1854418 h 2242107"/>
                <a:gd name="connsiteX12-825" fmla="*/ 463725 w 2003583"/>
                <a:gd name="connsiteY12-826" fmla="*/ 1655823 h 2242107"/>
                <a:gd name="connsiteX13-827" fmla="*/ 143951 w 2003583"/>
                <a:gd name="connsiteY13-828" fmla="*/ 1752197 h 2242107"/>
                <a:gd name="connsiteX14-829" fmla="*/ 26285 w 2003583"/>
                <a:gd name="connsiteY14-830" fmla="*/ 1548395 h 2242107"/>
                <a:gd name="connsiteX15-831" fmla="*/ 269635 w 2003583"/>
                <a:gd name="connsiteY15-832" fmla="*/ 1319649 h 2242107"/>
                <a:gd name="connsiteX16-833" fmla="*/ 269635 w 2003583"/>
                <a:gd name="connsiteY16-834" fmla="*/ 922459 h 2242107"/>
                <a:gd name="connsiteX17-835" fmla="*/ 26285 w 2003583"/>
                <a:gd name="connsiteY17-836" fmla="*/ 693713 h 2242107"/>
                <a:gd name="connsiteX18-837" fmla="*/ 143951 w 2003583"/>
                <a:gd name="connsiteY18-838" fmla="*/ 489911 h 2242107"/>
                <a:gd name="connsiteX19-839" fmla="*/ 463725 w 2003583"/>
                <a:gd name="connsiteY19-840" fmla="*/ 586285 h 2242107"/>
                <a:gd name="connsiteX20-841" fmla="*/ 807702 w 2003583"/>
                <a:gd name="connsiteY20-842" fmla="*/ 387690 h 2242107"/>
                <a:gd name="connsiteX21-843" fmla="*/ 884127 w 2003583"/>
                <a:gd name="connsiteY21-844" fmla="*/ 62570 h 2242107"/>
                <a:gd name="connsiteX22-845" fmla="*/ 1119457 w 2003583"/>
                <a:gd name="connsiteY22-846" fmla="*/ 62570 h 2242107"/>
                <a:gd name="connsiteX23-847" fmla="*/ 1195882 w 2003583"/>
                <a:gd name="connsiteY23-848" fmla="*/ 387690 h 2242107"/>
                <a:gd name="connsiteX24-849" fmla="*/ 1539859 w 2003583"/>
                <a:gd name="connsiteY24-850" fmla="*/ 586285 h 2242107"/>
                <a:gd name="connsiteX0-851" fmla="*/ 1539859 w 2003583"/>
                <a:gd name="connsiteY0-852" fmla="*/ 586285 h 2242107"/>
                <a:gd name="connsiteX1-853" fmla="*/ 1859633 w 2003583"/>
                <a:gd name="connsiteY1-854" fmla="*/ 489911 h 2242107"/>
                <a:gd name="connsiteX2-855" fmla="*/ 1977299 w 2003583"/>
                <a:gd name="connsiteY2-856" fmla="*/ 693713 h 2242107"/>
                <a:gd name="connsiteX3-857" fmla="*/ 1733949 w 2003583"/>
                <a:gd name="connsiteY3-858" fmla="*/ 922459 h 2242107"/>
                <a:gd name="connsiteX4-859" fmla="*/ 1733949 w 2003583"/>
                <a:gd name="connsiteY4-860" fmla="*/ 1319649 h 2242107"/>
                <a:gd name="connsiteX5-861" fmla="*/ 1977299 w 2003583"/>
                <a:gd name="connsiteY5-862" fmla="*/ 1548395 h 2242107"/>
                <a:gd name="connsiteX6-863" fmla="*/ 1859633 w 2003583"/>
                <a:gd name="connsiteY6-864" fmla="*/ 1752197 h 2242107"/>
                <a:gd name="connsiteX7-865" fmla="*/ 1539859 w 2003583"/>
                <a:gd name="connsiteY7-866" fmla="*/ 1655823 h 2242107"/>
                <a:gd name="connsiteX8-867" fmla="*/ 1195882 w 2003583"/>
                <a:gd name="connsiteY8-868" fmla="*/ 1854418 h 2242107"/>
                <a:gd name="connsiteX9-869" fmla="*/ 1119457 w 2003583"/>
                <a:gd name="connsiteY9-870" fmla="*/ 2179538 h 2242107"/>
                <a:gd name="connsiteX10-871" fmla="*/ 884127 w 2003583"/>
                <a:gd name="connsiteY10-872" fmla="*/ 2179538 h 2242107"/>
                <a:gd name="connsiteX11-873" fmla="*/ 807702 w 2003583"/>
                <a:gd name="connsiteY11-874" fmla="*/ 1854418 h 2242107"/>
                <a:gd name="connsiteX12-875" fmla="*/ 463725 w 2003583"/>
                <a:gd name="connsiteY12-876" fmla="*/ 1655823 h 2242107"/>
                <a:gd name="connsiteX13-877" fmla="*/ 143951 w 2003583"/>
                <a:gd name="connsiteY13-878" fmla="*/ 1752197 h 2242107"/>
                <a:gd name="connsiteX14-879" fmla="*/ 26285 w 2003583"/>
                <a:gd name="connsiteY14-880" fmla="*/ 1548395 h 2242107"/>
                <a:gd name="connsiteX15-881" fmla="*/ 269635 w 2003583"/>
                <a:gd name="connsiteY15-882" fmla="*/ 1319649 h 2242107"/>
                <a:gd name="connsiteX16-883" fmla="*/ 269635 w 2003583"/>
                <a:gd name="connsiteY16-884" fmla="*/ 922459 h 2242107"/>
                <a:gd name="connsiteX17-885" fmla="*/ 26285 w 2003583"/>
                <a:gd name="connsiteY17-886" fmla="*/ 693713 h 2242107"/>
                <a:gd name="connsiteX18-887" fmla="*/ 143951 w 2003583"/>
                <a:gd name="connsiteY18-888" fmla="*/ 489911 h 2242107"/>
                <a:gd name="connsiteX19-889" fmla="*/ 463725 w 2003583"/>
                <a:gd name="connsiteY19-890" fmla="*/ 586285 h 2242107"/>
                <a:gd name="connsiteX20-891" fmla="*/ 807702 w 2003583"/>
                <a:gd name="connsiteY20-892" fmla="*/ 387690 h 2242107"/>
                <a:gd name="connsiteX21-893" fmla="*/ 884127 w 2003583"/>
                <a:gd name="connsiteY21-894" fmla="*/ 62570 h 2242107"/>
                <a:gd name="connsiteX22-895" fmla="*/ 1119457 w 2003583"/>
                <a:gd name="connsiteY22-896" fmla="*/ 62570 h 2242107"/>
                <a:gd name="connsiteX23-897" fmla="*/ 1195882 w 2003583"/>
                <a:gd name="connsiteY23-898" fmla="*/ 387690 h 2242107"/>
                <a:gd name="connsiteX24-899" fmla="*/ 1539859 w 2003583"/>
                <a:gd name="connsiteY24-900" fmla="*/ 586285 h 2242107"/>
                <a:gd name="connsiteX0-901" fmla="*/ 1539859 w 2003583"/>
                <a:gd name="connsiteY0-902" fmla="*/ 586285 h 2242107"/>
                <a:gd name="connsiteX1-903" fmla="*/ 1859633 w 2003583"/>
                <a:gd name="connsiteY1-904" fmla="*/ 489911 h 2242107"/>
                <a:gd name="connsiteX2-905" fmla="*/ 1977299 w 2003583"/>
                <a:gd name="connsiteY2-906" fmla="*/ 693713 h 2242107"/>
                <a:gd name="connsiteX3-907" fmla="*/ 1733949 w 2003583"/>
                <a:gd name="connsiteY3-908" fmla="*/ 922459 h 2242107"/>
                <a:gd name="connsiteX4-909" fmla="*/ 1733949 w 2003583"/>
                <a:gd name="connsiteY4-910" fmla="*/ 1319649 h 2242107"/>
                <a:gd name="connsiteX5-911" fmla="*/ 1977299 w 2003583"/>
                <a:gd name="connsiteY5-912" fmla="*/ 1548395 h 2242107"/>
                <a:gd name="connsiteX6-913" fmla="*/ 1859633 w 2003583"/>
                <a:gd name="connsiteY6-914" fmla="*/ 1752197 h 2242107"/>
                <a:gd name="connsiteX7-915" fmla="*/ 1539859 w 2003583"/>
                <a:gd name="connsiteY7-916" fmla="*/ 1655823 h 2242107"/>
                <a:gd name="connsiteX8-917" fmla="*/ 1195882 w 2003583"/>
                <a:gd name="connsiteY8-918" fmla="*/ 1854418 h 2242107"/>
                <a:gd name="connsiteX9-919" fmla="*/ 1119457 w 2003583"/>
                <a:gd name="connsiteY9-920" fmla="*/ 2179538 h 2242107"/>
                <a:gd name="connsiteX10-921" fmla="*/ 884127 w 2003583"/>
                <a:gd name="connsiteY10-922" fmla="*/ 2179538 h 2242107"/>
                <a:gd name="connsiteX11-923" fmla="*/ 807702 w 2003583"/>
                <a:gd name="connsiteY11-924" fmla="*/ 1854418 h 2242107"/>
                <a:gd name="connsiteX12-925" fmla="*/ 463725 w 2003583"/>
                <a:gd name="connsiteY12-926" fmla="*/ 1655823 h 2242107"/>
                <a:gd name="connsiteX13-927" fmla="*/ 143951 w 2003583"/>
                <a:gd name="connsiteY13-928" fmla="*/ 1752197 h 2242107"/>
                <a:gd name="connsiteX14-929" fmla="*/ 26285 w 2003583"/>
                <a:gd name="connsiteY14-930" fmla="*/ 1548395 h 2242107"/>
                <a:gd name="connsiteX15-931" fmla="*/ 269635 w 2003583"/>
                <a:gd name="connsiteY15-932" fmla="*/ 1319649 h 2242107"/>
                <a:gd name="connsiteX16-933" fmla="*/ 269635 w 2003583"/>
                <a:gd name="connsiteY16-934" fmla="*/ 922459 h 2242107"/>
                <a:gd name="connsiteX17-935" fmla="*/ 26285 w 2003583"/>
                <a:gd name="connsiteY17-936" fmla="*/ 693713 h 2242107"/>
                <a:gd name="connsiteX18-937" fmla="*/ 143951 w 2003583"/>
                <a:gd name="connsiteY18-938" fmla="*/ 489911 h 2242107"/>
                <a:gd name="connsiteX19-939" fmla="*/ 463725 w 2003583"/>
                <a:gd name="connsiteY19-940" fmla="*/ 586285 h 2242107"/>
                <a:gd name="connsiteX20-941" fmla="*/ 807702 w 2003583"/>
                <a:gd name="connsiteY20-942" fmla="*/ 387690 h 2242107"/>
                <a:gd name="connsiteX21-943" fmla="*/ 884127 w 2003583"/>
                <a:gd name="connsiteY21-944" fmla="*/ 62570 h 2242107"/>
                <a:gd name="connsiteX22-945" fmla="*/ 1119457 w 2003583"/>
                <a:gd name="connsiteY22-946" fmla="*/ 62570 h 2242107"/>
                <a:gd name="connsiteX23-947" fmla="*/ 1195882 w 2003583"/>
                <a:gd name="connsiteY23-948" fmla="*/ 387690 h 2242107"/>
                <a:gd name="connsiteX24-949" fmla="*/ 1539859 w 2003583"/>
                <a:gd name="connsiteY24-950" fmla="*/ 586285 h 2242107"/>
                <a:gd name="connsiteX0-951" fmla="*/ 1539859 w 2003583"/>
                <a:gd name="connsiteY0-952" fmla="*/ 586285 h 2242107"/>
                <a:gd name="connsiteX1-953" fmla="*/ 1859633 w 2003583"/>
                <a:gd name="connsiteY1-954" fmla="*/ 489911 h 2242107"/>
                <a:gd name="connsiteX2-955" fmla="*/ 1977299 w 2003583"/>
                <a:gd name="connsiteY2-956" fmla="*/ 693713 h 2242107"/>
                <a:gd name="connsiteX3-957" fmla="*/ 1733949 w 2003583"/>
                <a:gd name="connsiteY3-958" fmla="*/ 922459 h 2242107"/>
                <a:gd name="connsiteX4-959" fmla="*/ 1733949 w 2003583"/>
                <a:gd name="connsiteY4-960" fmla="*/ 1319649 h 2242107"/>
                <a:gd name="connsiteX5-961" fmla="*/ 1977299 w 2003583"/>
                <a:gd name="connsiteY5-962" fmla="*/ 1548395 h 2242107"/>
                <a:gd name="connsiteX6-963" fmla="*/ 1859633 w 2003583"/>
                <a:gd name="connsiteY6-964" fmla="*/ 1752197 h 2242107"/>
                <a:gd name="connsiteX7-965" fmla="*/ 1539859 w 2003583"/>
                <a:gd name="connsiteY7-966" fmla="*/ 1655823 h 2242107"/>
                <a:gd name="connsiteX8-967" fmla="*/ 1195882 w 2003583"/>
                <a:gd name="connsiteY8-968" fmla="*/ 1854418 h 2242107"/>
                <a:gd name="connsiteX9-969" fmla="*/ 1119457 w 2003583"/>
                <a:gd name="connsiteY9-970" fmla="*/ 2179538 h 2242107"/>
                <a:gd name="connsiteX10-971" fmla="*/ 884127 w 2003583"/>
                <a:gd name="connsiteY10-972" fmla="*/ 2179538 h 2242107"/>
                <a:gd name="connsiteX11-973" fmla="*/ 807702 w 2003583"/>
                <a:gd name="connsiteY11-974" fmla="*/ 1854418 h 2242107"/>
                <a:gd name="connsiteX12-975" fmla="*/ 463725 w 2003583"/>
                <a:gd name="connsiteY12-976" fmla="*/ 1655823 h 2242107"/>
                <a:gd name="connsiteX13-977" fmla="*/ 143951 w 2003583"/>
                <a:gd name="connsiteY13-978" fmla="*/ 1752197 h 2242107"/>
                <a:gd name="connsiteX14-979" fmla="*/ 26285 w 2003583"/>
                <a:gd name="connsiteY14-980" fmla="*/ 1548395 h 2242107"/>
                <a:gd name="connsiteX15-981" fmla="*/ 269635 w 2003583"/>
                <a:gd name="connsiteY15-982" fmla="*/ 1319649 h 2242107"/>
                <a:gd name="connsiteX16-983" fmla="*/ 269635 w 2003583"/>
                <a:gd name="connsiteY16-984" fmla="*/ 922459 h 2242107"/>
                <a:gd name="connsiteX17-985" fmla="*/ 26285 w 2003583"/>
                <a:gd name="connsiteY17-986" fmla="*/ 693713 h 2242107"/>
                <a:gd name="connsiteX18-987" fmla="*/ 143951 w 2003583"/>
                <a:gd name="connsiteY18-988" fmla="*/ 489911 h 2242107"/>
                <a:gd name="connsiteX19-989" fmla="*/ 463725 w 2003583"/>
                <a:gd name="connsiteY19-990" fmla="*/ 586285 h 2242107"/>
                <a:gd name="connsiteX20-991" fmla="*/ 807702 w 2003583"/>
                <a:gd name="connsiteY20-992" fmla="*/ 387690 h 2242107"/>
                <a:gd name="connsiteX21-993" fmla="*/ 884127 w 2003583"/>
                <a:gd name="connsiteY21-994" fmla="*/ 62570 h 2242107"/>
                <a:gd name="connsiteX22-995" fmla="*/ 1119457 w 2003583"/>
                <a:gd name="connsiteY22-996" fmla="*/ 62570 h 2242107"/>
                <a:gd name="connsiteX23-997" fmla="*/ 1195882 w 2003583"/>
                <a:gd name="connsiteY23-998" fmla="*/ 387690 h 2242107"/>
                <a:gd name="connsiteX24-999" fmla="*/ 1539859 w 2003583"/>
                <a:gd name="connsiteY24-1000" fmla="*/ 586285 h 2242107"/>
                <a:gd name="connsiteX0-1001" fmla="*/ 1539859 w 2003583"/>
                <a:gd name="connsiteY0-1002" fmla="*/ 586285 h 2242107"/>
                <a:gd name="connsiteX1-1003" fmla="*/ 1859633 w 2003583"/>
                <a:gd name="connsiteY1-1004" fmla="*/ 489911 h 2242107"/>
                <a:gd name="connsiteX2-1005" fmla="*/ 1977299 w 2003583"/>
                <a:gd name="connsiteY2-1006" fmla="*/ 693713 h 2242107"/>
                <a:gd name="connsiteX3-1007" fmla="*/ 1733949 w 2003583"/>
                <a:gd name="connsiteY3-1008" fmla="*/ 922459 h 2242107"/>
                <a:gd name="connsiteX4-1009" fmla="*/ 1733949 w 2003583"/>
                <a:gd name="connsiteY4-1010" fmla="*/ 1319649 h 2242107"/>
                <a:gd name="connsiteX5-1011" fmla="*/ 1977299 w 2003583"/>
                <a:gd name="connsiteY5-1012" fmla="*/ 1548395 h 2242107"/>
                <a:gd name="connsiteX6-1013" fmla="*/ 1859633 w 2003583"/>
                <a:gd name="connsiteY6-1014" fmla="*/ 1752197 h 2242107"/>
                <a:gd name="connsiteX7-1015" fmla="*/ 1539859 w 2003583"/>
                <a:gd name="connsiteY7-1016" fmla="*/ 1655823 h 2242107"/>
                <a:gd name="connsiteX8-1017" fmla="*/ 1195882 w 2003583"/>
                <a:gd name="connsiteY8-1018" fmla="*/ 1854418 h 2242107"/>
                <a:gd name="connsiteX9-1019" fmla="*/ 1119457 w 2003583"/>
                <a:gd name="connsiteY9-1020" fmla="*/ 2179538 h 2242107"/>
                <a:gd name="connsiteX10-1021" fmla="*/ 884127 w 2003583"/>
                <a:gd name="connsiteY10-1022" fmla="*/ 2179538 h 2242107"/>
                <a:gd name="connsiteX11-1023" fmla="*/ 807702 w 2003583"/>
                <a:gd name="connsiteY11-1024" fmla="*/ 1854418 h 2242107"/>
                <a:gd name="connsiteX12-1025" fmla="*/ 463725 w 2003583"/>
                <a:gd name="connsiteY12-1026" fmla="*/ 1655823 h 2242107"/>
                <a:gd name="connsiteX13-1027" fmla="*/ 143951 w 2003583"/>
                <a:gd name="connsiteY13-1028" fmla="*/ 1752197 h 2242107"/>
                <a:gd name="connsiteX14-1029" fmla="*/ 26285 w 2003583"/>
                <a:gd name="connsiteY14-1030" fmla="*/ 1548395 h 2242107"/>
                <a:gd name="connsiteX15-1031" fmla="*/ 269635 w 2003583"/>
                <a:gd name="connsiteY15-1032" fmla="*/ 1319649 h 2242107"/>
                <a:gd name="connsiteX16-1033" fmla="*/ 269635 w 2003583"/>
                <a:gd name="connsiteY16-1034" fmla="*/ 922459 h 2242107"/>
                <a:gd name="connsiteX17-1035" fmla="*/ 26285 w 2003583"/>
                <a:gd name="connsiteY17-1036" fmla="*/ 693713 h 2242107"/>
                <a:gd name="connsiteX18-1037" fmla="*/ 143951 w 2003583"/>
                <a:gd name="connsiteY18-1038" fmla="*/ 489911 h 2242107"/>
                <a:gd name="connsiteX19-1039" fmla="*/ 463725 w 2003583"/>
                <a:gd name="connsiteY19-1040" fmla="*/ 586285 h 2242107"/>
                <a:gd name="connsiteX20-1041" fmla="*/ 807702 w 2003583"/>
                <a:gd name="connsiteY20-1042" fmla="*/ 387690 h 2242107"/>
                <a:gd name="connsiteX21-1043" fmla="*/ 884127 w 2003583"/>
                <a:gd name="connsiteY21-1044" fmla="*/ 62570 h 2242107"/>
                <a:gd name="connsiteX22-1045" fmla="*/ 1119457 w 2003583"/>
                <a:gd name="connsiteY22-1046" fmla="*/ 62570 h 2242107"/>
                <a:gd name="connsiteX23-1047" fmla="*/ 1195882 w 2003583"/>
                <a:gd name="connsiteY23-1048" fmla="*/ 387690 h 2242107"/>
                <a:gd name="connsiteX24-1049" fmla="*/ 1539859 w 2003583"/>
                <a:gd name="connsiteY24-1050" fmla="*/ 586285 h 2242107"/>
                <a:gd name="connsiteX0-1051" fmla="*/ 1539859 w 2003583"/>
                <a:gd name="connsiteY0-1052" fmla="*/ 586285 h 2242107"/>
                <a:gd name="connsiteX1-1053" fmla="*/ 1815989 w 2003583"/>
                <a:gd name="connsiteY1-1054" fmla="*/ 481182 h 2242107"/>
                <a:gd name="connsiteX2-1055" fmla="*/ 1977299 w 2003583"/>
                <a:gd name="connsiteY2-1056" fmla="*/ 693713 h 2242107"/>
                <a:gd name="connsiteX3-1057" fmla="*/ 1733949 w 2003583"/>
                <a:gd name="connsiteY3-1058" fmla="*/ 922459 h 2242107"/>
                <a:gd name="connsiteX4-1059" fmla="*/ 1733949 w 2003583"/>
                <a:gd name="connsiteY4-1060" fmla="*/ 1319649 h 2242107"/>
                <a:gd name="connsiteX5-1061" fmla="*/ 1977299 w 2003583"/>
                <a:gd name="connsiteY5-1062" fmla="*/ 1548395 h 2242107"/>
                <a:gd name="connsiteX6-1063" fmla="*/ 1859633 w 2003583"/>
                <a:gd name="connsiteY6-1064" fmla="*/ 1752197 h 2242107"/>
                <a:gd name="connsiteX7-1065" fmla="*/ 1539859 w 2003583"/>
                <a:gd name="connsiteY7-1066" fmla="*/ 1655823 h 2242107"/>
                <a:gd name="connsiteX8-1067" fmla="*/ 1195882 w 2003583"/>
                <a:gd name="connsiteY8-1068" fmla="*/ 1854418 h 2242107"/>
                <a:gd name="connsiteX9-1069" fmla="*/ 1119457 w 2003583"/>
                <a:gd name="connsiteY9-1070" fmla="*/ 2179538 h 2242107"/>
                <a:gd name="connsiteX10-1071" fmla="*/ 884127 w 2003583"/>
                <a:gd name="connsiteY10-1072" fmla="*/ 2179538 h 2242107"/>
                <a:gd name="connsiteX11-1073" fmla="*/ 807702 w 2003583"/>
                <a:gd name="connsiteY11-1074" fmla="*/ 1854418 h 2242107"/>
                <a:gd name="connsiteX12-1075" fmla="*/ 463725 w 2003583"/>
                <a:gd name="connsiteY12-1076" fmla="*/ 1655823 h 2242107"/>
                <a:gd name="connsiteX13-1077" fmla="*/ 143951 w 2003583"/>
                <a:gd name="connsiteY13-1078" fmla="*/ 1752197 h 2242107"/>
                <a:gd name="connsiteX14-1079" fmla="*/ 26285 w 2003583"/>
                <a:gd name="connsiteY14-1080" fmla="*/ 1548395 h 2242107"/>
                <a:gd name="connsiteX15-1081" fmla="*/ 269635 w 2003583"/>
                <a:gd name="connsiteY15-1082" fmla="*/ 1319649 h 2242107"/>
                <a:gd name="connsiteX16-1083" fmla="*/ 269635 w 2003583"/>
                <a:gd name="connsiteY16-1084" fmla="*/ 922459 h 2242107"/>
                <a:gd name="connsiteX17-1085" fmla="*/ 26285 w 2003583"/>
                <a:gd name="connsiteY17-1086" fmla="*/ 693713 h 2242107"/>
                <a:gd name="connsiteX18-1087" fmla="*/ 143951 w 2003583"/>
                <a:gd name="connsiteY18-1088" fmla="*/ 489911 h 2242107"/>
                <a:gd name="connsiteX19-1089" fmla="*/ 463725 w 2003583"/>
                <a:gd name="connsiteY19-1090" fmla="*/ 586285 h 2242107"/>
                <a:gd name="connsiteX20-1091" fmla="*/ 807702 w 2003583"/>
                <a:gd name="connsiteY20-1092" fmla="*/ 387690 h 2242107"/>
                <a:gd name="connsiteX21-1093" fmla="*/ 884127 w 2003583"/>
                <a:gd name="connsiteY21-1094" fmla="*/ 62570 h 2242107"/>
                <a:gd name="connsiteX22-1095" fmla="*/ 1119457 w 2003583"/>
                <a:gd name="connsiteY22-1096" fmla="*/ 62570 h 2242107"/>
                <a:gd name="connsiteX23-1097" fmla="*/ 1195882 w 2003583"/>
                <a:gd name="connsiteY23-1098" fmla="*/ 387690 h 2242107"/>
                <a:gd name="connsiteX24-1099" fmla="*/ 1539859 w 2003583"/>
                <a:gd name="connsiteY24-1100" fmla="*/ 586285 h 2242107"/>
                <a:gd name="connsiteX0-1101" fmla="*/ 1539859 w 2003583"/>
                <a:gd name="connsiteY0-1102" fmla="*/ 586285 h 2225306"/>
                <a:gd name="connsiteX1-1103" fmla="*/ 1815989 w 2003583"/>
                <a:gd name="connsiteY1-1104" fmla="*/ 481182 h 2225306"/>
                <a:gd name="connsiteX2-1105" fmla="*/ 1977299 w 2003583"/>
                <a:gd name="connsiteY2-1106" fmla="*/ 693713 h 2225306"/>
                <a:gd name="connsiteX3-1107" fmla="*/ 1733949 w 2003583"/>
                <a:gd name="connsiteY3-1108" fmla="*/ 922459 h 2225306"/>
                <a:gd name="connsiteX4-1109" fmla="*/ 1733949 w 2003583"/>
                <a:gd name="connsiteY4-1110" fmla="*/ 1319649 h 2225306"/>
                <a:gd name="connsiteX5-1111" fmla="*/ 1977299 w 2003583"/>
                <a:gd name="connsiteY5-1112" fmla="*/ 1548395 h 2225306"/>
                <a:gd name="connsiteX6-1113" fmla="*/ 1859633 w 2003583"/>
                <a:gd name="connsiteY6-1114" fmla="*/ 1752197 h 2225306"/>
                <a:gd name="connsiteX7-1115" fmla="*/ 1539859 w 2003583"/>
                <a:gd name="connsiteY7-1116" fmla="*/ 1655823 h 2225306"/>
                <a:gd name="connsiteX8-1117" fmla="*/ 1195882 w 2003583"/>
                <a:gd name="connsiteY8-1118" fmla="*/ 1854418 h 2225306"/>
                <a:gd name="connsiteX9-1119" fmla="*/ 1119457 w 2003583"/>
                <a:gd name="connsiteY9-1120" fmla="*/ 2179538 h 2225306"/>
                <a:gd name="connsiteX10-1121" fmla="*/ 849212 w 2003583"/>
                <a:gd name="connsiteY10-1122" fmla="*/ 2188266 h 2225306"/>
                <a:gd name="connsiteX11-1123" fmla="*/ 807702 w 2003583"/>
                <a:gd name="connsiteY11-1124" fmla="*/ 1854418 h 2225306"/>
                <a:gd name="connsiteX12-1125" fmla="*/ 463725 w 2003583"/>
                <a:gd name="connsiteY12-1126" fmla="*/ 1655823 h 2225306"/>
                <a:gd name="connsiteX13-1127" fmla="*/ 143951 w 2003583"/>
                <a:gd name="connsiteY13-1128" fmla="*/ 1752197 h 2225306"/>
                <a:gd name="connsiteX14-1129" fmla="*/ 26285 w 2003583"/>
                <a:gd name="connsiteY14-1130" fmla="*/ 1548395 h 2225306"/>
                <a:gd name="connsiteX15-1131" fmla="*/ 269635 w 2003583"/>
                <a:gd name="connsiteY15-1132" fmla="*/ 1319649 h 2225306"/>
                <a:gd name="connsiteX16-1133" fmla="*/ 269635 w 2003583"/>
                <a:gd name="connsiteY16-1134" fmla="*/ 922459 h 2225306"/>
                <a:gd name="connsiteX17-1135" fmla="*/ 26285 w 2003583"/>
                <a:gd name="connsiteY17-1136" fmla="*/ 693713 h 2225306"/>
                <a:gd name="connsiteX18-1137" fmla="*/ 143951 w 2003583"/>
                <a:gd name="connsiteY18-1138" fmla="*/ 489911 h 2225306"/>
                <a:gd name="connsiteX19-1139" fmla="*/ 463725 w 2003583"/>
                <a:gd name="connsiteY19-1140" fmla="*/ 586285 h 2225306"/>
                <a:gd name="connsiteX20-1141" fmla="*/ 807702 w 2003583"/>
                <a:gd name="connsiteY20-1142" fmla="*/ 387690 h 2225306"/>
                <a:gd name="connsiteX21-1143" fmla="*/ 884127 w 2003583"/>
                <a:gd name="connsiteY21-1144" fmla="*/ 62570 h 2225306"/>
                <a:gd name="connsiteX22-1145" fmla="*/ 1119457 w 2003583"/>
                <a:gd name="connsiteY22-1146" fmla="*/ 62570 h 2225306"/>
                <a:gd name="connsiteX23-1147" fmla="*/ 1195882 w 2003583"/>
                <a:gd name="connsiteY23-1148" fmla="*/ 387690 h 2225306"/>
                <a:gd name="connsiteX24-1149" fmla="*/ 1539859 w 2003583"/>
                <a:gd name="connsiteY24-1150" fmla="*/ 586285 h 2225306"/>
                <a:gd name="connsiteX0-1151" fmla="*/ 1551437 w 2015161"/>
                <a:gd name="connsiteY0-1152" fmla="*/ 586285 h 2225304"/>
                <a:gd name="connsiteX1-1153" fmla="*/ 1827567 w 2015161"/>
                <a:gd name="connsiteY1-1154" fmla="*/ 481182 h 2225304"/>
                <a:gd name="connsiteX2-1155" fmla="*/ 1988877 w 2015161"/>
                <a:gd name="connsiteY2-1156" fmla="*/ 693713 h 2225304"/>
                <a:gd name="connsiteX3-1157" fmla="*/ 1745527 w 2015161"/>
                <a:gd name="connsiteY3-1158" fmla="*/ 922459 h 2225304"/>
                <a:gd name="connsiteX4-1159" fmla="*/ 1745527 w 2015161"/>
                <a:gd name="connsiteY4-1160" fmla="*/ 1319649 h 2225304"/>
                <a:gd name="connsiteX5-1161" fmla="*/ 1988877 w 2015161"/>
                <a:gd name="connsiteY5-1162" fmla="*/ 1548395 h 2225304"/>
                <a:gd name="connsiteX6-1163" fmla="*/ 1871211 w 2015161"/>
                <a:gd name="connsiteY6-1164" fmla="*/ 1752197 h 2225304"/>
                <a:gd name="connsiteX7-1165" fmla="*/ 1551437 w 2015161"/>
                <a:gd name="connsiteY7-1166" fmla="*/ 1655823 h 2225304"/>
                <a:gd name="connsiteX8-1167" fmla="*/ 1207460 w 2015161"/>
                <a:gd name="connsiteY8-1168" fmla="*/ 1854418 h 2225304"/>
                <a:gd name="connsiteX9-1169" fmla="*/ 1131035 w 2015161"/>
                <a:gd name="connsiteY9-1170" fmla="*/ 2179538 h 2225304"/>
                <a:gd name="connsiteX10-1171" fmla="*/ 860790 w 2015161"/>
                <a:gd name="connsiteY10-1172" fmla="*/ 2188266 h 2225304"/>
                <a:gd name="connsiteX11-1173" fmla="*/ 819280 w 2015161"/>
                <a:gd name="connsiteY11-1174" fmla="*/ 1854418 h 2225304"/>
                <a:gd name="connsiteX12-1175" fmla="*/ 475303 w 2015161"/>
                <a:gd name="connsiteY12-1176" fmla="*/ 1655823 h 2225304"/>
                <a:gd name="connsiteX13-1177" fmla="*/ 155529 w 2015161"/>
                <a:gd name="connsiteY13-1178" fmla="*/ 1752197 h 2225304"/>
                <a:gd name="connsiteX14-1179" fmla="*/ 2948 w 2015161"/>
                <a:gd name="connsiteY14-1180" fmla="*/ 1522210 h 2225304"/>
                <a:gd name="connsiteX15-1181" fmla="*/ 281213 w 2015161"/>
                <a:gd name="connsiteY15-1182" fmla="*/ 1319649 h 2225304"/>
                <a:gd name="connsiteX16-1183" fmla="*/ 281213 w 2015161"/>
                <a:gd name="connsiteY16-1184" fmla="*/ 922459 h 2225304"/>
                <a:gd name="connsiteX17-1185" fmla="*/ 37863 w 2015161"/>
                <a:gd name="connsiteY17-1186" fmla="*/ 693713 h 2225304"/>
                <a:gd name="connsiteX18-1187" fmla="*/ 155529 w 2015161"/>
                <a:gd name="connsiteY18-1188" fmla="*/ 489911 h 2225304"/>
                <a:gd name="connsiteX19-1189" fmla="*/ 475303 w 2015161"/>
                <a:gd name="connsiteY19-1190" fmla="*/ 586285 h 2225304"/>
                <a:gd name="connsiteX20-1191" fmla="*/ 819280 w 2015161"/>
                <a:gd name="connsiteY20-1192" fmla="*/ 387690 h 2225304"/>
                <a:gd name="connsiteX21-1193" fmla="*/ 895705 w 2015161"/>
                <a:gd name="connsiteY21-1194" fmla="*/ 62570 h 2225304"/>
                <a:gd name="connsiteX22-1195" fmla="*/ 1131035 w 2015161"/>
                <a:gd name="connsiteY22-1196" fmla="*/ 62570 h 2225304"/>
                <a:gd name="connsiteX23-1197" fmla="*/ 1207460 w 2015161"/>
                <a:gd name="connsiteY23-1198" fmla="*/ 387690 h 2225304"/>
                <a:gd name="connsiteX24-1199" fmla="*/ 1551437 w 2015161"/>
                <a:gd name="connsiteY24-1200" fmla="*/ 586285 h 2225304"/>
                <a:gd name="connsiteX0-1201" fmla="*/ 1551439 w 2015163"/>
                <a:gd name="connsiteY0-1202" fmla="*/ 586285 h 2225306"/>
                <a:gd name="connsiteX1-1203" fmla="*/ 1827569 w 2015163"/>
                <a:gd name="connsiteY1-1204" fmla="*/ 481182 h 2225306"/>
                <a:gd name="connsiteX2-1205" fmla="*/ 1988879 w 2015163"/>
                <a:gd name="connsiteY2-1206" fmla="*/ 693713 h 2225306"/>
                <a:gd name="connsiteX3-1207" fmla="*/ 1745529 w 2015163"/>
                <a:gd name="connsiteY3-1208" fmla="*/ 922459 h 2225306"/>
                <a:gd name="connsiteX4-1209" fmla="*/ 1745529 w 2015163"/>
                <a:gd name="connsiteY4-1210" fmla="*/ 1319649 h 2225306"/>
                <a:gd name="connsiteX5-1211" fmla="*/ 1988879 w 2015163"/>
                <a:gd name="connsiteY5-1212" fmla="*/ 1548395 h 2225306"/>
                <a:gd name="connsiteX6-1213" fmla="*/ 1871213 w 2015163"/>
                <a:gd name="connsiteY6-1214" fmla="*/ 1752197 h 2225306"/>
                <a:gd name="connsiteX7-1215" fmla="*/ 1551439 w 2015163"/>
                <a:gd name="connsiteY7-1216" fmla="*/ 1655823 h 2225306"/>
                <a:gd name="connsiteX8-1217" fmla="*/ 1207462 w 2015163"/>
                <a:gd name="connsiteY8-1218" fmla="*/ 1854418 h 2225306"/>
                <a:gd name="connsiteX9-1219" fmla="*/ 1131037 w 2015163"/>
                <a:gd name="connsiteY9-1220" fmla="*/ 2179538 h 2225306"/>
                <a:gd name="connsiteX10-1221" fmla="*/ 860792 w 2015163"/>
                <a:gd name="connsiteY10-1222" fmla="*/ 2188266 h 2225306"/>
                <a:gd name="connsiteX11-1223" fmla="*/ 819282 w 2015163"/>
                <a:gd name="connsiteY11-1224" fmla="*/ 1854418 h 2225306"/>
                <a:gd name="connsiteX12-1225" fmla="*/ 475305 w 2015163"/>
                <a:gd name="connsiteY12-1226" fmla="*/ 1655823 h 2225306"/>
                <a:gd name="connsiteX13-1227" fmla="*/ 155531 w 2015163"/>
                <a:gd name="connsiteY13-1228" fmla="*/ 1752197 h 2225306"/>
                <a:gd name="connsiteX14-1229" fmla="*/ 2950 w 2015163"/>
                <a:gd name="connsiteY14-1230" fmla="*/ 1522210 h 2225306"/>
                <a:gd name="connsiteX15-1231" fmla="*/ 281215 w 2015163"/>
                <a:gd name="connsiteY15-1232" fmla="*/ 1319649 h 2225306"/>
                <a:gd name="connsiteX16-1233" fmla="*/ 281215 w 2015163"/>
                <a:gd name="connsiteY16-1234" fmla="*/ 922459 h 2225306"/>
                <a:gd name="connsiteX17-1235" fmla="*/ 37865 w 2015163"/>
                <a:gd name="connsiteY17-1236" fmla="*/ 693713 h 2225306"/>
                <a:gd name="connsiteX18-1237" fmla="*/ 155531 w 2015163"/>
                <a:gd name="connsiteY18-1238" fmla="*/ 463725 h 2225306"/>
                <a:gd name="connsiteX19-1239" fmla="*/ 475305 w 2015163"/>
                <a:gd name="connsiteY19-1240" fmla="*/ 586285 h 2225306"/>
                <a:gd name="connsiteX20-1241" fmla="*/ 819282 w 2015163"/>
                <a:gd name="connsiteY20-1242" fmla="*/ 387690 h 2225306"/>
                <a:gd name="connsiteX21-1243" fmla="*/ 895707 w 2015163"/>
                <a:gd name="connsiteY21-1244" fmla="*/ 62570 h 2225306"/>
                <a:gd name="connsiteX22-1245" fmla="*/ 1131037 w 2015163"/>
                <a:gd name="connsiteY22-1246" fmla="*/ 62570 h 2225306"/>
                <a:gd name="connsiteX23-1247" fmla="*/ 1207462 w 2015163"/>
                <a:gd name="connsiteY23-1248" fmla="*/ 387690 h 2225306"/>
                <a:gd name="connsiteX24-1249" fmla="*/ 1551439 w 2015163"/>
                <a:gd name="connsiteY24-1250" fmla="*/ 586285 h 2225306"/>
                <a:gd name="connsiteX0-1251" fmla="*/ 1551439 w 2015163"/>
                <a:gd name="connsiteY0-1252" fmla="*/ 575030 h 2214049"/>
                <a:gd name="connsiteX1-1253" fmla="*/ 1827569 w 2015163"/>
                <a:gd name="connsiteY1-1254" fmla="*/ 469927 h 2214049"/>
                <a:gd name="connsiteX2-1255" fmla="*/ 1988879 w 2015163"/>
                <a:gd name="connsiteY2-1256" fmla="*/ 682458 h 2214049"/>
                <a:gd name="connsiteX3-1257" fmla="*/ 1745529 w 2015163"/>
                <a:gd name="connsiteY3-1258" fmla="*/ 911204 h 2214049"/>
                <a:gd name="connsiteX4-1259" fmla="*/ 1745529 w 2015163"/>
                <a:gd name="connsiteY4-1260" fmla="*/ 1308394 h 2214049"/>
                <a:gd name="connsiteX5-1261" fmla="*/ 1988879 w 2015163"/>
                <a:gd name="connsiteY5-1262" fmla="*/ 1537140 h 2214049"/>
                <a:gd name="connsiteX6-1263" fmla="*/ 1871213 w 2015163"/>
                <a:gd name="connsiteY6-1264" fmla="*/ 1740942 h 2214049"/>
                <a:gd name="connsiteX7-1265" fmla="*/ 1551439 w 2015163"/>
                <a:gd name="connsiteY7-1266" fmla="*/ 1644568 h 2214049"/>
                <a:gd name="connsiteX8-1267" fmla="*/ 1207462 w 2015163"/>
                <a:gd name="connsiteY8-1268" fmla="*/ 1843163 h 2214049"/>
                <a:gd name="connsiteX9-1269" fmla="*/ 1131037 w 2015163"/>
                <a:gd name="connsiteY9-1270" fmla="*/ 2168283 h 2214049"/>
                <a:gd name="connsiteX10-1271" fmla="*/ 860792 w 2015163"/>
                <a:gd name="connsiteY10-1272" fmla="*/ 2177011 h 2214049"/>
                <a:gd name="connsiteX11-1273" fmla="*/ 819282 w 2015163"/>
                <a:gd name="connsiteY11-1274" fmla="*/ 1843163 h 2214049"/>
                <a:gd name="connsiteX12-1275" fmla="*/ 475305 w 2015163"/>
                <a:gd name="connsiteY12-1276" fmla="*/ 1644568 h 2214049"/>
                <a:gd name="connsiteX13-1277" fmla="*/ 155531 w 2015163"/>
                <a:gd name="connsiteY13-1278" fmla="*/ 1740942 h 2214049"/>
                <a:gd name="connsiteX14-1279" fmla="*/ 2950 w 2015163"/>
                <a:gd name="connsiteY14-1280" fmla="*/ 1510955 h 2214049"/>
                <a:gd name="connsiteX15-1281" fmla="*/ 281215 w 2015163"/>
                <a:gd name="connsiteY15-1282" fmla="*/ 1308394 h 2214049"/>
                <a:gd name="connsiteX16-1283" fmla="*/ 281215 w 2015163"/>
                <a:gd name="connsiteY16-1284" fmla="*/ 911204 h 2214049"/>
                <a:gd name="connsiteX17-1285" fmla="*/ 37865 w 2015163"/>
                <a:gd name="connsiteY17-1286" fmla="*/ 682458 h 2214049"/>
                <a:gd name="connsiteX18-1287" fmla="*/ 155531 w 2015163"/>
                <a:gd name="connsiteY18-1288" fmla="*/ 452470 h 2214049"/>
                <a:gd name="connsiteX19-1289" fmla="*/ 475305 w 2015163"/>
                <a:gd name="connsiteY19-1290" fmla="*/ 575030 h 2214049"/>
                <a:gd name="connsiteX20-1291" fmla="*/ 819282 w 2015163"/>
                <a:gd name="connsiteY20-1292" fmla="*/ 376435 h 2214049"/>
                <a:gd name="connsiteX21-1293" fmla="*/ 895707 w 2015163"/>
                <a:gd name="connsiteY21-1294" fmla="*/ 51315 h 2214049"/>
                <a:gd name="connsiteX22-1295" fmla="*/ 1165952 w 2015163"/>
                <a:gd name="connsiteY22-1296" fmla="*/ 33857 h 2214049"/>
                <a:gd name="connsiteX23-1297" fmla="*/ 1207462 w 2015163"/>
                <a:gd name="connsiteY23-1298" fmla="*/ 376435 h 2214049"/>
                <a:gd name="connsiteX24-1299" fmla="*/ 1551439 w 2015163"/>
                <a:gd name="connsiteY24-1300" fmla="*/ 575030 h 2214049"/>
                <a:gd name="connsiteX0-1301" fmla="*/ 1551439 w 2015163"/>
                <a:gd name="connsiteY0-1302" fmla="*/ 575028 h 2214049"/>
                <a:gd name="connsiteX1-1303" fmla="*/ 1810111 w 2015163"/>
                <a:gd name="connsiteY1-1304" fmla="*/ 443740 h 2214049"/>
                <a:gd name="connsiteX2-1305" fmla="*/ 1988879 w 2015163"/>
                <a:gd name="connsiteY2-1306" fmla="*/ 682456 h 2214049"/>
                <a:gd name="connsiteX3-1307" fmla="*/ 1745529 w 2015163"/>
                <a:gd name="connsiteY3-1308" fmla="*/ 911202 h 2214049"/>
                <a:gd name="connsiteX4-1309" fmla="*/ 1745529 w 2015163"/>
                <a:gd name="connsiteY4-1310" fmla="*/ 1308392 h 2214049"/>
                <a:gd name="connsiteX5-1311" fmla="*/ 1988879 w 2015163"/>
                <a:gd name="connsiteY5-1312" fmla="*/ 1537138 h 2214049"/>
                <a:gd name="connsiteX6-1313" fmla="*/ 1871213 w 2015163"/>
                <a:gd name="connsiteY6-1314" fmla="*/ 1740940 h 2214049"/>
                <a:gd name="connsiteX7-1315" fmla="*/ 1551439 w 2015163"/>
                <a:gd name="connsiteY7-1316" fmla="*/ 1644566 h 2214049"/>
                <a:gd name="connsiteX8-1317" fmla="*/ 1207462 w 2015163"/>
                <a:gd name="connsiteY8-1318" fmla="*/ 1843161 h 2214049"/>
                <a:gd name="connsiteX9-1319" fmla="*/ 1131037 w 2015163"/>
                <a:gd name="connsiteY9-1320" fmla="*/ 2168281 h 2214049"/>
                <a:gd name="connsiteX10-1321" fmla="*/ 860792 w 2015163"/>
                <a:gd name="connsiteY10-1322" fmla="*/ 2177009 h 2214049"/>
                <a:gd name="connsiteX11-1323" fmla="*/ 819282 w 2015163"/>
                <a:gd name="connsiteY11-1324" fmla="*/ 1843161 h 2214049"/>
                <a:gd name="connsiteX12-1325" fmla="*/ 475305 w 2015163"/>
                <a:gd name="connsiteY12-1326" fmla="*/ 1644566 h 2214049"/>
                <a:gd name="connsiteX13-1327" fmla="*/ 155531 w 2015163"/>
                <a:gd name="connsiteY13-1328" fmla="*/ 1740940 h 2214049"/>
                <a:gd name="connsiteX14-1329" fmla="*/ 2950 w 2015163"/>
                <a:gd name="connsiteY14-1330" fmla="*/ 1510953 h 2214049"/>
                <a:gd name="connsiteX15-1331" fmla="*/ 281215 w 2015163"/>
                <a:gd name="connsiteY15-1332" fmla="*/ 1308392 h 2214049"/>
                <a:gd name="connsiteX16-1333" fmla="*/ 281215 w 2015163"/>
                <a:gd name="connsiteY16-1334" fmla="*/ 911202 h 2214049"/>
                <a:gd name="connsiteX17-1335" fmla="*/ 37865 w 2015163"/>
                <a:gd name="connsiteY17-1336" fmla="*/ 682456 h 2214049"/>
                <a:gd name="connsiteX18-1337" fmla="*/ 155531 w 2015163"/>
                <a:gd name="connsiteY18-1338" fmla="*/ 452468 h 2214049"/>
                <a:gd name="connsiteX19-1339" fmla="*/ 475305 w 2015163"/>
                <a:gd name="connsiteY19-1340" fmla="*/ 575028 h 2214049"/>
                <a:gd name="connsiteX20-1341" fmla="*/ 819282 w 2015163"/>
                <a:gd name="connsiteY20-1342" fmla="*/ 376433 h 2214049"/>
                <a:gd name="connsiteX21-1343" fmla="*/ 895707 w 2015163"/>
                <a:gd name="connsiteY21-1344" fmla="*/ 51313 h 2214049"/>
                <a:gd name="connsiteX22-1345" fmla="*/ 1165952 w 2015163"/>
                <a:gd name="connsiteY22-1346" fmla="*/ 33855 h 2214049"/>
                <a:gd name="connsiteX23-1347" fmla="*/ 1207462 w 2015163"/>
                <a:gd name="connsiteY23-1348" fmla="*/ 376433 h 2214049"/>
                <a:gd name="connsiteX24-1349" fmla="*/ 1551439 w 2015163"/>
                <a:gd name="connsiteY24-1350" fmla="*/ 575028 h 2214049"/>
                <a:gd name="connsiteX0-1351" fmla="*/ 1551439 w 1990924"/>
                <a:gd name="connsiteY0-1352" fmla="*/ 575028 h 2214047"/>
                <a:gd name="connsiteX1-1353" fmla="*/ 1810111 w 1990924"/>
                <a:gd name="connsiteY1-1354" fmla="*/ 443740 h 2214047"/>
                <a:gd name="connsiteX2-1355" fmla="*/ 1988879 w 1990924"/>
                <a:gd name="connsiteY2-1356" fmla="*/ 682456 h 2214047"/>
                <a:gd name="connsiteX3-1357" fmla="*/ 1745529 w 1990924"/>
                <a:gd name="connsiteY3-1358" fmla="*/ 911202 h 2214047"/>
                <a:gd name="connsiteX4-1359" fmla="*/ 1745529 w 1990924"/>
                <a:gd name="connsiteY4-1360" fmla="*/ 1308392 h 2214047"/>
                <a:gd name="connsiteX5-1361" fmla="*/ 1988879 w 1990924"/>
                <a:gd name="connsiteY5-1362" fmla="*/ 1537138 h 2214047"/>
                <a:gd name="connsiteX6-1363" fmla="*/ 1845026 w 1990924"/>
                <a:gd name="connsiteY6-1364" fmla="*/ 1775854 h 2214047"/>
                <a:gd name="connsiteX7-1365" fmla="*/ 1551439 w 1990924"/>
                <a:gd name="connsiteY7-1366" fmla="*/ 1644566 h 2214047"/>
                <a:gd name="connsiteX8-1367" fmla="*/ 1207462 w 1990924"/>
                <a:gd name="connsiteY8-1368" fmla="*/ 1843161 h 2214047"/>
                <a:gd name="connsiteX9-1369" fmla="*/ 1131037 w 1990924"/>
                <a:gd name="connsiteY9-1370" fmla="*/ 2168281 h 2214047"/>
                <a:gd name="connsiteX10-1371" fmla="*/ 860792 w 1990924"/>
                <a:gd name="connsiteY10-1372" fmla="*/ 2177009 h 2214047"/>
                <a:gd name="connsiteX11-1373" fmla="*/ 819282 w 1990924"/>
                <a:gd name="connsiteY11-1374" fmla="*/ 1843161 h 2214047"/>
                <a:gd name="connsiteX12-1375" fmla="*/ 475305 w 1990924"/>
                <a:gd name="connsiteY12-1376" fmla="*/ 1644566 h 2214047"/>
                <a:gd name="connsiteX13-1377" fmla="*/ 155531 w 1990924"/>
                <a:gd name="connsiteY13-1378" fmla="*/ 1740940 h 2214047"/>
                <a:gd name="connsiteX14-1379" fmla="*/ 2950 w 1990924"/>
                <a:gd name="connsiteY14-1380" fmla="*/ 1510953 h 2214047"/>
                <a:gd name="connsiteX15-1381" fmla="*/ 281215 w 1990924"/>
                <a:gd name="connsiteY15-1382" fmla="*/ 1308392 h 2214047"/>
                <a:gd name="connsiteX16-1383" fmla="*/ 281215 w 1990924"/>
                <a:gd name="connsiteY16-1384" fmla="*/ 911202 h 2214047"/>
                <a:gd name="connsiteX17-1385" fmla="*/ 37865 w 1990924"/>
                <a:gd name="connsiteY17-1386" fmla="*/ 682456 h 2214047"/>
                <a:gd name="connsiteX18-1387" fmla="*/ 155531 w 1990924"/>
                <a:gd name="connsiteY18-1388" fmla="*/ 452468 h 2214047"/>
                <a:gd name="connsiteX19-1389" fmla="*/ 475305 w 1990924"/>
                <a:gd name="connsiteY19-1390" fmla="*/ 575028 h 2214047"/>
                <a:gd name="connsiteX20-1391" fmla="*/ 819282 w 1990924"/>
                <a:gd name="connsiteY20-1392" fmla="*/ 376433 h 2214047"/>
                <a:gd name="connsiteX21-1393" fmla="*/ 895707 w 1990924"/>
                <a:gd name="connsiteY21-1394" fmla="*/ 51313 h 2214047"/>
                <a:gd name="connsiteX22-1395" fmla="*/ 1165952 w 1990924"/>
                <a:gd name="connsiteY22-1396" fmla="*/ 33855 h 2214047"/>
                <a:gd name="connsiteX23-1397" fmla="*/ 1207462 w 1990924"/>
                <a:gd name="connsiteY23-1398" fmla="*/ 376433 h 2214047"/>
                <a:gd name="connsiteX24-1399" fmla="*/ 1551439 w 1990924"/>
                <a:gd name="connsiteY24-1400" fmla="*/ 575028 h 2214047"/>
              </a:gdLst>
              <a:ahLst/>
              <a:cxnLst>
                <a:cxn ang="0">
                  <a:pos x="connsiteX0-1351" y="connsiteY0-1352"/>
                </a:cxn>
                <a:cxn ang="0">
                  <a:pos x="connsiteX1-1353" y="connsiteY1-1354"/>
                </a:cxn>
                <a:cxn ang="0">
                  <a:pos x="connsiteX2-1355" y="connsiteY2-1356"/>
                </a:cxn>
                <a:cxn ang="0">
                  <a:pos x="connsiteX3-1357" y="connsiteY3-1358"/>
                </a:cxn>
                <a:cxn ang="0">
                  <a:pos x="connsiteX4-1359" y="connsiteY4-1360"/>
                </a:cxn>
                <a:cxn ang="0">
                  <a:pos x="connsiteX5-1361" y="connsiteY5-1362"/>
                </a:cxn>
                <a:cxn ang="0">
                  <a:pos x="connsiteX6-1363" y="connsiteY6-1364"/>
                </a:cxn>
                <a:cxn ang="0">
                  <a:pos x="connsiteX7-1365" y="connsiteY7-1366"/>
                </a:cxn>
                <a:cxn ang="0">
                  <a:pos x="connsiteX8-1367" y="connsiteY8-1368"/>
                </a:cxn>
                <a:cxn ang="0">
                  <a:pos x="connsiteX9-1369" y="connsiteY9-1370"/>
                </a:cxn>
                <a:cxn ang="0">
                  <a:pos x="connsiteX10-1371" y="connsiteY10-1372"/>
                </a:cxn>
                <a:cxn ang="0">
                  <a:pos x="connsiteX11-1373" y="connsiteY11-1374"/>
                </a:cxn>
                <a:cxn ang="0">
                  <a:pos x="connsiteX12-1375" y="connsiteY12-1376"/>
                </a:cxn>
                <a:cxn ang="0">
                  <a:pos x="connsiteX13-1377" y="connsiteY13-1378"/>
                </a:cxn>
                <a:cxn ang="0">
                  <a:pos x="connsiteX14-1379" y="connsiteY14-1380"/>
                </a:cxn>
                <a:cxn ang="0">
                  <a:pos x="connsiteX15-1381" y="connsiteY15-1382"/>
                </a:cxn>
                <a:cxn ang="0">
                  <a:pos x="connsiteX16-1383" y="connsiteY16-1384"/>
                </a:cxn>
                <a:cxn ang="0">
                  <a:pos x="connsiteX17-1385" y="connsiteY17-1386"/>
                </a:cxn>
                <a:cxn ang="0">
                  <a:pos x="connsiteX18-1387" y="connsiteY18-1388"/>
                </a:cxn>
                <a:cxn ang="0">
                  <a:pos x="connsiteX19-1389" y="connsiteY19-1390"/>
                </a:cxn>
                <a:cxn ang="0">
                  <a:pos x="connsiteX20-1391" y="connsiteY20-1392"/>
                </a:cxn>
                <a:cxn ang="0">
                  <a:pos x="connsiteX21-1393" y="connsiteY21-1394"/>
                </a:cxn>
                <a:cxn ang="0">
                  <a:pos x="connsiteX22-1395" y="connsiteY22-1396"/>
                </a:cxn>
                <a:cxn ang="0">
                  <a:pos x="connsiteX23-1397" y="connsiteY23-1398"/>
                </a:cxn>
                <a:cxn ang="0">
                  <a:pos x="connsiteX24-1399" y="connsiteY24-1400"/>
                </a:cxn>
              </a:cxnLst>
              <a:rect l="l" t="t" r="r" b="b"/>
              <a:pathLst>
                <a:path w="1990924" h="2214047">
                  <a:moveTo>
                    <a:pt x="1551439" y="575028"/>
                  </a:moveTo>
                  <a:lnTo>
                    <a:pt x="1810111" y="443740"/>
                  </a:lnTo>
                  <a:cubicBezTo>
                    <a:pt x="1916702" y="411615"/>
                    <a:pt x="1999643" y="604546"/>
                    <a:pt x="1988879" y="682456"/>
                  </a:cubicBezTo>
                  <a:cubicBezTo>
                    <a:pt x="1978115" y="760366"/>
                    <a:pt x="1855917" y="833066"/>
                    <a:pt x="1745529" y="911202"/>
                  </a:cubicBezTo>
                  <a:cubicBezTo>
                    <a:pt x="1780804" y="1041249"/>
                    <a:pt x="1780804" y="1178345"/>
                    <a:pt x="1745529" y="1308392"/>
                  </a:cubicBezTo>
                  <a:cubicBezTo>
                    <a:pt x="1826646" y="1384641"/>
                    <a:pt x="1972296" y="1459228"/>
                    <a:pt x="1988879" y="1537138"/>
                  </a:cubicBezTo>
                  <a:cubicBezTo>
                    <a:pt x="2005462" y="1615048"/>
                    <a:pt x="1917933" y="1757949"/>
                    <a:pt x="1845026" y="1775854"/>
                  </a:cubicBezTo>
                  <a:cubicBezTo>
                    <a:pt x="1772119" y="1793759"/>
                    <a:pt x="1679522" y="1697359"/>
                    <a:pt x="1551439" y="1644566"/>
                  </a:cubicBezTo>
                  <a:cubicBezTo>
                    <a:pt x="1456452" y="1740139"/>
                    <a:pt x="1337724" y="1808687"/>
                    <a:pt x="1207462" y="1843161"/>
                  </a:cubicBezTo>
                  <a:cubicBezTo>
                    <a:pt x="1181987" y="1951534"/>
                    <a:pt x="1188815" y="2112640"/>
                    <a:pt x="1131037" y="2168281"/>
                  </a:cubicBezTo>
                  <a:cubicBezTo>
                    <a:pt x="1073259" y="2223922"/>
                    <a:pt x="912751" y="2231196"/>
                    <a:pt x="860792" y="2177009"/>
                  </a:cubicBezTo>
                  <a:cubicBezTo>
                    <a:pt x="808833" y="2122822"/>
                    <a:pt x="810792" y="1947903"/>
                    <a:pt x="819282" y="1843161"/>
                  </a:cubicBezTo>
                  <a:cubicBezTo>
                    <a:pt x="689020" y="1808686"/>
                    <a:pt x="570292" y="1740138"/>
                    <a:pt x="475305" y="1644566"/>
                  </a:cubicBezTo>
                  <a:cubicBezTo>
                    <a:pt x="368714" y="1676691"/>
                    <a:pt x="234257" y="1763209"/>
                    <a:pt x="155531" y="1740940"/>
                  </a:cubicBezTo>
                  <a:cubicBezTo>
                    <a:pt x="76805" y="1718671"/>
                    <a:pt x="-17997" y="1583044"/>
                    <a:pt x="2950" y="1510953"/>
                  </a:cubicBezTo>
                  <a:cubicBezTo>
                    <a:pt x="23897" y="1438862"/>
                    <a:pt x="223198" y="1360342"/>
                    <a:pt x="281215" y="1308392"/>
                  </a:cubicBezTo>
                  <a:cubicBezTo>
                    <a:pt x="245940" y="1178345"/>
                    <a:pt x="245940" y="1041249"/>
                    <a:pt x="281215" y="911202"/>
                  </a:cubicBezTo>
                  <a:cubicBezTo>
                    <a:pt x="200098" y="834953"/>
                    <a:pt x="58812" y="758912"/>
                    <a:pt x="37865" y="682456"/>
                  </a:cubicBezTo>
                  <a:cubicBezTo>
                    <a:pt x="16918" y="606000"/>
                    <a:pt x="82624" y="470373"/>
                    <a:pt x="155531" y="452468"/>
                  </a:cubicBezTo>
                  <a:cubicBezTo>
                    <a:pt x="228438" y="434563"/>
                    <a:pt x="364680" y="530965"/>
                    <a:pt x="475305" y="575028"/>
                  </a:cubicBezTo>
                  <a:cubicBezTo>
                    <a:pt x="570292" y="479455"/>
                    <a:pt x="689020" y="410907"/>
                    <a:pt x="819282" y="376433"/>
                  </a:cubicBezTo>
                  <a:cubicBezTo>
                    <a:pt x="844757" y="268060"/>
                    <a:pt x="837929" y="108409"/>
                    <a:pt x="895707" y="51313"/>
                  </a:cubicBezTo>
                  <a:cubicBezTo>
                    <a:pt x="953485" y="-5783"/>
                    <a:pt x="1113993" y="-20332"/>
                    <a:pt x="1165952" y="33855"/>
                  </a:cubicBezTo>
                  <a:cubicBezTo>
                    <a:pt x="1217911" y="88042"/>
                    <a:pt x="1198495" y="254233"/>
                    <a:pt x="1207462" y="376433"/>
                  </a:cubicBezTo>
                  <a:cubicBezTo>
                    <a:pt x="1337724" y="410908"/>
                    <a:pt x="1456452" y="479456"/>
                    <a:pt x="1551439" y="575028"/>
                  </a:cubicBezTo>
                  <a:close/>
                </a:path>
              </a:pathLst>
            </a:custGeom>
            <a:noFill/>
            <a:ln w="254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  <p:txBody>
            <a:bodyPr lIns="583766" tIns="587064" rIns="583766" bIns="587064" spcCol="1270" anchor="ctr"/>
            <a:lstStyle/>
            <a:p>
              <a:pPr marL="0" marR="0" lvl="0" indent="0" algn="ctr" defTabSz="13335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0" name="任意多边形 86">
              <a:extLst>
                <a:ext uri="{FF2B5EF4-FFF2-40B4-BE49-F238E27FC236}">
                  <a16:creationId xmlns:a16="http://schemas.microsoft.com/office/drawing/2014/main" id="{4917FF4F-76A2-C37E-9009-BAFBAB49698A}"/>
                </a:ext>
              </a:extLst>
            </p:cNvPr>
            <p:cNvSpPr/>
            <p:nvPr/>
          </p:nvSpPr>
          <p:spPr bwMode="auto">
            <a:xfrm rot="1127014">
              <a:off x="8523288" y="3727450"/>
              <a:ext cx="1812925" cy="1993900"/>
            </a:xfrm>
            <a:custGeom>
              <a:avLst/>
              <a:gdLst>
                <a:gd name="connsiteX0" fmla="*/ 1621800 w 2167466"/>
                <a:gd name="connsiteY0" fmla="*/ 548964 h 2167466"/>
                <a:gd name="connsiteX1" fmla="*/ 1941574 w 2167466"/>
                <a:gd name="connsiteY1" fmla="*/ 452590 h 2167466"/>
                <a:gd name="connsiteX2" fmla="*/ 2059240 w 2167466"/>
                <a:gd name="connsiteY2" fmla="*/ 656392 h 2167466"/>
                <a:gd name="connsiteX3" fmla="*/ 1815890 w 2167466"/>
                <a:gd name="connsiteY3" fmla="*/ 885138 h 2167466"/>
                <a:gd name="connsiteX4" fmla="*/ 1815890 w 2167466"/>
                <a:gd name="connsiteY4" fmla="*/ 1282328 h 2167466"/>
                <a:gd name="connsiteX5" fmla="*/ 2059240 w 2167466"/>
                <a:gd name="connsiteY5" fmla="*/ 1511074 h 2167466"/>
                <a:gd name="connsiteX6" fmla="*/ 1941574 w 2167466"/>
                <a:gd name="connsiteY6" fmla="*/ 1714876 h 2167466"/>
                <a:gd name="connsiteX7" fmla="*/ 1621800 w 2167466"/>
                <a:gd name="connsiteY7" fmla="*/ 1618502 h 2167466"/>
                <a:gd name="connsiteX8" fmla="*/ 1277823 w 2167466"/>
                <a:gd name="connsiteY8" fmla="*/ 1817097 h 2167466"/>
                <a:gd name="connsiteX9" fmla="*/ 1201398 w 2167466"/>
                <a:gd name="connsiteY9" fmla="*/ 2142217 h 2167466"/>
                <a:gd name="connsiteX10" fmla="*/ 966068 w 2167466"/>
                <a:gd name="connsiteY10" fmla="*/ 2142217 h 2167466"/>
                <a:gd name="connsiteX11" fmla="*/ 889643 w 2167466"/>
                <a:gd name="connsiteY11" fmla="*/ 1817097 h 2167466"/>
                <a:gd name="connsiteX12" fmla="*/ 545666 w 2167466"/>
                <a:gd name="connsiteY12" fmla="*/ 1618502 h 2167466"/>
                <a:gd name="connsiteX13" fmla="*/ 225892 w 2167466"/>
                <a:gd name="connsiteY13" fmla="*/ 1714876 h 2167466"/>
                <a:gd name="connsiteX14" fmla="*/ 108226 w 2167466"/>
                <a:gd name="connsiteY14" fmla="*/ 1511074 h 2167466"/>
                <a:gd name="connsiteX15" fmla="*/ 351576 w 2167466"/>
                <a:gd name="connsiteY15" fmla="*/ 1282328 h 2167466"/>
                <a:gd name="connsiteX16" fmla="*/ 351576 w 2167466"/>
                <a:gd name="connsiteY16" fmla="*/ 885138 h 2167466"/>
                <a:gd name="connsiteX17" fmla="*/ 108226 w 2167466"/>
                <a:gd name="connsiteY17" fmla="*/ 656392 h 2167466"/>
                <a:gd name="connsiteX18" fmla="*/ 225892 w 2167466"/>
                <a:gd name="connsiteY18" fmla="*/ 452590 h 2167466"/>
                <a:gd name="connsiteX19" fmla="*/ 545666 w 2167466"/>
                <a:gd name="connsiteY19" fmla="*/ 548964 h 2167466"/>
                <a:gd name="connsiteX20" fmla="*/ 889643 w 2167466"/>
                <a:gd name="connsiteY20" fmla="*/ 350369 h 2167466"/>
                <a:gd name="connsiteX21" fmla="*/ 966068 w 2167466"/>
                <a:gd name="connsiteY21" fmla="*/ 25249 h 2167466"/>
                <a:gd name="connsiteX22" fmla="*/ 1201398 w 2167466"/>
                <a:gd name="connsiteY22" fmla="*/ 25249 h 2167466"/>
                <a:gd name="connsiteX23" fmla="*/ 1277823 w 2167466"/>
                <a:gd name="connsiteY23" fmla="*/ 350369 h 2167466"/>
                <a:gd name="connsiteX24" fmla="*/ 1621800 w 2167466"/>
                <a:gd name="connsiteY24" fmla="*/ 548964 h 2167466"/>
                <a:gd name="connsiteX0-1" fmla="*/ 1517526 w 1954966"/>
                <a:gd name="connsiteY0-2" fmla="*/ 523716 h 2116969"/>
                <a:gd name="connsiteX1-3" fmla="*/ 1837300 w 1954966"/>
                <a:gd name="connsiteY1-4" fmla="*/ 427342 h 2116969"/>
                <a:gd name="connsiteX2-5" fmla="*/ 1954966 w 1954966"/>
                <a:gd name="connsiteY2-6" fmla="*/ 631144 h 2116969"/>
                <a:gd name="connsiteX3-7" fmla="*/ 1711616 w 1954966"/>
                <a:gd name="connsiteY3-8" fmla="*/ 859890 h 2116969"/>
                <a:gd name="connsiteX4-9" fmla="*/ 1711616 w 1954966"/>
                <a:gd name="connsiteY4-10" fmla="*/ 1257080 h 2116969"/>
                <a:gd name="connsiteX5-11" fmla="*/ 1954966 w 1954966"/>
                <a:gd name="connsiteY5-12" fmla="*/ 1485826 h 2116969"/>
                <a:gd name="connsiteX6-13" fmla="*/ 1837300 w 1954966"/>
                <a:gd name="connsiteY6-14" fmla="*/ 1689628 h 2116969"/>
                <a:gd name="connsiteX7-15" fmla="*/ 1517526 w 1954966"/>
                <a:gd name="connsiteY7-16" fmla="*/ 1593254 h 2116969"/>
                <a:gd name="connsiteX8-17" fmla="*/ 1173549 w 1954966"/>
                <a:gd name="connsiteY8-18" fmla="*/ 1791849 h 2116969"/>
                <a:gd name="connsiteX9-19" fmla="*/ 1097124 w 1954966"/>
                <a:gd name="connsiteY9-20" fmla="*/ 2116969 h 2116969"/>
                <a:gd name="connsiteX10-21" fmla="*/ 861794 w 1954966"/>
                <a:gd name="connsiteY10-22" fmla="*/ 2116969 h 2116969"/>
                <a:gd name="connsiteX11-23" fmla="*/ 785369 w 1954966"/>
                <a:gd name="connsiteY11-24" fmla="*/ 1791849 h 2116969"/>
                <a:gd name="connsiteX12-25" fmla="*/ 441392 w 1954966"/>
                <a:gd name="connsiteY12-26" fmla="*/ 1593254 h 2116969"/>
                <a:gd name="connsiteX13-27" fmla="*/ 121618 w 1954966"/>
                <a:gd name="connsiteY13-28" fmla="*/ 1689628 h 2116969"/>
                <a:gd name="connsiteX14-29" fmla="*/ 3952 w 1954966"/>
                <a:gd name="connsiteY14-30" fmla="*/ 1485826 h 2116969"/>
                <a:gd name="connsiteX15-31" fmla="*/ 247302 w 1954966"/>
                <a:gd name="connsiteY15-32" fmla="*/ 1257080 h 2116969"/>
                <a:gd name="connsiteX16-33" fmla="*/ 247302 w 1954966"/>
                <a:gd name="connsiteY16-34" fmla="*/ 859890 h 2116969"/>
                <a:gd name="connsiteX17-35" fmla="*/ 3952 w 1954966"/>
                <a:gd name="connsiteY17-36" fmla="*/ 631144 h 2116969"/>
                <a:gd name="connsiteX18-37" fmla="*/ 121618 w 1954966"/>
                <a:gd name="connsiteY18-38" fmla="*/ 427342 h 2116969"/>
                <a:gd name="connsiteX19-39" fmla="*/ 441392 w 1954966"/>
                <a:gd name="connsiteY19-40" fmla="*/ 523716 h 2116969"/>
                <a:gd name="connsiteX20-41" fmla="*/ 785369 w 1954966"/>
                <a:gd name="connsiteY20-42" fmla="*/ 325121 h 2116969"/>
                <a:gd name="connsiteX21-43" fmla="*/ 861794 w 1954966"/>
                <a:gd name="connsiteY21-44" fmla="*/ 1 h 2116969"/>
                <a:gd name="connsiteX22-45" fmla="*/ 1097124 w 1954966"/>
                <a:gd name="connsiteY22-46" fmla="*/ 1 h 2116969"/>
                <a:gd name="connsiteX23-47" fmla="*/ 1173549 w 1954966"/>
                <a:gd name="connsiteY23-48" fmla="*/ 325121 h 2116969"/>
                <a:gd name="connsiteX24-49" fmla="*/ 1517526 w 1954966"/>
                <a:gd name="connsiteY24-50" fmla="*/ 523716 h 2116969"/>
                <a:gd name="connsiteX0-51" fmla="*/ 1539857 w 1977297"/>
                <a:gd name="connsiteY0-52" fmla="*/ 523714 h 2116967"/>
                <a:gd name="connsiteX1-53" fmla="*/ 1859631 w 1977297"/>
                <a:gd name="connsiteY1-54" fmla="*/ 427340 h 2116967"/>
                <a:gd name="connsiteX2-55" fmla="*/ 1977297 w 1977297"/>
                <a:gd name="connsiteY2-56" fmla="*/ 631142 h 2116967"/>
                <a:gd name="connsiteX3-57" fmla="*/ 1733947 w 1977297"/>
                <a:gd name="connsiteY3-58" fmla="*/ 859888 h 2116967"/>
                <a:gd name="connsiteX4-59" fmla="*/ 1733947 w 1977297"/>
                <a:gd name="connsiteY4-60" fmla="*/ 1257078 h 2116967"/>
                <a:gd name="connsiteX5-61" fmla="*/ 1977297 w 1977297"/>
                <a:gd name="connsiteY5-62" fmla="*/ 1485824 h 2116967"/>
                <a:gd name="connsiteX6-63" fmla="*/ 1859631 w 1977297"/>
                <a:gd name="connsiteY6-64" fmla="*/ 1689626 h 2116967"/>
                <a:gd name="connsiteX7-65" fmla="*/ 1539857 w 1977297"/>
                <a:gd name="connsiteY7-66" fmla="*/ 1593252 h 2116967"/>
                <a:gd name="connsiteX8-67" fmla="*/ 1195880 w 1977297"/>
                <a:gd name="connsiteY8-68" fmla="*/ 1791847 h 2116967"/>
                <a:gd name="connsiteX9-69" fmla="*/ 1119455 w 1977297"/>
                <a:gd name="connsiteY9-70" fmla="*/ 2116967 h 2116967"/>
                <a:gd name="connsiteX10-71" fmla="*/ 884125 w 1977297"/>
                <a:gd name="connsiteY10-72" fmla="*/ 2116967 h 2116967"/>
                <a:gd name="connsiteX11-73" fmla="*/ 807700 w 1977297"/>
                <a:gd name="connsiteY11-74" fmla="*/ 1791847 h 2116967"/>
                <a:gd name="connsiteX12-75" fmla="*/ 463723 w 1977297"/>
                <a:gd name="connsiteY12-76" fmla="*/ 1593252 h 2116967"/>
                <a:gd name="connsiteX13-77" fmla="*/ 143949 w 1977297"/>
                <a:gd name="connsiteY13-78" fmla="*/ 1689626 h 2116967"/>
                <a:gd name="connsiteX14-79" fmla="*/ 26283 w 1977297"/>
                <a:gd name="connsiteY14-80" fmla="*/ 1485824 h 2116967"/>
                <a:gd name="connsiteX15-81" fmla="*/ 269633 w 1977297"/>
                <a:gd name="connsiteY15-82" fmla="*/ 1257078 h 2116967"/>
                <a:gd name="connsiteX16-83" fmla="*/ 269633 w 1977297"/>
                <a:gd name="connsiteY16-84" fmla="*/ 859888 h 2116967"/>
                <a:gd name="connsiteX17-85" fmla="*/ 26283 w 1977297"/>
                <a:gd name="connsiteY17-86" fmla="*/ 631142 h 2116967"/>
                <a:gd name="connsiteX18-87" fmla="*/ 143949 w 1977297"/>
                <a:gd name="connsiteY18-88" fmla="*/ 427340 h 2116967"/>
                <a:gd name="connsiteX19-89" fmla="*/ 463723 w 1977297"/>
                <a:gd name="connsiteY19-90" fmla="*/ 523714 h 2116967"/>
                <a:gd name="connsiteX20-91" fmla="*/ 807700 w 1977297"/>
                <a:gd name="connsiteY20-92" fmla="*/ 325119 h 2116967"/>
                <a:gd name="connsiteX21-93" fmla="*/ 884125 w 1977297"/>
                <a:gd name="connsiteY21-94" fmla="*/ -1 h 2116967"/>
                <a:gd name="connsiteX22-95" fmla="*/ 1119455 w 1977297"/>
                <a:gd name="connsiteY22-96" fmla="*/ -1 h 2116967"/>
                <a:gd name="connsiteX23-97" fmla="*/ 1195880 w 1977297"/>
                <a:gd name="connsiteY23-98" fmla="*/ 325119 h 2116967"/>
                <a:gd name="connsiteX24-99" fmla="*/ 1539857 w 1977297"/>
                <a:gd name="connsiteY24-100" fmla="*/ 523714 h 2116967"/>
                <a:gd name="connsiteX0-101" fmla="*/ 1539859 w 1977299"/>
                <a:gd name="connsiteY0-102" fmla="*/ 523716 h 2116969"/>
                <a:gd name="connsiteX1-103" fmla="*/ 1859633 w 1977299"/>
                <a:gd name="connsiteY1-104" fmla="*/ 427342 h 2116969"/>
                <a:gd name="connsiteX2-105" fmla="*/ 1977299 w 1977299"/>
                <a:gd name="connsiteY2-106" fmla="*/ 631144 h 2116969"/>
                <a:gd name="connsiteX3-107" fmla="*/ 1733949 w 1977299"/>
                <a:gd name="connsiteY3-108" fmla="*/ 859890 h 2116969"/>
                <a:gd name="connsiteX4-109" fmla="*/ 1733949 w 1977299"/>
                <a:gd name="connsiteY4-110" fmla="*/ 1257080 h 2116969"/>
                <a:gd name="connsiteX5-111" fmla="*/ 1977299 w 1977299"/>
                <a:gd name="connsiteY5-112" fmla="*/ 1485826 h 2116969"/>
                <a:gd name="connsiteX6-113" fmla="*/ 1859633 w 1977299"/>
                <a:gd name="connsiteY6-114" fmla="*/ 1689628 h 2116969"/>
                <a:gd name="connsiteX7-115" fmla="*/ 1539859 w 1977299"/>
                <a:gd name="connsiteY7-116" fmla="*/ 1593254 h 2116969"/>
                <a:gd name="connsiteX8-117" fmla="*/ 1195882 w 1977299"/>
                <a:gd name="connsiteY8-118" fmla="*/ 1791849 h 2116969"/>
                <a:gd name="connsiteX9-119" fmla="*/ 1119457 w 1977299"/>
                <a:gd name="connsiteY9-120" fmla="*/ 2116969 h 2116969"/>
                <a:gd name="connsiteX10-121" fmla="*/ 884127 w 1977299"/>
                <a:gd name="connsiteY10-122" fmla="*/ 2116969 h 2116969"/>
                <a:gd name="connsiteX11-123" fmla="*/ 807702 w 1977299"/>
                <a:gd name="connsiteY11-124" fmla="*/ 1791849 h 2116969"/>
                <a:gd name="connsiteX12-125" fmla="*/ 463725 w 1977299"/>
                <a:gd name="connsiteY12-126" fmla="*/ 1593254 h 2116969"/>
                <a:gd name="connsiteX13-127" fmla="*/ 143951 w 1977299"/>
                <a:gd name="connsiteY13-128" fmla="*/ 1689628 h 2116969"/>
                <a:gd name="connsiteX14-129" fmla="*/ 26285 w 1977299"/>
                <a:gd name="connsiteY14-130" fmla="*/ 1485826 h 2116969"/>
                <a:gd name="connsiteX15-131" fmla="*/ 269635 w 1977299"/>
                <a:gd name="connsiteY15-132" fmla="*/ 1257080 h 2116969"/>
                <a:gd name="connsiteX16-133" fmla="*/ 269635 w 1977299"/>
                <a:gd name="connsiteY16-134" fmla="*/ 859890 h 2116969"/>
                <a:gd name="connsiteX17-135" fmla="*/ 26285 w 1977299"/>
                <a:gd name="connsiteY17-136" fmla="*/ 631144 h 2116969"/>
                <a:gd name="connsiteX18-137" fmla="*/ 143951 w 1977299"/>
                <a:gd name="connsiteY18-138" fmla="*/ 427342 h 2116969"/>
                <a:gd name="connsiteX19-139" fmla="*/ 463725 w 1977299"/>
                <a:gd name="connsiteY19-140" fmla="*/ 523716 h 2116969"/>
                <a:gd name="connsiteX20-141" fmla="*/ 807702 w 1977299"/>
                <a:gd name="connsiteY20-142" fmla="*/ 325121 h 2116969"/>
                <a:gd name="connsiteX21-143" fmla="*/ 884127 w 1977299"/>
                <a:gd name="connsiteY21-144" fmla="*/ 1 h 2116969"/>
                <a:gd name="connsiteX22-145" fmla="*/ 1119457 w 1977299"/>
                <a:gd name="connsiteY22-146" fmla="*/ 1 h 2116969"/>
                <a:gd name="connsiteX23-147" fmla="*/ 1195882 w 1977299"/>
                <a:gd name="connsiteY23-148" fmla="*/ 325121 h 2116969"/>
                <a:gd name="connsiteX24-149" fmla="*/ 1539859 w 1977299"/>
                <a:gd name="connsiteY24-150" fmla="*/ 523716 h 2116969"/>
                <a:gd name="connsiteX0-151" fmla="*/ 1539859 w 1977299"/>
                <a:gd name="connsiteY0-152" fmla="*/ 523714 h 2116967"/>
                <a:gd name="connsiteX1-153" fmla="*/ 1859633 w 1977299"/>
                <a:gd name="connsiteY1-154" fmla="*/ 427340 h 2116967"/>
                <a:gd name="connsiteX2-155" fmla="*/ 1977299 w 1977299"/>
                <a:gd name="connsiteY2-156" fmla="*/ 631142 h 2116967"/>
                <a:gd name="connsiteX3-157" fmla="*/ 1733949 w 1977299"/>
                <a:gd name="connsiteY3-158" fmla="*/ 859888 h 2116967"/>
                <a:gd name="connsiteX4-159" fmla="*/ 1733949 w 1977299"/>
                <a:gd name="connsiteY4-160" fmla="*/ 1257078 h 2116967"/>
                <a:gd name="connsiteX5-161" fmla="*/ 1977299 w 1977299"/>
                <a:gd name="connsiteY5-162" fmla="*/ 1485824 h 2116967"/>
                <a:gd name="connsiteX6-163" fmla="*/ 1859633 w 1977299"/>
                <a:gd name="connsiteY6-164" fmla="*/ 1689626 h 2116967"/>
                <a:gd name="connsiteX7-165" fmla="*/ 1539859 w 1977299"/>
                <a:gd name="connsiteY7-166" fmla="*/ 1593252 h 2116967"/>
                <a:gd name="connsiteX8-167" fmla="*/ 1195882 w 1977299"/>
                <a:gd name="connsiteY8-168" fmla="*/ 1791847 h 2116967"/>
                <a:gd name="connsiteX9-169" fmla="*/ 1119457 w 1977299"/>
                <a:gd name="connsiteY9-170" fmla="*/ 2116967 h 2116967"/>
                <a:gd name="connsiteX10-171" fmla="*/ 884127 w 1977299"/>
                <a:gd name="connsiteY10-172" fmla="*/ 2116967 h 2116967"/>
                <a:gd name="connsiteX11-173" fmla="*/ 807702 w 1977299"/>
                <a:gd name="connsiteY11-174" fmla="*/ 1791847 h 2116967"/>
                <a:gd name="connsiteX12-175" fmla="*/ 463725 w 1977299"/>
                <a:gd name="connsiteY12-176" fmla="*/ 1593252 h 2116967"/>
                <a:gd name="connsiteX13-177" fmla="*/ 143951 w 1977299"/>
                <a:gd name="connsiteY13-178" fmla="*/ 1689626 h 2116967"/>
                <a:gd name="connsiteX14-179" fmla="*/ 26285 w 1977299"/>
                <a:gd name="connsiteY14-180" fmla="*/ 1485824 h 2116967"/>
                <a:gd name="connsiteX15-181" fmla="*/ 269635 w 1977299"/>
                <a:gd name="connsiteY15-182" fmla="*/ 1257078 h 2116967"/>
                <a:gd name="connsiteX16-183" fmla="*/ 269635 w 1977299"/>
                <a:gd name="connsiteY16-184" fmla="*/ 859888 h 2116967"/>
                <a:gd name="connsiteX17-185" fmla="*/ 26285 w 1977299"/>
                <a:gd name="connsiteY17-186" fmla="*/ 631142 h 2116967"/>
                <a:gd name="connsiteX18-187" fmla="*/ 143951 w 1977299"/>
                <a:gd name="connsiteY18-188" fmla="*/ 427340 h 2116967"/>
                <a:gd name="connsiteX19-189" fmla="*/ 463725 w 1977299"/>
                <a:gd name="connsiteY19-190" fmla="*/ 523714 h 2116967"/>
                <a:gd name="connsiteX20-191" fmla="*/ 807702 w 1977299"/>
                <a:gd name="connsiteY20-192" fmla="*/ 325119 h 2116967"/>
                <a:gd name="connsiteX21-193" fmla="*/ 884127 w 1977299"/>
                <a:gd name="connsiteY21-194" fmla="*/ -1 h 2116967"/>
                <a:gd name="connsiteX22-195" fmla="*/ 1119457 w 1977299"/>
                <a:gd name="connsiteY22-196" fmla="*/ -1 h 2116967"/>
                <a:gd name="connsiteX23-197" fmla="*/ 1195882 w 1977299"/>
                <a:gd name="connsiteY23-198" fmla="*/ 325119 h 2116967"/>
                <a:gd name="connsiteX24-199" fmla="*/ 1539859 w 1977299"/>
                <a:gd name="connsiteY24-200" fmla="*/ 523714 h 2116967"/>
                <a:gd name="connsiteX0-201" fmla="*/ 1539859 w 1977299"/>
                <a:gd name="connsiteY0-202" fmla="*/ 523716 h 2157608"/>
                <a:gd name="connsiteX1-203" fmla="*/ 1859633 w 1977299"/>
                <a:gd name="connsiteY1-204" fmla="*/ 427342 h 2157608"/>
                <a:gd name="connsiteX2-205" fmla="*/ 1977299 w 1977299"/>
                <a:gd name="connsiteY2-206" fmla="*/ 631144 h 2157608"/>
                <a:gd name="connsiteX3-207" fmla="*/ 1733949 w 1977299"/>
                <a:gd name="connsiteY3-208" fmla="*/ 859890 h 2157608"/>
                <a:gd name="connsiteX4-209" fmla="*/ 1733949 w 1977299"/>
                <a:gd name="connsiteY4-210" fmla="*/ 1257080 h 2157608"/>
                <a:gd name="connsiteX5-211" fmla="*/ 1977299 w 1977299"/>
                <a:gd name="connsiteY5-212" fmla="*/ 1485826 h 2157608"/>
                <a:gd name="connsiteX6-213" fmla="*/ 1859633 w 1977299"/>
                <a:gd name="connsiteY6-214" fmla="*/ 1689628 h 2157608"/>
                <a:gd name="connsiteX7-215" fmla="*/ 1539859 w 1977299"/>
                <a:gd name="connsiteY7-216" fmla="*/ 1593254 h 2157608"/>
                <a:gd name="connsiteX8-217" fmla="*/ 1195882 w 1977299"/>
                <a:gd name="connsiteY8-218" fmla="*/ 1791849 h 2157608"/>
                <a:gd name="connsiteX9-219" fmla="*/ 1119457 w 1977299"/>
                <a:gd name="connsiteY9-220" fmla="*/ 2116969 h 2157608"/>
                <a:gd name="connsiteX10-221" fmla="*/ 884127 w 1977299"/>
                <a:gd name="connsiteY10-222" fmla="*/ 2116969 h 2157608"/>
                <a:gd name="connsiteX11-223" fmla="*/ 807702 w 1977299"/>
                <a:gd name="connsiteY11-224" fmla="*/ 1791849 h 2157608"/>
                <a:gd name="connsiteX12-225" fmla="*/ 463725 w 1977299"/>
                <a:gd name="connsiteY12-226" fmla="*/ 1593254 h 2157608"/>
                <a:gd name="connsiteX13-227" fmla="*/ 143951 w 1977299"/>
                <a:gd name="connsiteY13-228" fmla="*/ 1689628 h 2157608"/>
                <a:gd name="connsiteX14-229" fmla="*/ 26285 w 1977299"/>
                <a:gd name="connsiteY14-230" fmla="*/ 1485826 h 2157608"/>
                <a:gd name="connsiteX15-231" fmla="*/ 269635 w 1977299"/>
                <a:gd name="connsiteY15-232" fmla="*/ 1257080 h 2157608"/>
                <a:gd name="connsiteX16-233" fmla="*/ 269635 w 1977299"/>
                <a:gd name="connsiteY16-234" fmla="*/ 859890 h 2157608"/>
                <a:gd name="connsiteX17-235" fmla="*/ 26285 w 1977299"/>
                <a:gd name="connsiteY17-236" fmla="*/ 631144 h 2157608"/>
                <a:gd name="connsiteX18-237" fmla="*/ 143951 w 1977299"/>
                <a:gd name="connsiteY18-238" fmla="*/ 427342 h 2157608"/>
                <a:gd name="connsiteX19-239" fmla="*/ 463725 w 1977299"/>
                <a:gd name="connsiteY19-240" fmla="*/ 523716 h 2157608"/>
                <a:gd name="connsiteX20-241" fmla="*/ 807702 w 1977299"/>
                <a:gd name="connsiteY20-242" fmla="*/ 325121 h 2157608"/>
                <a:gd name="connsiteX21-243" fmla="*/ 884127 w 1977299"/>
                <a:gd name="connsiteY21-244" fmla="*/ 1 h 2157608"/>
                <a:gd name="connsiteX22-245" fmla="*/ 1119457 w 1977299"/>
                <a:gd name="connsiteY22-246" fmla="*/ 1 h 2157608"/>
                <a:gd name="connsiteX23-247" fmla="*/ 1195882 w 1977299"/>
                <a:gd name="connsiteY23-248" fmla="*/ 325121 h 2157608"/>
                <a:gd name="connsiteX24-249" fmla="*/ 1539859 w 1977299"/>
                <a:gd name="connsiteY24-250" fmla="*/ 523716 h 2157608"/>
                <a:gd name="connsiteX0-251" fmla="*/ 1539859 w 1977299"/>
                <a:gd name="connsiteY0-252" fmla="*/ 523714 h 2179536"/>
                <a:gd name="connsiteX1-253" fmla="*/ 1859633 w 1977299"/>
                <a:gd name="connsiteY1-254" fmla="*/ 427340 h 2179536"/>
                <a:gd name="connsiteX2-255" fmla="*/ 1977299 w 1977299"/>
                <a:gd name="connsiteY2-256" fmla="*/ 631142 h 2179536"/>
                <a:gd name="connsiteX3-257" fmla="*/ 1733949 w 1977299"/>
                <a:gd name="connsiteY3-258" fmla="*/ 859888 h 2179536"/>
                <a:gd name="connsiteX4-259" fmla="*/ 1733949 w 1977299"/>
                <a:gd name="connsiteY4-260" fmla="*/ 1257078 h 2179536"/>
                <a:gd name="connsiteX5-261" fmla="*/ 1977299 w 1977299"/>
                <a:gd name="connsiteY5-262" fmla="*/ 1485824 h 2179536"/>
                <a:gd name="connsiteX6-263" fmla="*/ 1859633 w 1977299"/>
                <a:gd name="connsiteY6-264" fmla="*/ 1689626 h 2179536"/>
                <a:gd name="connsiteX7-265" fmla="*/ 1539859 w 1977299"/>
                <a:gd name="connsiteY7-266" fmla="*/ 1593252 h 2179536"/>
                <a:gd name="connsiteX8-267" fmla="*/ 1195882 w 1977299"/>
                <a:gd name="connsiteY8-268" fmla="*/ 1791847 h 2179536"/>
                <a:gd name="connsiteX9-269" fmla="*/ 1119457 w 1977299"/>
                <a:gd name="connsiteY9-270" fmla="*/ 2116967 h 2179536"/>
                <a:gd name="connsiteX10-271" fmla="*/ 884127 w 1977299"/>
                <a:gd name="connsiteY10-272" fmla="*/ 2116967 h 2179536"/>
                <a:gd name="connsiteX11-273" fmla="*/ 807702 w 1977299"/>
                <a:gd name="connsiteY11-274" fmla="*/ 1791847 h 2179536"/>
                <a:gd name="connsiteX12-275" fmla="*/ 463725 w 1977299"/>
                <a:gd name="connsiteY12-276" fmla="*/ 1593252 h 2179536"/>
                <a:gd name="connsiteX13-277" fmla="*/ 143951 w 1977299"/>
                <a:gd name="connsiteY13-278" fmla="*/ 1689626 h 2179536"/>
                <a:gd name="connsiteX14-279" fmla="*/ 26285 w 1977299"/>
                <a:gd name="connsiteY14-280" fmla="*/ 1485824 h 2179536"/>
                <a:gd name="connsiteX15-281" fmla="*/ 269635 w 1977299"/>
                <a:gd name="connsiteY15-282" fmla="*/ 1257078 h 2179536"/>
                <a:gd name="connsiteX16-283" fmla="*/ 269635 w 1977299"/>
                <a:gd name="connsiteY16-284" fmla="*/ 859888 h 2179536"/>
                <a:gd name="connsiteX17-285" fmla="*/ 26285 w 1977299"/>
                <a:gd name="connsiteY17-286" fmla="*/ 631142 h 2179536"/>
                <a:gd name="connsiteX18-287" fmla="*/ 143951 w 1977299"/>
                <a:gd name="connsiteY18-288" fmla="*/ 427340 h 2179536"/>
                <a:gd name="connsiteX19-289" fmla="*/ 463725 w 1977299"/>
                <a:gd name="connsiteY19-290" fmla="*/ 523714 h 2179536"/>
                <a:gd name="connsiteX20-291" fmla="*/ 807702 w 1977299"/>
                <a:gd name="connsiteY20-292" fmla="*/ 325119 h 2179536"/>
                <a:gd name="connsiteX21-293" fmla="*/ 884127 w 1977299"/>
                <a:gd name="connsiteY21-294" fmla="*/ -1 h 2179536"/>
                <a:gd name="connsiteX22-295" fmla="*/ 1119457 w 1977299"/>
                <a:gd name="connsiteY22-296" fmla="*/ -1 h 2179536"/>
                <a:gd name="connsiteX23-297" fmla="*/ 1195882 w 1977299"/>
                <a:gd name="connsiteY23-298" fmla="*/ 325119 h 2179536"/>
                <a:gd name="connsiteX24-299" fmla="*/ 1539859 w 1977299"/>
                <a:gd name="connsiteY24-300" fmla="*/ 523714 h 2179536"/>
                <a:gd name="connsiteX0-301" fmla="*/ 1539859 w 1981249"/>
                <a:gd name="connsiteY0-302" fmla="*/ 523716 h 2179538"/>
                <a:gd name="connsiteX1-303" fmla="*/ 1859633 w 1981249"/>
                <a:gd name="connsiteY1-304" fmla="*/ 427342 h 2179538"/>
                <a:gd name="connsiteX2-305" fmla="*/ 1977299 w 1981249"/>
                <a:gd name="connsiteY2-306" fmla="*/ 631144 h 2179538"/>
                <a:gd name="connsiteX3-307" fmla="*/ 1733949 w 1981249"/>
                <a:gd name="connsiteY3-308" fmla="*/ 859890 h 2179538"/>
                <a:gd name="connsiteX4-309" fmla="*/ 1733949 w 1981249"/>
                <a:gd name="connsiteY4-310" fmla="*/ 1257080 h 2179538"/>
                <a:gd name="connsiteX5-311" fmla="*/ 1977299 w 1981249"/>
                <a:gd name="connsiteY5-312" fmla="*/ 1485826 h 2179538"/>
                <a:gd name="connsiteX6-313" fmla="*/ 1859633 w 1981249"/>
                <a:gd name="connsiteY6-314" fmla="*/ 1689628 h 2179538"/>
                <a:gd name="connsiteX7-315" fmla="*/ 1539859 w 1981249"/>
                <a:gd name="connsiteY7-316" fmla="*/ 1593254 h 2179538"/>
                <a:gd name="connsiteX8-317" fmla="*/ 1195882 w 1981249"/>
                <a:gd name="connsiteY8-318" fmla="*/ 1791849 h 2179538"/>
                <a:gd name="connsiteX9-319" fmla="*/ 1119457 w 1981249"/>
                <a:gd name="connsiteY9-320" fmla="*/ 2116969 h 2179538"/>
                <a:gd name="connsiteX10-321" fmla="*/ 884127 w 1981249"/>
                <a:gd name="connsiteY10-322" fmla="*/ 2116969 h 2179538"/>
                <a:gd name="connsiteX11-323" fmla="*/ 807702 w 1981249"/>
                <a:gd name="connsiteY11-324" fmla="*/ 1791849 h 2179538"/>
                <a:gd name="connsiteX12-325" fmla="*/ 463725 w 1981249"/>
                <a:gd name="connsiteY12-326" fmla="*/ 1593254 h 2179538"/>
                <a:gd name="connsiteX13-327" fmla="*/ 143951 w 1981249"/>
                <a:gd name="connsiteY13-328" fmla="*/ 1689628 h 2179538"/>
                <a:gd name="connsiteX14-329" fmla="*/ 26285 w 1981249"/>
                <a:gd name="connsiteY14-330" fmla="*/ 1485826 h 2179538"/>
                <a:gd name="connsiteX15-331" fmla="*/ 269635 w 1981249"/>
                <a:gd name="connsiteY15-332" fmla="*/ 1257080 h 2179538"/>
                <a:gd name="connsiteX16-333" fmla="*/ 269635 w 1981249"/>
                <a:gd name="connsiteY16-334" fmla="*/ 859890 h 2179538"/>
                <a:gd name="connsiteX17-335" fmla="*/ 26285 w 1981249"/>
                <a:gd name="connsiteY17-336" fmla="*/ 631144 h 2179538"/>
                <a:gd name="connsiteX18-337" fmla="*/ 143951 w 1981249"/>
                <a:gd name="connsiteY18-338" fmla="*/ 427342 h 2179538"/>
                <a:gd name="connsiteX19-339" fmla="*/ 463725 w 1981249"/>
                <a:gd name="connsiteY19-340" fmla="*/ 523716 h 2179538"/>
                <a:gd name="connsiteX20-341" fmla="*/ 807702 w 1981249"/>
                <a:gd name="connsiteY20-342" fmla="*/ 325121 h 2179538"/>
                <a:gd name="connsiteX21-343" fmla="*/ 884127 w 1981249"/>
                <a:gd name="connsiteY21-344" fmla="*/ 1 h 2179538"/>
                <a:gd name="connsiteX22-345" fmla="*/ 1119457 w 1981249"/>
                <a:gd name="connsiteY22-346" fmla="*/ 1 h 2179538"/>
                <a:gd name="connsiteX23-347" fmla="*/ 1195882 w 1981249"/>
                <a:gd name="connsiteY23-348" fmla="*/ 325121 h 2179538"/>
                <a:gd name="connsiteX24-349" fmla="*/ 1539859 w 1981249"/>
                <a:gd name="connsiteY24-350" fmla="*/ 523716 h 2179538"/>
                <a:gd name="connsiteX0-351" fmla="*/ 1539859 w 2003583"/>
                <a:gd name="connsiteY0-352" fmla="*/ 523714 h 2179536"/>
                <a:gd name="connsiteX1-353" fmla="*/ 1859633 w 2003583"/>
                <a:gd name="connsiteY1-354" fmla="*/ 427340 h 2179536"/>
                <a:gd name="connsiteX2-355" fmla="*/ 1977299 w 2003583"/>
                <a:gd name="connsiteY2-356" fmla="*/ 631142 h 2179536"/>
                <a:gd name="connsiteX3-357" fmla="*/ 1733949 w 2003583"/>
                <a:gd name="connsiteY3-358" fmla="*/ 859888 h 2179536"/>
                <a:gd name="connsiteX4-359" fmla="*/ 1733949 w 2003583"/>
                <a:gd name="connsiteY4-360" fmla="*/ 1257078 h 2179536"/>
                <a:gd name="connsiteX5-361" fmla="*/ 1977299 w 2003583"/>
                <a:gd name="connsiteY5-362" fmla="*/ 1485824 h 2179536"/>
                <a:gd name="connsiteX6-363" fmla="*/ 1859633 w 2003583"/>
                <a:gd name="connsiteY6-364" fmla="*/ 1689626 h 2179536"/>
                <a:gd name="connsiteX7-365" fmla="*/ 1539859 w 2003583"/>
                <a:gd name="connsiteY7-366" fmla="*/ 1593252 h 2179536"/>
                <a:gd name="connsiteX8-367" fmla="*/ 1195882 w 2003583"/>
                <a:gd name="connsiteY8-368" fmla="*/ 1791847 h 2179536"/>
                <a:gd name="connsiteX9-369" fmla="*/ 1119457 w 2003583"/>
                <a:gd name="connsiteY9-370" fmla="*/ 2116967 h 2179536"/>
                <a:gd name="connsiteX10-371" fmla="*/ 884127 w 2003583"/>
                <a:gd name="connsiteY10-372" fmla="*/ 2116967 h 2179536"/>
                <a:gd name="connsiteX11-373" fmla="*/ 807702 w 2003583"/>
                <a:gd name="connsiteY11-374" fmla="*/ 1791847 h 2179536"/>
                <a:gd name="connsiteX12-375" fmla="*/ 463725 w 2003583"/>
                <a:gd name="connsiteY12-376" fmla="*/ 1593252 h 2179536"/>
                <a:gd name="connsiteX13-377" fmla="*/ 143951 w 2003583"/>
                <a:gd name="connsiteY13-378" fmla="*/ 1689626 h 2179536"/>
                <a:gd name="connsiteX14-379" fmla="*/ 26285 w 2003583"/>
                <a:gd name="connsiteY14-380" fmla="*/ 1485824 h 2179536"/>
                <a:gd name="connsiteX15-381" fmla="*/ 269635 w 2003583"/>
                <a:gd name="connsiteY15-382" fmla="*/ 1257078 h 2179536"/>
                <a:gd name="connsiteX16-383" fmla="*/ 269635 w 2003583"/>
                <a:gd name="connsiteY16-384" fmla="*/ 859888 h 2179536"/>
                <a:gd name="connsiteX17-385" fmla="*/ 26285 w 2003583"/>
                <a:gd name="connsiteY17-386" fmla="*/ 631142 h 2179536"/>
                <a:gd name="connsiteX18-387" fmla="*/ 143951 w 2003583"/>
                <a:gd name="connsiteY18-388" fmla="*/ 427340 h 2179536"/>
                <a:gd name="connsiteX19-389" fmla="*/ 463725 w 2003583"/>
                <a:gd name="connsiteY19-390" fmla="*/ 523714 h 2179536"/>
                <a:gd name="connsiteX20-391" fmla="*/ 807702 w 2003583"/>
                <a:gd name="connsiteY20-392" fmla="*/ 325119 h 2179536"/>
                <a:gd name="connsiteX21-393" fmla="*/ 884127 w 2003583"/>
                <a:gd name="connsiteY21-394" fmla="*/ -1 h 2179536"/>
                <a:gd name="connsiteX22-395" fmla="*/ 1119457 w 2003583"/>
                <a:gd name="connsiteY22-396" fmla="*/ -1 h 2179536"/>
                <a:gd name="connsiteX23-397" fmla="*/ 1195882 w 2003583"/>
                <a:gd name="connsiteY23-398" fmla="*/ 325119 h 2179536"/>
                <a:gd name="connsiteX24-399" fmla="*/ 1539859 w 2003583"/>
                <a:gd name="connsiteY24-400" fmla="*/ 523714 h 2179536"/>
                <a:gd name="connsiteX0-401" fmla="*/ 1539859 w 2003583"/>
                <a:gd name="connsiteY0-402" fmla="*/ 523716 h 2179538"/>
                <a:gd name="connsiteX1-403" fmla="*/ 1859633 w 2003583"/>
                <a:gd name="connsiteY1-404" fmla="*/ 427342 h 2179538"/>
                <a:gd name="connsiteX2-405" fmla="*/ 1977299 w 2003583"/>
                <a:gd name="connsiteY2-406" fmla="*/ 631144 h 2179538"/>
                <a:gd name="connsiteX3-407" fmla="*/ 1733949 w 2003583"/>
                <a:gd name="connsiteY3-408" fmla="*/ 859890 h 2179538"/>
                <a:gd name="connsiteX4-409" fmla="*/ 1733949 w 2003583"/>
                <a:gd name="connsiteY4-410" fmla="*/ 1257080 h 2179538"/>
                <a:gd name="connsiteX5-411" fmla="*/ 1977299 w 2003583"/>
                <a:gd name="connsiteY5-412" fmla="*/ 1485826 h 2179538"/>
                <a:gd name="connsiteX6-413" fmla="*/ 1859633 w 2003583"/>
                <a:gd name="connsiteY6-414" fmla="*/ 1689628 h 2179538"/>
                <a:gd name="connsiteX7-415" fmla="*/ 1539859 w 2003583"/>
                <a:gd name="connsiteY7-416" fmla="*/ 1593254 h 2179538"/>
                <a:gd name="connsiteX8-417" fmla="*/ 1195882 w 2003583"/>
                <a:gd name="connsiteY8-418" fmla="*/ 1791849 h 2179538"/>
                <a:gd name="connsiteX9-419" fmla="*/ 1119457 w 2003583"/>
                <a:gd name="connsiteY9-420" fmla="*/ 2116969 h 2179538"/>
                <a:gd name="connsiteX10-421" fmla="*/ 884127 w 2003583"/>
                <a:gd name="connsiteY10-422" fmla="*/ 2116969 h 2179538"/>
                <a:gd name="connsiteX11-423" fmla="*/ 807702 w 2003583"/>
                <a:gd name="connsiteY11-424" fmla="*/ 1791849 h 2179538"/>
                <a:gd name="connsiteX12-425" fmla="*/ 463725 w 2003583"/>
                <a:gd name="connsiteY12-426" fmla="*/ 1593254 h 2179538"/>
                <a:gd name="connsiteX13-427" fmla="*/ 143951 w 2003583"/>
                <a:gd name="connsiteY13-428" fmla="*/ 1689628 h 2179538"/>
                <a:gd name="connsiteX14-429" fmla="*/ 26285 w 2003583"/>
                <a:gd name="connsiteY14-430" fmla="*/ 1485826 h 2179538"/>
                <a:gd name="connsiteX15-431" fmla="*/ 269635 w 2003583"/>
                <a:gd name="connsiteY15-432" fmla="*/ 1257080 h 2179538"/>
                <a:gd name="connsiteX16-433" fmla="*/ 269635 w 2003583"/>
                <a:gd name="connsiteY16-434" fmla="*/ 859890 h 2179538"/>
                <a:gd name="connsiteX17-435" fmla="*/ 26285 w 2003583"/>
                <a:gd name="connsiteY17-436" fmla="*/ 631144 h 2179538"/>
                <a:gd name="connsiteX18-437" fmla="*/ 143951 w 2003583"/>
                <a:gd name="connsiteY18-438" fmla="*/ 427342 h 2179538"/>
                <a:gd name="connsiteX19-439" fmla="*/ 463725 w 2003583"/>
                <a:gd name="connsiteY19-440" fmla="*/ 523716 h 2179538"/>
                <a:gd name="connsiteX20-441" fmla="*/ 807702 w 2003583"/>
                <a:gd name="connsiteY20-442" fmla="*/ 325121 h 2179538"/>
                <a:gd name="connsiteX21-443" fmla="*/ 884127 w 2003583"/>
                <a:gd name="connsiteY21-444" fmla="*/ 1 h 2179538"/>
                <a:gd name="connsiteX22-445" fmla="*/ 1119457 w 2003583"/>
                <a:gd name="connsiteY22-446" fmla="*/ 1 h 2179538"/>
                <a:gd name="connsiteX23-447" fmla="*/ 1195882 w 2003583"/>
                <a:gd name="connsiteY23-448" fmla="*/ 325121 h 2179538"/>
                <a:gd name="connsiteX24-449" fmla="*/ 1539859 w 2003583"/>
                <a:gd name="connsiteY24-450" fmla="*/ 523716 h 2179538"/>
                <a:gd name="connsiteX0-451" fmla="*/ 1539859 w 2003583"/>
                <a:gd name="connsiteY0-452" fmla="*/ 523714 h 2179536"/>
                <a:gd name="connsiteX1-453" fmla="*/ 1859633 w 2003583"/>
                <a:gd name="connsiteY1-454" fmla="*/ 427340 h 2179536"/>
                <a:gd name="connsiteX2-455" fmla="*/ 1977299 w 2003583"/>
                <a:gd name="connsiteY2-456" fmla="*/ 631142 h 2179536"/>
                <a:gd name="connsiteX3-457" fmla="*/ 1733949 w 2003583"/>
                <a:gd name="connsiteY3-458" fmla="*/ 859888 h 2179536"/>
                <a:gd name="connsiteX4-459" fmla="*/ 1733949 w 2003583"/>
                <a:gd name="connsiteY4-460" fmla="*/ 1257078 h 2179536"/>
                <a:gd name="connsiteX5-461" fmla="*/ 1977299 w 2003583"/>
                <a:gd name="connsiteY5-462" fmla="*/ 1485824 h 2179536"/>
                <a:gd name="connsiteX6-463" fmla="*/ 1859633 w 2003583"/>
                <a:gd name="connsiteY6-464" fmla="*/ 1689626 h 2179536"/>
                <a:gd name="connsiteX7-465" fmla="*/ 1539859 w 2003583"/>
                <a:gd name="connsiteY7-466" fmla="*/ 1593252 h 2179536"/>
                <a:gd name="connsiteX8-467" fmla="*/ 1195882 w 2003583"/>
                <a:gd name="connsiteY8-468" fmla="*/ 1791847 h 2179536"/>
                <a:gd name="connsiteX9-469" fmla="*/ 1119457 w 2003583"/>
                <a:gd name="connsiteY9-470" fmla="*/ 2116967 h 2179536"/>
                <a:gd name="connsiteX10-471" fmla="*/ 884127 w 2003583"/>
                <a:gd name="connsiteY10-472" fmla="*/ 2116967 h 2179536"/>
                <a:gd name="connsiteX11-473" fmla="*/ 807702 w 2003583"/>
                <a:gd name="connsiteY11-474" fmla="*/ 1791847 h 2179536"/>
                <a:gd name="connsiteX12-475" fmla="*/ 463725 w 2003583"/>
                <a:gd name="connsiteY12-476" fmla="*/ 1593252 h 2179536"/>
                <a:gd name="connsiteX13-477" fmla="*/ 143951 w 2003583"/>
                <a:gd name="connsiteY13-478" fmla="*/ 1689626 h 2179536"/>
                <a:gd name="connsiteX14-479" fmla="*/ 26285 w 2003583"/>
                <a:gd name="connsiteY14-480" fmla="*/ 1485824 h 2179536"/>
                <a:gd name="connsiteX15-481" fmla="*/ 269635 w 2003583"/>
                <a:gd name="connsiteY15-482" fmla="*/ 1257078 h 2179536"/>
                <a:gd name="connsiteX16-483" fmla="*/ 269635 w 2003583"/>
                <a:gd name="connsiteY16-484" fmla="*/ 859888 h 2179536"/>
                <a:gd name="connsiteX17-485" fmla="*/ 26285 w 2003583"/>
                <a:gd name="connsiteY17-486" fmla="*/ 631142 h 2179536"/>
                <a:gd name="connsiteX18-487" fmla="*/ 143951 w 2003583"/>
                <a:gd name="connsiteY18-488" fmla="*/ 427340 h 2179536"/>
                <a:gd name="connsiteX19-489" fmla="*/ 463725 w 2003583"/>
                <a:gd name="connsiteY19-490" fmla="*/ 523714 h 2179536"/>
                <a:gd name="connsiteX20-491" fmla="*/ 807702 w 2003583"/>
                <a:gd name="connsiteY20-492" fmla="*/ 325119 h 2179536"/>
                <a:gd name="connsiteX21-493" fmla="*/ 884127 w 2003583"/>
                <a:gd name="connsiteY21-494" fmla="*/ -1 h 2179536"/>
                <a:gd name="connsiteX22-495" fmla="*/ 1119457 w 2003583"/>
                <a:gd name="connsiteY22-496" fmla="*/ -1 h 2179536"/>
                <a:gd name="connsiteX23-497" fmla="*/ 1195882 w 2003583"/>
                <a:gd name="connsiteY23-498" fmla="*/ 325119 h 2179536"/>
                <a:gd name="connsiteX24-499" fmla="*/ 1539859 w 2003583"/>
                <a:gd name="connsiteY24-500" fmla="*/ 523714 h 2179536"/>
                <a:gd name="connsiteX0-501" fmla="*/ 1539859 w 2003583"/>
                <a:gd name="connsiteY0-502" fmla="*/ 564355 h 2220177"/>
                <a:gd name="connsiteX1-503" fmla="*/ 1859633 w 2003583"/>
                <a:gd name="connsiteY1-504" fmla="*/ 467981 h 2220177"/>
                <a:gd name="connsiteX2-505" fmla="*/ 1977299 w 2003583"/>
                <a:gd name="connsiteY2-506" fmla="*/ 671783 h 2220177"/>
                <a:gd name="connsiteX3-507" fmla="*/ 1733949 w 2003583"/>
                <a:gd name="connsiteY3-508" fmla="*/ 900529 h 2220177"/>
                <a:gd name="connsiteX4-509" fmla="*/ 1733949 w 2003583"/>
                <a:gd name="connsiteY4-510" fmla="*/ 1297719 h 2220177"/>
                <a:gd name="connsiteX5-511" fmla="*/ 1977299 w 2003583"/>
                <a:gd name="connsiteY5-512" fmla="*/ 1526465 h 2220177"/>
                <a:gd name="connsiteX6-513" fmla="*/ 1859633 w 2003583"/>
                <a:gd name="connsiteY6-514" fmla="*/ 1730267 h 2220177"/>
                <a:gd name="connsiteX7-515" fmla="*/ 1539859 w 2003583"/>
                <a:gd name="connsiteY7-516" fmla="*/ 1633893 h 2220177"/>
                <a:gd name="connsiteX8-517" fmla="*/ 1195882 w 2003583"/>
                <a:gd name="connsiteY8-518" fmla="*/ 1832488 h 2220177"/>
                <a:gd name="connsiteX9-519" fmla="*/ 1119457 w 2003583"/>
                <a:gd name="connsiteY9-520" fmla="*/ 2157608 h 2220177"/>
                <a:gd name="connsiteX10-521" fmla="*/ 884127 w 2003583"/>
                <a:gd name="connsiteY10-522" fmla="*/ 2157608 h 2220177"/>
                <a:gd name="connsiteX11-523" fmla="*/ 807702 w 2003583"/>
                <a:gd name="connsiteY11-524" fmla="*/ 1832488 h 2220177"/>
                <a:gd name="connsiteX12-525" fmla="*/ 463725 w 2003583"/>
                <a:gd name="connsiteY12-526" fmla="*/ 1633893 h 2220177"/>
                <a:gd name="connsiteX13-527" fmla="*/ 143951 w 2003583"/>
                <a:gd name="connsiteY13-528" fmla="*/ 1730267 h 2220177"/>
                <a:gd name="connsiteX14-529" fmla="*/ 26285 w 2003583"/>
                <a:gd name="connsiteY14-530" fmla="*/ 1526465 h 2220177"/>
                <a:gd name="connsiteX15-531" fmla="*/ 269635 w 2003583"/>
                <a:gd name="connsiteY15-532" fmla="*/ 1297719 h 2220177"/>
                <a:gd name="connsiteX16-533" fmla="*/ 269635 w 2003583"/>
                <a:gd name="connsiteY16-534" fmla="*/ 900529 h 2220177"/>
                <a:gd name="connsiteX17-535" fmla="*/ 26285 w 2003583"/>
                <a:gd name="connsiteY17-536" fmla="*/ 671783 h 2220177"/>
                <a:gd name="connsiteX18-537" fmla="*/ 143951 w 2003583"/>
                <a:gd name="connsiteY18-538" fmla="*/ 467981 h 2220177"/>
                <a:gd name="connsiteX19-539" fmla="*/ 463725 w 2003583"/>
                <a:gd name="connsiteY19-540" fmla="*/ 564355 h 2220177"/>
                <a:gd name="connsiteX20-541" fmla="*/ 807702 w 2003583"/>
                <a:gd name="connsiteY20-542" fmla="*/ 365760 h 2220177"/>
                <a:gd name="connsiteX21-543" fmla="*/ 884127 w 2003583"/>
                <a:gd name="connsiteY21-544" fmla="*/ 40640 h 2220177"/>
                <a:gd name="connsiteX22-545" fmla="*/ 1119457 w 2003583"/>
                <a:gd name="connsiteY22-546" fmla="*/ 40640 h 2220177"/>
                <a:gd name="connsiteX23-547" fmla="*/ 1195882 w 2003583"/>
                <a:gd name="connsiteY23-548" fmla="*/ 365760 h 2220177"/>
                <a:gd name="connsiteX24-549" fmla="*/ 1539859 w 2003583"/>
                <a:gd name="connsiteY24-550" fmla="*/ 564355 h 2220177"/>
                <a:gd name="connsiteX0-551" fmla="*/ 1539859 w 2003583"/>
                <a:gd name="connsiteY0-552" fmla="*/ 586285 h 2242107"/>
                <a:gd name="connsiteX1-553" fmla="*/ 1859633 w 2003583"/>
                <a:gd name="connsiteY1-554" fmla="*/ 489911 h 2242107"/>
                <a:gd name="connsiteX2-555" fmla="*/ 1977299 w 2003583"/>
                <a:gd name="connsiteY2-556" fmla="*/ 693713 h 2242107"/>
                <a:gd name="connsiteX3-557" fmla="*/ 1733949 w 2003583"/>
                <a:gd name="connsiteY3-558" fmla="*/ 922459 h 2242107"/>
                <a:gd name="connsiteX4-559" fmla="*/ 1733949 w 2003583"/>
                <a:gd name="connsiteY4-560" fmla="*/ 1319649 h 2242107"/>
                <a:gd name="connsiteX5-561" fmla="*/ 1977299 w 2003583"/>
                <a:gd name="connsiteY5-562" fmla="*/ 1548395 h 2242107"/>
                <a:gd name="connsiteX6-563" fmla="*/ 1859633 w 2003583"/>
                <a:gd name="connsiteY6-564" fmla="*/ 1752197 h 2242107"/>
                <a:gd name="connsiteX7-565" fmla="*/ 1539859 w 2003583"/>
                <a:gd name="connsiteY7-566" fmla="*/ 1655823 h 2242107"/>
                <a:gd name="connsiteX8-567" fmla="*/ 1195882 w 2003583"/>
                <a:gd name="connsiteY8-568" fmla="*/ 1854418 h 2242107"/>
                <a:gd name="connsiteX9-569" fmla="*/ 1119457 w 2003583"/>
                <a:gd name="connsiteY9-570" fmla="*/ 2179538 h 2242107"/>
                <a:gd name="connsiteX10-571" fmla="*/ 884127 w 2003583"/>
                <a:gd name="connsiteY10-572" fmla="*/ 2179538 h 2242107"/>
                <a:gd name="connsiteX11-573" fmla="*/ 807702 w 2003583"/>
                <a:gd name="connsiteY11-574" fmla="*/ 1854418 h 2242107"/>
                <a:gd name="connsiteX12-575" fmla="*/ 463725 w 2003583"/>
                <a:gd name="connsiteY12-576" fmla="*/ 1655823 h 2242107"/>
                <a:gd name="connsiteX13-577" fmla="*/ 143951 w 2003583"/>
                <a:gd name="connsiteY13-578" fmla="*/ 1752197 h 2242107"/>
                <a:gd name="connsiteX14-579" fmla="*/ 26285 w 2003583"/>
                <a:gd name="connsiteY14-580" fmla="*/ 1548395 h 2242107"/>
                <a:gd name="connsiteX15-581" fmla="*/ 269635 w 2003583"/>
                <a:gd name="connsiteY15-582" fmla="*/ 1319649 h 2242107"/>
                <a:gd name="connsiteX16-583" fmla="*/ 269635 w 2003583"/>
                <a:gd name="connsiteY16-584" fmla="*/ 922459 h 2242107"/>
                <a:gd name="connsiteX17-585" fmla="*/ 26285 w 2003583"/>
                <a:gd name="connsiteY17-586" fmla="*/ 693713 h 2242107"/>
                <a:gd name="connsiteX18-587" fmla="*/ 143951 w 2003583"/>
                <a:gd name="connsiteY18-588" fmla="*/ 489911 h 2242107"/>
                <a:gd name="connsiteX19-589" fmla="*/ 463725 w 2003583"/>
                <a:gd name="connsiteY19-590" fmla="*/ 586285 h 2242107"/>
                <a:gd name="connsiteX20-591" fmla="*/ 807702 w 2003583"/>
                <a:gd name="connsiteY20-592" fmla="*/ 387690 h 2242107"/>
                <a:gd name="connsiteX21-593" fmla="*/ 884127 w 2003583"/>
                <a:gd name="connsiteY21-594" fmla="*/ 62570 h 2242107"/>
                <a:gd name="connsiteX22-595" fmla="*/ 1119457 w 2003583"/>
                <a:gd name="connsiteY22-596" fmla="*/ 62570 h 2242107"/>
                <a:gd name="connsiteX23-597" fmla="*/ 1195882 w 2003583"/>
                <a:gd name="connsiteY23-598" fmla="*/ 387690 h 2242107"/>
                <a:gd name="connsiteX24-599" fmla="*/ 1539859 w 2003583"/>
                <a:gd name="connsiteY24-600" fmla="*/ 586285 h 2242107"/>
                <a:gd name="connsiteX0-601" fmla="*/ 1539859 w 2003583"/>
                <a:gd name="connsiteY0-602" fmla="*/ 586285 h 2242107"/>
                <a:gd name="connsiteX1-603" fmla="*/ 1859633 w 2003583"/>
                <a:gd name="connsiteY1-604" fmla="*/ 489911 h 2242107"/>
                <a:gd name="connsiteX2-605" fmla="*/ 1977299 w 2003583"/>
                <a:gd name="connsiteY2-606" fmla="*/ 693713 h 2242107"/>
                <a:gd name="connsiteX3-607" fmla="*/ 1733949 w 2003583"/>
                <a:gd name="connsiteY3-608" fmla="*/ 922459 h 2242107"/>
                <a:gd name="connsiteX4-609" fmla="*/ 1733949 w 2003583"/>
                <a:gd name="connsiteY4-610" fmla="*/ 1319649 h 2242107"/>
                <a:gd name="connsiteX5-611" fmla="*/ 1977299 w 2003583"/>
                <a:gd name="connsiteY5-612" fmla="*/ 1548395 h 2242107"/>
                <a:gd name="connsiteX6-613" fmla="*/ 1859633 w 2003583"/>
                <a:gd name="connsiteY6-614" fmla="*/ 1752197 h 2242107"/>
                <a:gd name="connsiteX7-615" fmla="*/ 1539859 w 2003583"/>
                <a:gd name="connsiteY7-616" fmla="*/ 1655823 h 2242107"/>
                <a:gd name="connsiteX8-617" fmla="*/ 1195882 w 2003583"/>
                <a:gd name="connsiteY8-618" fmla="*/ 1854418 h 2242107"/>
                <a:gd name="connsiteX9-619" fmla="*/ 1119457 w 2003583"/>
                <a:gd name="connsiteY9-620" fmla="*/ 2179538 h 2242107"/>
                <a:gd name="connsiteX10-621" fmla="*/ 884127 w 2003583"/>
                <a:gd name="connsiteY10-622" fmla="*/ 2179538 h 2242107"/>
                <a:gd name="connsiteX11-623" fmla="*/ 807702 w 2003583"/>
                <a:gd name="connsiteY11-624" fmla="*/ 1854418 h 2242107"/>
                <a:gd name="connsiteX12-625" fmla="*/ 463725 w 2003583"/>
                <a:gd name="connsiteY12-626" fmla="*/ 1655823 h 2242107"/>
                <a:gd name="connsiteX13-627" fmla="*/ 143951 w 2003583"/>
                <a:gd name="connsiteY13-628" fmla="*/ 1752197 h 2242107"/>
                <a:gd name="connsiteX14-629" fmla="*/ 26285 w 2003583"/>
                <a:gd name="connsiteY14-630" fmla="*/ 1548395 h 2242107"/>
                <a:gd name="connsiteX15-631" fmla="*/ 269635 w 2003583"/>
                <a:gd name="connsiteY15-632" fmla="*/ 1319649 h 2242107"/>
                <a:gd name="connsiteX16-633" fmla="*/ 269635 w 2003583"/>
                <a:gd name="connsiteY16-634" fmla="*/ 922459 h 2242107"/>
                <a:gd name="connsiteX17-635" fmla="*/ 26285 w 2003583"/>
                <a:gd name="connsiteY17-636" fmla="*/ 693713 h 2242107"/>
                <a:gd name="connsiteX18-637" fmla="*/ 143951 w 2003583"/>
                <a:gd name="connsiteY18-638" fmla="*/ 489911 h 2242107"/>
                <a:gd name="connsiteX19-639" fmla="*/ 463725 w 2003583"/>
                <a:gd name="connsiteY19-640" fmla="*/ 586285 h 2242107"/>
                <a:gd name="connsiteX20-641" fmla="*/ 807702 w 2003583"/>
                <a:gd name="connsiteY20-642" fmla="*/ 387690 h 2242107"/>
                <a:gd name="connsiteX21-643" fmla="*/ 884127 w 2003583"/>
                <a:gd name="connsiteY21-644" fmla="*/ 62570 h 2242107"/>
                <a:gd name="connsiteX22-645" fmla="*/ 1119457 w 2003583"/>
                <a:gd name="connsiteY22-646" fmla="*/ 62570 h 2242107"/>
                <a:gd name="connsiteX23-647" fmla="*/ 1195882 w 2003583"/>
                <a:gd name="connsiteY23-648" fmla="*/ 387690 h 2242107"/>
                <a:gd name="connsiteX24-649" fmla="*/ 1539859 w 2003583"/>
                <a:gd name="connsiteY24-650" fmla="*/ 586285 h 2242107"/>
                <a:gd name="connsiteX0-651" fmla="*/ 1539859 w 2003583"/>
                <a:gd name="connsiteY0-652" fmla="*/ 586285 h 2242107"/>
                <a:gd name="connsiteX1-653" fmla="*/ 1859633 w 2003583"/>
                <a:gd name="connsiteY1-654" fmla="*/ 489911 h 2242107"/>
                <a:gd name="connsiteX2-655" fmla="*/ 1977299 w 2003583"/>
                <a:gd name="connsiteY2-656" fmla="*/ 693713 h 2242107"/>
                <a:gd name="connsiteX3-657" fmla="*/ 1733949 w 2003583"/>
                <a:gd name="connsiteY3-658" fmla="*/ 922459 h 2242107"/>
                <a:gd name="connsiteX4-659" fmla="*/ 1733949 w 2003583"/>
                <a:gd name="connsiteY4-660" fmla="*/ 1319649 h 2242107"/>
                <a:gd name="connsiteX5-661" fmla="*/ 1977299 w 2003583"/>
                <a:gd name="connsiteY5-662" fmla="*/ 1548395 h 2242107"/>
                <a:gd name="connsiteX6-663" fmla="*/ 1859633 w 2003583"/>
                <a:gd name="connsiteY6-664" fmla="*/ 1752197 h 2242107"/>
                <a:gd name="connsiteX7-665" fmla="*/ 1539859 w 2003583"/>
                <a:gd name="connsiteY7-666" fmla="*/ 1655823 h 2242107"/>
                <a:gd name="connsiteX8-667" fmla="*/ 1195882 w 2003583"/>
                <a:gd name="connsiteY8-668" fmla="*/ 1854418 h 2242107"/>
                <a:gd name="connsiteX9-669" fmla="*/ 1119457 w 2003583"/>
                <a:gd name="connsiteY9-670" fmla="*/ 2179538 h 2242107"/>
                <a:gd name="connsiteX10-671" fmla="*/ 884127 w 2003583"/>
                <a:gd name="connsiteY10-672" fmla="*/ 2179538 h 2242107"/>
                <a:gd name="connsiteX11-673" fmla="*/ 807702 w 2003583"/>
                <a:gd name="connsiteY11-674" fmla="*/ 1854418 h 2242107"/>
                <a:gd name="connsiteX12-675" fmla="*/ 463725 w 2003583"/>
                <a:gd name="connsiteY12-676" fmla="*/ 1655823 h 2242107"/>
                <a:gd name="connsiteX13-677" fmla="*/ 143951 w 2003583"/>
                <a:gd name="connsiteY13-678" fmla="*/ 1752197 h 2242107"/>
                <a:gd name="connsiteX14-679" fmla="*/ 26285 w 2003583"/>
                <a:gd name="connsiteY14-680" fmla="*/ 1548395 h 2242107"/>
                <a:gd name="connsiteX15-681" fmla="*/ 269635 w 2003583"/>
                <a:gd name="connsiteY15-682" fmla="*/ 1319649 h 2242107"/>
                <a:gd name="connsiteX16-683" fmla="*/ 269635 w 2003583"/>
                <a:gd name="connsiteY16-684" fmla="*/ 922459 h 2242107"/>
                <a:gd name="connsiteX17-685" fmla="*/ 26285 w 2003583"/>
                <a:gd name="connsiteY17-686" fmla="*/ 693713 h 2242107"/>
                <a:gd name="connsiteX18-687" fmla="*/ 143951 w 2003583"/>
                <a:gd name="connsiteY18-688" fmla="*/ 489911 h 2242107"/>
                <a:gd name="connsiteX19-689" fmla="*/ 463725 w 2003583"/>
                <a:gd name="connsiteY19-690" fmla="*/ 586285 h 2242107"/>
                <a:gd name="connsiteX20-691" fmla="*/ 807702 w 2003583"/>
                <a:gd name="connsiteY20-692" fmla="*/ 387690 h 2242107"/>
                <a:gd name="connsiteX21-693" fmla="*/ 884127 w 2003583"/>
                <a:gd name="connsiteY21-694" fmla="*/ 62570 h 2242107"/>
                <a:gd name="connsiteX22-695" fmla="*/ 1119457 w 2003583"/>
                <a:gd name="connsiteY22-696" fmla="*/ 62570 h 2242107"/>
                <a:gd name="connsiteX23-697" fmla="*/ 1195882 w 2003583"/>
                <a:gd name="connsiteY23-698" fmla="*/ 387690 h 2242107"/>
                <a:gd name="connsiteX24-699" fmla="*/ 1539859 w 2003583"/>
                <a:gd name="connsiteY24-700" fmla="*/ 586285 h 2242107"/>
                <a:gd name="connsiteX0-701" fmla="*/ 1539859 w 2003583"/>
                <a:gd name="connsiteY0-702" fmla="*/ 586285 h 2242107"/>
                <a:gd name="connsiteX1-703" fmla="*/ 1859633 w 2003583"/>
                <a:gd name="connsiteY1-704" fmla="*/ 489911 h 2242107"/>
                <a:gd name="connsiteX2-705" fmla="*/ 1977299 w 2003583"/>
                <a:gd name="connsiteY2-706" fmla="*/ 693713 h 2242107"/>
                <a:gd name="connsiteX3-707" fmla="*/ 1733949 w 2003583"/>
                <a:gd name="connsiteY3-708" fmla="*/ 922459 h 2242107"/>
                <a:gd name="connsiteX4-709" fmla="*/ 1733949 w 2003583"/>
                <a:gd name="connsiteY4-710" fmla="*/ 1319649 h 2242107"/>
                <a:gd name="connsiteX5-711" fmla="*/ 1977299 w 2003583"/>
                <a:gd name="connsiteY5-712" fmla="*/ 1548395 h 2242107"/>
                <a:gd name="connsiteX6-713" fmla="*/ 1859633 w 2003583"/>
                <a:gd name="connsiteY6-714" fmla="*/ 1752197 h 2242107"/>
                <a:gd name="connsiteX7-715" fmla="*/ 1539859 w 2003583"/>
                <a:gd name="connsiteY7-716" fmla="*/ 1655823 h 2242107"/>
                <a:gd name="connsiteX8-717" fmla="*/ 1195882 w 2003583"/>
                <a:gd name="connsiteY8-718" fmla="*/ 1854418 h 2242107"/>
                <a:gd name="connsiteX9-719" fmla="*/ 1119457 w 2003583"/>
                <a:gd name="connsiteY9-720" fmla="*/ 2179538 h 2242107"/>
                <a:gd name="connsiteX10-721" fmla="*/ 884127 w 2003583"/>
                <a:gd name="connsiteY10-722" fmla="*/ 2179538 h 2242107"/>
                <a:gd name="connsiteX11-723" fmla="*/ 807702 w 2003583"/>
                <a:gd name="connsiteY11-724" fmla="*/ 1854418 h 2242107"/>
                <a:gd name="connsiteX12-725" fmla="*/ 463725 w 2003583"/>
                <a:gd name="connsiteY12-726" fmla="*/ 1655823 h 2242107"/>
                <a:gd name="connsiteX13-727" fmla="*/ 143951 w 2003583"/>
                <a:gd name="connsiteY13-728" fmla="*/ 1752197 h 2242107"/>
                <a:gd name="connsiteX14-729" fmla="*/ 26285 w 2003583"/>
                <a:gd name="connsiteY14-730" fmla="*/ 1548395 h 2242107"/>
                <a:gd name="connsiteX15-731" fmla="*/ 269635 w 2003583"/>
                <a:gd name="connsiteY15-732" fmla="*/ 1319649 h 2242107"/>
                <a:gd name="connsiteX16-733" fmla="*/ 269635 w 2003583"/>
                <a:gd name="connsiteY16-734" fmla="*/ 922459 h 2242107"/>
                <a:gd name="connsiteX17-735" fmla="*/ 26285 w 2003583"/>
                <a:gd name="connsiteY17-736" fmla="*/ 693713 h 2242107"/>
                <a:gd name="connsiteX18-737" fmla="*/ 143951 w 2003583"/>
                <a:gd name="connsiteY18-738" fmla="*/ 489911 h 2242107"/>
                <a:gd name="connsiteX19-739" fmla="*/ 463725 w 2003583"/>
                <a:gd name="connsiteY19-740" fmla="*/ 586285 h 2242107"/>
                <a:gd name="connsiteX20-741" fmla="*/ 807702 w 2003583"/>
                <a:gd name="connsiteY20-742" fmla="*/ 387690 h 2242107"/>
                <a:gd name="connsiteX21-743" fmla="*/ 884127 w 2003583"/>
                <a:gd name="connsiteY21-744" fmla="*/ 62570 h 2242107"/>
                <a:gd name="connsiteX22-745" fmla="*/ 1119457 w 2003583"/>
                <a:gd name="connsiteY22-746" fmla="*/ 62570 h 2242107"/>
                <a:gd name="connsiteX23-747" fmla="*/ 1195882 w 2003583"/>
                <a:gd name="connsiteY23-748" fmla="*/ 387690 h 2242107"/>
                <a:gd name="connsiteX24-749" fmla="*/ 1539859 w 2003583"/>
                <a:gd name="connsiteY24-750" fmla="*/ 586285 h 2242107"/>
                <a:gd name="connsiteX0-751" fmla="*/ 1539859 w 2003583"/>
                <a:gd name="connsiteY0-752" fmla="*/ 586285 h 2242107"/>
                <a:gd name="connsiteX1-753" fmla="*/ 1859633 w 2003583"/>
                <a:gd name="connsiteY1-754" fmla="*/ 489911 h 2242107"/>
                <a:gd name="connsiteX2-755" fmla="*/ 1977299 w 2003583"/>
                <a:gd name="connsiteY2-756" fmla="*/ 693713 h 2242107"/>
                <a:gd name="connsiteX3-757" fmla="*/ 1733949 w 2003583"/>
                <a:gd name="connsiteY3-758" fmla="*/ 922459 h 2242107"/>
                <a:gd name="connsiteX4-759" fmla="*/ 1733949 w 2003583"/>
                <a:gd name="connsiteY4-760" fmla="*/ 1319649 h 2242107"/>
                <a:gd name="connsiteX5-761" fmla="*/ 1977299 w 2003583"/>
                <a:gd name="connsiteY5-762" fmla="*/ 1548395 h 2242107"/>
                <a:gd name="connsiteX6-763" fmla="*/ 1859633 w 2003583"/>
                <a:gd name="connsiteY6-764" fmla="*/ 1752197 h 2242107"/>
                <a:gd name="connsiteX7-765" fmla="*/ 1539859 w 2003583"/>
                <a:gd name="connsiteY7-766" fmla="*/ 1655823 h 2242107"/>
                <a:gd name="connsiteX8-767" fmla="*/ 1195882 w 2003583"/>
                <a:gd name="connsiteY8-768" fmla="*/ 1854418 h 2242107"/>
                <a:gd name="connsiteX9-769" fmla="*/ 1119457 w 2003583"/>
                <a:gd name="connsiteY9-770" fmla="*/ 2179538 h 2242107"/>
                <a:gd name="connsiteX10-771" fmla="*/ 884127 w 2003583"/>
                <a:gd name="connsiteY10-772" fmla="*/ 2179538 h 2242107"/>
                <a:gd name="connsiteX11-773" fmla="*/ 807702 w 2003583"/>
                <a:gd name="connsiteY11-774" fmla="*/ 1854418 h 2242107"/>
                <a:gd name="connsiteX12-775" fmla="*/ 463725 w 2003583"/>
                <a:gd name="connsiteY12-776" fmla="*/ 1655823 h 2242107"/>
                <a:gd name="connsiteX13-777" fmla="*/ 143951 w 2003583"/>
                <a:gd name="connsiteY13-778" fmla="*/ 1752197 h 2242107"/>
                <a:gd name="connsiteX14-779" fmla="*/ 26285 w 2003583"/>
                <a:gd name="connsiteY14-780" fmla="*/ 1548395 h 2242107"/>
                <a:gd name="connsiteX15-781" fmla="*/ 269635 w 2003583"/>
                <a:gd name="connsiteY15-782" fmla="*/ 1319649 h 2242107"/>
                <a:gd name="connsiteX16-783" fmla="*/ 269635 w 2003583"/>
                <a:gd name="connsiteY16-784" fmla="*/ 922459 h 2242107"/>
                <a:gd name="connsiteX17-785" fmla="*/ 26285 w 2003583"/>
                <a:gd name="connsiteY17-786" fmla="*/ 693713 h 2242107"/>
                <a:gd name="connsiteX18-787" fmla="*/ 143951 w 2003583"/>
                <a:gd name="connsiteY18-788" fmla="*/ 489911 h 2242107"/>
                <a:gd name="connsiteX19-789" fmla="*/ 463725 w 2003583"/>
                <a:gd name="connsiteY19-790" fmla="*/ 586285 h 2242107"/>
                <a:gd name="connsiteX20-791" fmla="*/ 807702 w 2003583"/>
                <a:gd name="connsiteY20-792" fmla="*/ 387690 h 2242107"/>
                <a:gd name="connsiteX21-793" fmla="*/ 884127 w 2003583"/>
                <a:gd name="connsiteY21-794" fmla="*/ 62570 h 2242107"/>
                <a:gd name="connsiteX22-795" fmla="*/ 1119457 w 2003583"/>
                <a:gd name="connsiteY22-796" fmla="*/ 62570 h 2242107"/>
                <a:gd name="connsiteX23-797" fmla="*/ 1195882 w 2003583"/>
                <a:gd name="connsiteY23-798" fmla="*/ 387690 h 2242107"/>
                <a:gd name="connsiteX24-799" fmla="*/ 1539859 w 2003583"/>
                <a:gd name="connsiteY24-800" fmla="*/ 586285 h 2242107"/>
                <a:gd name="connsiteX0-801" fmla="*/ 1539859 w 2003583"/>
                <a:gd name="connsiteY0-802" fmla="*/ 586285 h 2242107"/>
                <a:gd name="connsiteX1-803" fmla="*/ 1859633 w 2003583"/>
                <a:gd name="connsiteY1-804" fmla="*/ 489911 h 2242107"/>
                <a:gd name="connsiteX2-805" fmla="*/ 1977299 w 2003583"/>
                <a:gd name="connsiteY2-806" fmla="*/ 693713 h 2242107"/>
                <a:gd name="connsiteX3-807" fmla="*/ 1733949 w 2003583"/>
                <a:gd name="connsiteY3-808" fmla="*/ 922459 h 2242107"/>
                <a:gd name="connsiteX4-809" fmla="*/ 1733949 w 2003583"/>
                <a:gd name="connsiteY4-810" fmla="*/ 1319649 h 2242107"/>
                <a:gd name="connsiteX5-811" fmla="*/ 1977299 w 2003583"/>
                <a:gd name="connsiteY5-812" fmla="*/ 1548395 h 2242107"/>
                <a:gd name="connsiteX6-813" fmla="*/ 1859633 w 2003583"/>
                <a:gd name="connsiteY6-814" fmla="*/ 1752197 h 2242107"/>
                <a:gd name="connsiteX7-815" fmla="*/ 1539859 w 2003583"/>
                <a:gd name="connsiteY7-816" fmla="*/ 1655823 h 2242107"/>
                <a:gd name="connsiteX8-817" fmla="*/ 1195882 w 2003583"/>
                <a:gd name="connsiteY8-818" fmla="*/ 1854418 h 2242107"/>
                <a:gd name="connsiteX9-819" fmla="*/ 1119457 w 2003583"/>
                <a:gd name="connsiteY9-820" fmla="*/ 2179538 h 2242107"/>
                <a:gd name="connsiteX10-821" fmla="*/ 884127 w 2003583"/>
                <a:gd name="connsiteY10-822" fmla="*/ 2179538 h 2242107"/>
                <a:gd name="connsiteX11-823" fmla="*/ 807702 w 2003583"/>
                <a:gd name="connsiteY11-824" fmla="*/ 1854418 h 2242107"/>
                <a:gd name="connsiteX12-825" fmla="*/ 463725 w 2003583"/>
                <a:gd name="connsiteY12-826" fmla="*/ 1655823 h 2242107"/>
                <a:gd name="connsiteX13-827" fmla="*/ 143951 w 2003583"/>
                <a:gd name="connsiteY13-828" fmla="*/ 1752197 h 2242107"/>
                <a:gd name="connsiteX14-829" fmla="*/ 26285 w 2003583"/>
                <a:gd name="connsiteY14-830" fmla="*/ 1548395 h 2242107"/>
                <a:gd name="connsiteX15-831" fmla="*/ 269635 w 2003583"/>
                <a:gd name="connsiteY15-832" fmla="*/ 1319649 h 2242107"/>
                <a:gd name="connsiteX16-833" fmla="*/ 269635 w 2003583"/>
                <a:gd name="connsiteY16-834" fmla="*/ 922459 h 2242107"/>
                <a:gd name="connsiteX17-835" fmla="*/ 26285 w 2003583"/>
                <a:gd name="connsiteY17-836" fmla="*/ 693713 h 2242107"/>
                <a:gd name="connsiteX18-837" fmla="*/ 143951 w 2003583"/>
                <a:gd name="connsiteY18-838" fmla="*/ 489911 h 2242107"/>
                <a:gd name="connsiteX19-839" fmla="*/ 463725 w 2003583"/>
                <a:gd name="connsiteY19-840" fmla="*/ 586285 h 2242107"/>
                <a:gd name="connsiteX20-841" fmla="*/ 807702 w 2003583"/>
                <a:gd name="connsiteY20-842" fmla="*/ 387690 h 2242107"/>
                <a:gd name="connsiteX21-843" fmla="*/ 884127 w 2003583"/>
                <a:gd name="connsiteY21-844" fmla="*/ 62570 h 2242107"/>
                <a:gd name="connsiteX22-845" fmla="*/ 1119457 w 2003583"/>
                <a:gd name="connsiteY22-846" fmla="*/ 62570 h 2242107"/>
                <a:gd name="connsiteX23-847" fmla="*/ 1195882 w 2003583"/>
                <a:gd name="connsiteY23-848" fmla="*/ 387690 h 2242107"/>
                <a:gd name="connsiteX24-849" fmla="*/ 1539859 w 2003583"/>
                <a:gd name="connsiteY24-850" fmla="*/ 586285 h 2242107"/>
                <a:gd name="connsiteX0-851" fmla="*/ 1539859 w 2003583"/>
                <a:gd name="connsiteY0-852" fmla="*/ 586285 h 2242107"/>
                <a:gd name="connsiteX1-853" fmla="*/ 1859633 w 2003583"/>
                <a:gd name="connsiteY1-854" fmla="*/ 489911 h 2242107"/>
                <a:gd name="connsiteX2-855" fmla="*/ 1977299 w 2003583"/>
                <a:gd name="connsiteY2-856" fmla="*/ 693713 h 2242107"/>
                <a:gd name="connsiteX3-857" fmla="*/ 1733949 w 2003583"/>
                <a:gd name="connsiteY3-858" fmla="*/ 922459 h 2242107"/>
                <a:gd name="connsiteX4-859" fmla="*/ 1733949 w 2003583"/>
                <a:gd name="connsiteY4-860" fmla="*/ 1319649 h 2242107"/>
                <a:gd name="connsiteX5-861" fmla="*/ 1977299 w 2003583"/>
                <a:gd name="connsiteY5-862" fmla="*/ 1548395 h 2242107"/>
                <a:gd name="connsiteX6-863" fmla="*/ 1859633 w 2003583"/>
                <a:gd name="connsiteY6-864" fmla="*/ 1752197 h 2242107"/>
                <a:gd name="connsiteX7-865" fmla="*/ 1539859 w 2003583"/>
                <a:gd name="connsiteY7-866" fmla="*/ 1655823 h 2242107"/>
                <a:gd name="connsiteX8-867" fmla="*/ 1195882 w 2003583"/>
                <a:gd name="connsiteY8-868" fmla="*/ 1854418 h 2242107"/>
                <a:gd name="connsiteX9-869" fmla="*/ 1119457 w 2003583"/>
                <a:gd name="connsiteY9-870" fmla="*/ 2179538 h 2242107"/>
                <a:gd name="connsiteX10-871" fmla="*/ 884127 w 2003583"/>
                <a:gd name="connsiteY10-872" fmla="*/ 2179538 h 2242107"/>
                <a:gd name="connsiteX11-873" fmla="*/ 807702 w 2003583"/>
                <a:gd name="connsiteY11-874" fmla="*/ 1854418 h 2242107"/>
                <a:gd name="connsiteX12-875" fmla="*/ 463725 w 2003583"/>
                <a:gd name="connsiteY12-876" fmla="*/ 1655823 h 2242107"/>
                <a:gd name="connsiteX13-877" fmla="*/ 143951 w 2003583"/>
                <a:gd name="connsiteY13-878" fmla="*/ 1752197 h 2242107"/>
                <a:gd name="connsiteX14-879" fmla="*/ 26285 w 2003583"/>
                <a:gd name="connsiteY14-880" fmla="*/ 1548395 h 2242107"/>
                <a:gd name="connsiteX15-881" fmla="*/ 269635 w 2003583"/>
                <a:gd name="connsiteY15-882" fmla="*/ 1319649 h 2242107"/>
                <a:gd name="connsiteX16-883" fmla="*/ 269635 w 2003583"/>
                <a:gd name="connsiteY16-884" fmla="*/ 922459 h 2242107"/>
                <a:gd name="connsiteX17-885" fmla="*/ 26285 w 2003583"/>
                <a:gd name="connsiteY17-886" fmla="*/ 693713 h 2242107"/>
                <a:gd name="connsiteX18-887" fmla="*/ 143951 w 2003583"/>
                <a:gd name="connsiteY18-888" fmla="*/ 489911 h 2242107"/>
                <a:gd name="connsiteX19-889" fmla="*/ 463725 w 2003583"/>
                <a:gd name="connsiteY19-890" fmla="*/ 586285 h 2242107"/>
                <a:gd name="connsiteX20-891" fmla="*/ 807702 w 2003583"/>
                <a:gd name="connsiteY20-892" fmla="*/ 387690 h 2242107"/>
                <a:gd name="connsiteX21-893" fmla="*/ 884127 w 2003583"/>
                <a:gd name="connsiteY21-894" fmla="*/ 62570 h 2242107"/>
                <a:gd name="connsiteX22-895" fmla="*/ 1119457 w 2003583"/>
                <a:gd name="connsiteY22-896" fmla="*/ 62570 h 2242107"/>
                <a:gd name="connsiteX23-897" fmla="*/ 1195882 w 2003583"/>
                <a:gd name="connsiteY23-898" fmla="*/ 387690 h 2242107"/>
                <a:gd name="connsiteX24-899" fmla="*/ 1539859 w 2003583"/>
                <a:gd name="connsiteY24-900" fmla="*/ 586285 h 2242107"/>
                <a:gd name="connsiteX0-901" fmla="*/ 1539859 w 2003583"/>
                <a:gd name="connsiteY0-902" fmla="*/ 586285 h 2242107"/>
                <a:gd name="connsiteX1-903" fmla="*/ 1859633 w 2003583"/>
                <a:gd name="connsiteY1-904" fmla="*/ 489911 h 2242107"/>
                <a:gd name="connsiteX2-905" fmla="*/ 1977299 w 2003583"/>
                <a:gd name="connsiteY2-906" fmla="*/ 693713 h 2242107"/>
                <a:gd name="connsiteX3-907" fmla="*/ 1733949 w 2003583"/>
                <a:gd name="connsiteY3-908" fmla="*/ 922459 h 2242107"/>
                <a:gd name="connsiteX4-909" fmla="*/ 1733949 w 2003583"/>
                <a:gd name="connsiteY4-910" fmla="*/ 1319649 h 2242107"/>
                <a:gd name="connsiteX5-911" fmla="*/ 1977299 w 2003583"/>
                <a:gd name="connsiteY5-912" fmla="*/ 1548395 h 2242107"/>
                <a:gd name="connsiteX6-913" fmla="*/ 1859633 w 2003583"/>
                <a:gd name="connsiteY6-914" fmla="*/ 1752197 h 2242107"/>
                <a:gd name="connsiteX7-915" fmla="*/ 1539859 w 2003583"/>
                <a:gd name="connsiteY7-916" fmla="*/ 1655823 h 2242107"/>
                <a:gd name="connsiteX8-917" fmla="*/ 1195882 w 2003583"/>
                <a:gd name="connsiteY8-918" fmla="*/ 1854418 h 2242107"/>
                <a:gd name="connsiteX9-919" fmla="*/ 1119457 w 2003583"/>
                <a:gd name="connsiteY9-920" fmla="*/ 2179538 h 2242107"/>
                <a:gd name="connsiteX10-921" fmla="*/ 884127 w 2003583"/>
                <a:gd name="connsiteY10-922" fmla="*/ 2179538 h 2242107"/>
                <a:gd name="connsiteX11-923" fmla="*/ 807702 w 2003583"/>
                <a:gd name="connsiteY11-924" fmla="*/ 1854418 h 2242107"/>
                <a:gd name="connsiteX12-925" fmla="*/ 463725 w 2003583"/>
                <a:gd name="connsiteY12-926" fmla="*/ 1655823 h 2242107"/>
                <a:gd name="connsiteX13-927" fmla="*/ 143951 w 2003583"/>
                <a:gd name="connsiteY13-928" fmla="*/ 1752197 h 2242107"/>
                <a:gd name="connsiteX14-929" fmla="*/ 26285 w 2003583"/>
                <a:gd name="connsiteY14-930" fmla="*/ 1548395 h 2242107"/>
                <a:gd name="connsiteX15-931" fmla="*/ 269635 w 2003583"/>
                <a:gd name="connsiteY15-932" fmla="*/ 1319649 h 2242107"/>
                <a:gd name="connsiteX16-933" fmla="*/ 269635 w 2003583"/>
                <a:gd name="connsiteY16-934" fmla="*/ 922459 h 2242107"/>
                <a:gd name="connsiteX17-935" fmla="*/ 26285 w 2003583"/>
                <a:gd name="connsiteY17-936" fmla="*/ 693713 h 2242107"/>
                <a:gd name="connsiteX18-937" fmla="*/ 143951 w 2003583"/>
                <a:gd name="connsiteY18-938" fmla="*/ 489911 h 2242107"/>
                <a:gd name="connsiteX19-939" fmla="*/ 463725 w 2003583"/>
                <a:gd name="connsiteY19-940" fmla="*/ 586285 h 2242107"/>
                <a:gd name="connsiteX20-941" fmla="*/ 807702 w 2003583"/>
                <a:gd name="connsiteY20-942" fmla="*/ 387690 h 2242107"/>
                <a:gd name="connsiteX21-943" fmla="*/ 884127 w 2003583"/>
                <a:gd name="connsiteY21-944" fmla="*/ 62570 h 2242107"/>
                <a:gd name="connsiteX22-945" fmla="*/ 1119457 w 2003583"/>
                <a:gd name="connsiteY22-946" fmla="*/ 62570 h 2242107"/>
                <a:gd name="connsiteX23-947" fmla="*/ 1195882 w 2003583"/>
                <a:gd name="connsiteY23-948" fmla="*/ 387690 h 2242107"/>
                <a:gd name="connsiteX24-949" fmla="*/ 1539859 w 2003583"/>
                <a:gd name="connsiteY24-950" fmla="*/ 586285 h 2242107"/>
                <a:gd name="connsiteX0-951" fmla="*/ 1539859 w 2003583"/>
                <a:gd name="connsiteY0-952" fmla="*/ 586285 h 2242107"/>
                <a:gd name="connsiteX1-953" fmla="*/ 1859633 w 2003583"/>
                <a:gd name="connsiteY1-954" fmla="*/ 489911 h 2242107"/>
                <a:gd name="connsiteX2-955" fmla="*/ 1977299 w 2003583"/>
                <a:gd name="connsiteY2-956" fmla="*/ 693713 h 2242107"/>
                <a:gd name="connsiteX3-957" fmla="*/ 1733949 w 2003583"/>
                <a:gd name="connsiteY3-958" fmla="*/ 922459 h 2242107"/>
                <a:gd name="connsiteX4-959" fmla="*/ 1733949 w 2003583"/>
                <a:gd name="connsiteY4-960" fmla="*/ 1319649 h 2242107"/>
                <a:gd name="connsiteX5-961" fmla="*/ 1977299 w 2003583"/>
                <a:gd name="connsiteY5-962" fmla="*/ 1548395 h 2242107"/>
                <a:gd name="connsiteX6-963" fmla="*/ 1859633 w 2003583"/>
                <a:gd name="connsiteY6-964" fmla="*/ 1752197 h 2242107"/>
                <a:gd name="connsiteX7-965" fmla="*/ 1539859 w 2003583"/>
                <a:gd name="connsiteY7-966" fmla="*/ 1655823 h 2242107"/>
                <a:gd name="connsiteX8-967" fmla="*/ 1195882 w 2003583"/>
                <a:gd name="connsiteY8-968" fmla="*/ 1854418 h 2242107"/>
                <a:gd name="connsiteX9-969" fmla="*/ 1119457 w 2003583"/>
                <a:gd name="connsiteY9-970" fmla="*/ 2179538 h 2242107"/>
                <a:gd name="connsiteX10-971" fmla="*/ 884127 w 2003583"/>
                <a:gd name="connsiteY10-972" fmla="*/ 2179538 h 2242107"/>
                <a:gd name="connsiteX11-973" fmla="*/ 807702 w 2003583"/>
                <a:gd name="connsiteY11-974" fmla="*/ 1854418 h 2242107"/>
                <a:gd name="connsiteX12-975" fmla="*/ 463725 w 2003583"/>
                <a:gd name="connsiteY12-976" fmla="*/ 1655823 h 2242107"/>
                <a:gd name="connsiteX13-977" fmla="*/ 143951 w 2003583"/>
                <a:gd name="connsiteY13-978" fmla="*/ 1752197 h 2242107"/>
                <a:gd name="connsiteX14-979" fmla="*/ 26285 w 2003583"/>
                <a:gd name="connsiteY14-980" fmla="*/ 1548395 h 2242107"/>
                <a:gd name="connsiteX15-981" fmla="*/ 269635 w 2003583"/>
                <a:gd name="connsiteY15-982" fmla="*/ 1319649 h 2242107"/>
                <a:gd name="connsiteX16-983" fmla="*/ 269635 w 2003583"/>
                <a:gd name="connsiteY16-984" fmla="*/ 922459 h 2242107"/>
                <a:gd name="connsiteX17-985" fmla="*/ 26285 w 2003583"/>
                <a:gd name="connsiteY17-986" fmla="*/ 693713 h 2242107"/>
                <a:gd name="connsiteX18-987" fmla="*/ 143951 w 2003583"/>
                <a:gd name="connsiteY18-988" fmla="*/ 489911 h 2242107"/>
                <a:gd name="connsiteX19-989" fmla="*/ 463725 w 2003583"/>
                <a:gd name="connsiteY19-990" fmla="*/ 586285 h 2242107"/>
                <a:gd name="connsiteX20-991" fmla="*/ 807702 w 2003583"/>
                <a:gd name="connsiteY20-992" fmla="*/ 387690 h 2242107"/>
                <a:gd name="connsiteX21-993" fmla="*/ 884127 w 2003583"/>
                <a:gd name="connsiteY21-994" fmla="*/ 62570 h 2242107"/>
                <a:gd name="connsiteX22-995" fmla="*/ 1119457 w 2003583"/>
                <a:gd name="connsiteY22-996" fmla="*/ 62570 h 2242107"/>
                <a:gd name="connsiteX23-997" fmla="*/ 1195882 w 2003583"/>
                <a:gd name="connsiteY23-998" fmla="*/ 387690 h 2242107"/>
                <a:gd name="connsiteX24-999" fmla="*/ 1539859 w 2003583"/>
                <a:gd name="connsiteY24-1000" fmla="*/ 586285 h 2242107"/>
                <a:gd name="connsiteX0-1001" fmla="*/ 1539859 w 2003583"/>
                <a:gd name="connsiteY0-1002" fmla="*/ 586285 h 2242107"/>
                <a:gd name="connsiteX1-1003" fmla="*/ 1859633 w 2003583"/>
                <a:gd name="connsiteY1-1004" fmla="*/ 489911 h 2242107"/>
                <a:gd name="connsiteX2-1005" fmla="*/ 1977299 w 2003583"/>
                <a:gd name="connsiteY2-1006" fmla="*/ 693713 h 2242107"/>
                <a:gd name="connsiteX3-1007" fmla="*/ 1733949 w 2003583"/>
                <a:gd name="connsiteY3-1008" fmla="*/ 922459 h 2242107"/>
                <a:gd name="connsiteX4-1009" fmla="*/ 1733949 w 2003583"/>
                <a:gd name="connsiteY4-1010" fmla="*/ 1319649 h 2242107"/>
                <a:gd name="connsiteX5-1011" fmla="*/ 1977299 w 2003583"/>
                <a:gd name="connsiteY5-1012" fmla="*/ 1548395 h 2242107"/>
                <a:gd name="connsiteX6-1013" fmla="*/ 1859633 w 2003583"/>
                <a:gd name="connsiteY6-1014" fmla="*/ 1752197 h 2242107"/>
                <a:gd name="connsiteX7-1015" fmla="*/ 1539859 w 2003583"/>
                <a:gd name="connsiteY7-1016" fmla="*/ 1655823 h 2242107"/>
                <a:gd name="connsiteX8-1017" fmla="*/ 1195882 w 2003583"/>
                <a:gd name="connsiteY8-1018" fmla="*/ 1854418 h 2242107"/>
                <a:gd name="connsiteX9-1019" fmla="*/ 1119457 w 2003583"/>
                <a:gd name="connsiteY9-1020" fmla="*/ 2179538 h 2242107"/>
                <a:gd name="connsiteX10-1021" fmla="*/ 884127 w 2003583"/>
                <a:gd name="connsiteY10-1022" fmla="*/ 2179538 h 2242107"/>
                <a:gd name="connsiteX11-1023" fmla="*/ 807702 w 2003583"/>
                <a:gd name="connsiteY11-1024" fmla="*/ 1854418 h 2242107"/>
                <a:gd name="connsiteX12-1025" fmla="*/ 463725 w 2003583"/>
                <a:gd name="connsiteY12-1026" fmla="*/ 1655823 h 2242107"/>
                <a:gd name="connsiteX13-1027" fmla="*/ 143951 w 2003583"/>
                <a:gd name="connsiteY13-1028" fmla="*/ 1752197 h 2242107"/>
                <a:gd name="connsiteX14-1029" fmla="*/ 26285 w 2003583"/>
                <a:gd name="connsiteY14-1030" fmla="*/ 1548395 h 2242107"/>
                <a:gd name="connsiteX15-1031" fmla="*/ 269635 w 2003583"/>
                <a:gd name="connsiteY15-1032" fmla="*/ 1319649 h 2242107"/>
                <a:gd name="connsiteX16-1033" fmla="*/ 269635 w 2003583"/>
                <a:gd name="connsiteY16-1034" fmla="*/ 922459 h 2242107"/>
                <a:gd name="connsiteX17-1035" fmla="*/ 26285 w 2003583"/>
                <a:gd name="connsiteY17-1036" fmla="*/ 693713 h 2242107"/>
                <a:gd name="connsiteX18-1037" fmla="*/ 143951 w 2003583"/>
                <a:gd name="connsiteY18-1038" fmla="*/ 489911 h 2242107"/>
                <a:gd name="connsiteX19-1039" fmla="*/ 463725 w 2003583"/>
                <a:gd name="connsiteY19-1040" fmla="*/ 586285 h 2242107"/>
                <a:gd name="connsiteX20-1041" fmla="*/ 807702 w 2003583"/>
                <a:gd name="connsiteY20-1042" fmla="*/ 387690 h 2242107"/>
                <a:gd name="connsiteX21-1043" fmla="*/ 884127 w 2003583"/>
                <a:gd name="connsiteY21-1044" fmla="*/ 62570 h 2242107"/>
                <a:gd name="connsiteX22-1045" fmla="*/ 1119457 w 2003583"/>
                <a:gd name="connsiteY22-1046" fmla="*/ 62570 h 2242107"/>
                <a:gd name="connsiteX23-1047" fmla="*/ 1195882 w 2003583"/>
                <a:gd name="connsiteY23-1048" fmla="*/ 387690 h 2242107"/>
                <a:gd name="connsiteX24-1049" fmla="*/ 1539859 w 2003583"/>
                <a:gd name="connsiteY24-1050" fmla="*/ 586285 h 2242107"/>
                <a:gd name="connsiteX0-1051" fmla="*/ 1539859 w 2003583"/>
                <a:gd name="connsiteY0-1052" fmla="*/ 586285 h 2242107"/>
                <a:gd name="connsiteX1-1053" fmla="*/ 1815989 w 2003583"/>
                <a:gd name="connsiteY1-1054" fmla="*/ 481182 h 2242107"/>
                <a:gd name="connsiteX2-1055" fmla="*/ 1977299 w 2003583"/>
                <a:gd name="connsiteY2-1056" fmla="*/ 693713 h 2242107"/>
                <a:gd name="connsiteX3-1057" fmla="*/ 1733949 w 2003583"/>
                <a:gd name="connsiteY3-1058" fmla="*/ 922459 h 2242107"/>
                <a:gd name="connsiteX4-1059" fmla="*/ 1733949 w 2003583"/>
                <a:gd name="connsiteY4-1060" fmla="*/ 1319649 h 2242107"/>
                <a:gd name="connsiteX5-1061" fmla="*/ 1977299 w 2003583"/>
                <a:gd name="connsiteY5-1062" fmla="*/ 1548395 h 2242107"/>
                <a:gd name="connsiteX6-1063" fmla="*/ 1859633 w 2003583"/>
                <a:gd name="connsiteY6-1064" fmla="*/ 1752197 h 2242107"/>
                <a:gd name="connsiteX7-1065" fmla="*/ 1539859 w 2003583"/>
                <a:gd name="connsiteY7-1066" fmla="*/ 1655823 h 2242107"/>
                <a:gd name="connsiteX8-1067" fmla="*/ 1195882 w 2003583"/>
                <a:gd name="connsiteY8-1068" fmla="*/ 1854418 h 2242107"/>
                <a:gd name="connsiteX9-1069" fmla="*/ 1119457 w 2003583"/>
                <a:gd name="connsiteY9-1070" fmla="*/ 2179538 h 2242107"/>
                <a:gd name="connsiteX10-1071" fmla="*/ 884127 w 2003583"/>
                <a:gd name="connsiteY10-1072" fmla="*/ 2179538 h 2242107"/>
                <a:gd name="connsiteX11-1073" fmla="*/ 807702 w 2003583"/>
                <a:gd name="connsiteY11-1074" fmla="*/ 1854418 h 2242107"/>
                <a:gd name="connsiteX12-1075" fmla="*/ 463725 w 2003583"/>
                <a:gd name="connsiteY12-1076" fmla="*/ 1655823 h 2242107"/>
                <a:gd name="connsiteX13-1077" fmla="*/ 143951 w 2003583"/>
                <a:gd name="connsiteY13-1078" fmla="*/ 1752197 h 2242107"/>
                <a:gd name="connsiteX14-1079" fmla="*/ 26285 w 2003583"/>
                <a:gd name="connsiteY14-1080" fmla="*/ 1548395 h 2242107"/>
                <a:gd name="connsiteX15-1081" fmla="*/ 269635 w 2003583"/>
                <a:gd name="connsiteY15-1082" fmla="*/ 1319649 h 2242107"/>
                <a:gd name="connsiteX16-1083" fmla="*/ 269635 w 2003583"/>
                <a:gd name="connsiteY16-1084" fmla="*/ 922459 h 2242107"/>
                <a:gd name="connsiteX17-1085" fmla="*/ 26285 w 2003583"/>
                <a:gd name="connsiteY17-1086" fmla="*/ 693713 h 2242107"/>
                <a:gd name="connsiteX18-1087" fmla="*/ 143951 w 2003583"/>
                <a:gd name="connsiteY18-1088" fmla="*/ 489911 h 2242107"/>
                <a:gd name="connsiteX19-1089" fmla="*/ 463725 w 2003583"/>
                <a:gd name="connsiteY19-1090" fmla="*/ 586285 h 2242107"/>
                <a:gd name="connsiteX20-1091" fmla="*/ 807702 w 2003583"/>
                <a:gd name="connsiteY20-1092" fmla="*/ 387690 h 2242107"/>
                <a:gd name="connsiteX21-1093" fmla="*/ 884127 w 2003583"/>
                <a:gd name="connsiteY21-1094" fmla="*/ 62570 h 2242107"/>
                <a:gd name="connsiteX22-1095" fmla="*/ 1119457 w 2003583"/>
                <a:gd name="connsiteY22-1096" fmla="*/ 62570 h 2242107"/>
                <a:gd name="connsiteX23-1097" fmla="*/ 1195882 w 2003583"/>
                <a:gd name="connsiteY23-1098" fmla="*/ 387690 h 2242107"/>
                <a:gd name="connsiteX24-1099" fmla="*/ 1539859 w 2003583"/>
                <a:gd name="connsiteY24-1100" fmla="*/ 586285 h 2242107"/>
                <a:gd name="connsiteX0-1101" fmla="*/ 1539859 w 2003583"/>
                <a:gd name="connsiteY0-1102" fmla="*/ 586285 h 2225306"/>
                <a:gd name="connsiteX1-1103" fmla="*/ 1815989 w 2003583"/>
                <a:gd name="connsiteY1-1104" fmla="*/ 481182 h 2225306"/>
                <a:gd name="connsiteX2-1105" fmla="*/ 1977299 w 2003583"/>
                <a:gd name="connsiteY2-1106" fmla="*/ 693713 h 2225306"/>
                <a:gd name="connsiteX3-1107" fmla="*/ 1733949 w 2003583"/>
                <a:gd name="connsiteY3-1108" fmla="*/ 922459 h 2225306"/>
                <a:gd name="connsiteX4-1109" fmla="*/ 1733949 w 2003583"/>
                <a:gd name="connsiteY4-1110" fmla="*/ 1319649 h 2225306"/>
                <a:gd name="connsiteX5-1111" fmla="*/ 1977299 w 2003583"/>
                <a:gd name="connsiteY5-1112" fmla="*/ 1548395 h 2225306"/>
                <a:gd name="connsiteX6-1113" fmla="*/ 1859633 w 2003583"/>
                <a:gd name="connsiteY6-1114" fmla="*/ 1752197 h 2225306"/>
                <a:gd name="connsiteX7-1115" fmla="*/ 1539859 w 2003583"/>
                <a:gd name="connsiteY7-1116" fmla="*/ 1655823 h 2225306"/>
                <a:gd name="connsiteX8-1117" fmla="*/ 1195882 w 2003583"/>
                <a:gd name="connsiteY8-1118" fmla="*/ 1854418 h 2225306"/>
                <a:gd name="connsiteX9-1119" fmla="*/ 1119457 w 2003583"/>
                <a:gd name="connsiteY9-1120" fmla="*/ 2179538 h 2225306"/>
                <a:gd name="connsiteX10-1121" fmla="*/ 849212 w 2003583"/>
                <a:gd name="connsiteY10-1122" fmla="*/ 2188266 h 2225306"/>
                <a:gd name="connsiteX11-1123" fmla="*/ 807702 w 2003583"/>
                <a:gd name="connsiteY11-1124" fmla="*/ 1854418 h 2225306"/>
                <a:gd name="connsiteX12-1125" fmla="*/ 463725 w 2003583"/>
                <a:gd name="connsiteY12-1126" fmla="*/ 1655823 h 2225306"/>
                <a:gd name="connsiteX13-1127" fmla="*/ 143951 w 2003583"/>
                <a:gd name="connsiteY13-1128" fmla="*/ 1752197 h 2225306"/>
                <a:gd name="connsiteX14-1129" fmla="*/ 26285 w 2003583"/>
                <a:gd name="connsiteY14-1130" fmla="*/ 1548395 h 2225306"/>
                <a:gd name="connsiteX15-1131" fmla="*/ 269635 w 2003583"/>
                <a:gd name="connsiteY15-1132" fmla="*/ 1319649 h 2225306"/>
                <a:gd name="connsiteX16-1133" fmla="*/ 269635 w 2003583"/>
                <a:gd name="connsiteY16-1134" fmla="*/ 922459 h 2225306"/>
                <a:gd name="connsiteX17-1135" fmla="*/ 26285 w 2003583"/>
                <a:gd name="connsiteY17-1136" fmla="*/ 693713 h 2225306"/>
                <a:gd name="connsiteX18-1137" fmla="*/ 143951 w 2003583"/>
                <a:gd name="connsiteY18-1138" fmla="*/ 489911 h 2225306"/>
                <a:gd name="connsiteX19-1139" fmla="*/ 463725 w 2003583"/>
                <a:gd name="connsiteY19-1140" fmla="*/ 586285 h 2225306"/>
                <a:gd name="connsiteX20-1141" fmla="*/ 807702 w 2003583"/>
                <a:gd name="connsiteY20-1142" fmla="*/ 387690 h 2225306"/>
                <a:gd name="connsiteX21-1143" fmla="*/ 884127 w 2003583"/>
                <a:gd name="connsiteY21-1144" fmla="*/ 62570 h 2225306"/>
                <a:gd name="connsiteX22-1145" fmla="*/ 1119457 w 2003583"/>
                <a:gd name="connsiteY22-1146" fmla="*/ 62570 h 2225306"/>
                <a:gd name="connsiteX23-1147" fmla="*/ 1195882 w 2003583"/>
                <a:gd name="connsiteY23-1148" fmla="*/ 387690 h 2225306"/>
                <a:gd name="connsiteX24-1149" fmla="*/ 1539859 w 2003583"/>
                <a:gd name="connsiteY24-1150" fmla="*/ 586285 h 2225306"/>
                <a:gd name="connsiteX0-1151" fmla="*/ 1551437 w 2015161"/>
                <a:gd name="connsiteY0-1152" fmla="*/ 586285 h 2225304"/>
                <a:gd name="connsiteX1-1153" fmla="*/ 1827567 w 2015161"/>
                <a:gd name="connsiteY1-1154" fmla="*/ 481182 h 2225304"/>
                <a:gd name="connsiteX2-1155" fmla="*/ 1988877 w 2015161"/>
                <a:gd name="connsiteY2-1156" fmla="*/ 693713 h 2225304"/>
                <a:gd name="connsiteX3-1157" fmla="*/ 1745527 w 2015161"/>
                <a:gd name="connsiteY3-1158" fmla="*/ 922459 h 2225304"/>
                <a:gd name="connsiteX4-1159" fmla="*/ 1745527 w 2015161"/>
                <a:gd name="connsiteY4-1160" fmla="*/ 1319649 h 2225304"/>
                <a:gd name="connsiteX5-1161" fmla="*/ 1988877 w 2015161"/>
                <a:gd name="connsiteY5-1162" fmla="*/ 1548395 h 2225304"/>
                <a:gd name="connsiteX6-1163" fmla="*/ 1871211 w 2015161"/>
                <a:gd name="connsiteY6-1164" fmla="*/ 1752197 h 2225304"/>
                <a:gd name="connsiteX7-1165" fmla="*/ 1551437 w 2015161"/>
                <a:gd name="connsiteY7-1166" fmla="*/ 1655823 h 2225304"/>
                <a:gd name="connsiteX8-1167" fmla="*/ 1207460 w 2015161"/>
                <a:gd name="connsiteY8-1168" fmla="*/ 1854418 h 2225304"/>
                <a:gd name="connsiteX9-1169" fmla="*/ 1131035 w 2015161"/>
                <a:gd name="connsiteY9-1170" fmla="*/ 2179538 h 2225304"/>
                <a:gd name="connsiteX10-1171" fmla="*/ 860790 w 2015161"/>
                <a:gd name="connsiteY10-1172" fmla="*/ 2188266 h 2225304"/>
                <a:gd name="connsiteX11-1173" fmla="*/ 819280 w 2015161"/>
                <a:gd name="connsiteY11-1174" fmla="*/ 1854418 h 2225304"/>
                <a:gd name="connsiteX12-1175" fmla="*/ 475303 w 2015161"/>
                <a:gd name="connsiteY12-1176" fmla="*/ 1655823 h 2225304"/>
                <a:gd name="connsiteX13-1177" fmla="*/ 155529 w 2015161"/>
                <a:gd name="connsiteY13-1178" fmla="*/ 1752197 h 2225304"/>
                <a:gd name="connsiteX14-1179" fmla="*/ 2948 w 2015161"/>
                <a:gd name="connsiteY14-1180" fmla="*/ 1522210 h 2225304"/>
                <a:gd name="connsiteX15-1181" fmla="*/ 281213 w 2015161"/>
                <a:gd name="connsiteY15-1182" fmla="*/ 1319649 h 2225304"/>
                <a:gd name="connsiteX16-1183" fmla="*/ 281213 w 2015161"/>
                <a:gd name="connsiteY16-1184" fmla="*/ 922459 h 2225304"/>
                <a:gd name="connsiteX17-1185" fmla="*/ 37863 w 2015161"/>
                <a:gd name="connsiteY17-1186" fmla="*/ 693713 h 2225304"/>
                <a:gd name="connsiteX18-1187" fmla="*/ 155529 w 2015161"/>
                <a:gd name="connsiteY18-1188" fmla="*/ 489911 h 2225304"/>
                <a:gd name="connsiteX19-1189" fmla="*/ 475303 w 2015161"/>
                <a:gd name="connsiteY19-1190" fmla="*/ 586285 h 2225304"/>
                <a:gd name="connsiteX20-1191" fmla="*/ 819280 w 2015161"/>
                <a:gd name="connsiteY20-1192" fmla="*/ 387690 h 2225304"/>
                <a:gd name="connsiteX21-1193" fmla="*/ 895705 w 2015161"/>
                <a:gd name="connsiteY21-1194" fmla="*/ 62570 h 2225304"/>
                <a:gd name="connsiteX22-1195" fmla="*/ 1131035 w 2015161"/>
                <a:gd name="connsiteY22-1196" fmla="*/ 62570 h 2225304"/>
                <a:gd name="connsiteX23-1197" fmla="*/ 1207460 w 2015161"/>
                <a:gd name="connsiteY23-1198" fmla="*/ 387690 h 2225304"/>
                <a:gd name="connsiteX24-1199" fmla="*/ 1551437 w 2015161"/>
                <a:gd name="connsiteY24-1200" fmla="*/ 586285 h 2225304"/>
                <a:gd name="connsiteX0-1201" fmla="*/ 1551439 w 2015163"/>
                <a:gd name="connsiteY0-1202" fmla="*/ 586285 h 2225306"/>
                <a:gd name="connsiteX1-1203" fmla="*/ 1827569 w 2015163"/>
                <a:gd name="connsiteY1-1204" fmla="*/ 481182 h 2225306"/>
                <a:gd name="connsiteX2-1205" fmla="*/ 1988879 w 2015163"/>
                <a:gd name="connsiteY2-1206" fmla="*/ 693713 h 2225306"/>
                <a:gd name="connsiteX3-1207" fmla="*/ 1745529 w 2015163"/>
                <a:gd name="connsiteY3-1208" fmla="*/ 922459 h 2225306"/>
                <a:gd name="connsiteX4-1209" fmla="*/ 1745529 w 2015163"/>
                <a:gd name="connsiteY4-1210" fmla="*/ 1319649 h 2225306"/>
                <a:gd name="connsiteX5-1211" fmla="*/ 1988879 w 2015163"/>
                <a:gd name="connsiteY5-1212" fmla="*/ 1548395 h 2225306"/>
                <a:gd name="connsiteX6-1213" fmla="*/ 1871213 w 2015163"/>
                <a:gd name="connsiteY6-1214" fmla="*/ 1752197 h 2225306"/>
                <a:gd name="connsiteX7-1215" fmla="*/ 1551439 w 2015163"/>
                <a:gd name="connsiteY7-1216" fmla="*/ 1655823 h 2225306"/>
                <a:gd name="connsiteX8-1217" fmla="*/ 1207462 w 2015163"/>
                <a:gd name="connsiteY8-1218" fmla="*/ 1854418 h 2225306"/>
                <a:gd name="connsiteX9-1219" fmla="*/ 1131037 w 2015163"/>
                <a:gd name="connsiteY9-1220" fmla="*/ 2179538 h 2225306"/>
                <a:gd name="connsiteX10-1221" fmla="*/ 860792 w 2015163"/>
                <a:gd name="connsiteY10-1222" fmla="*/ 2188266 h 2225306"/>
                <a:gd name="connsiteX11-1223" fmla="*/ 819282 w 2015163"/>
                <a:gd name="connsiteY11-1224" fmla="*/ 1854418 h 2225306"/>
                <a:gd name="connsiteX12-1225" fmla="*/ 475305 w 2015163"/>
                <a:gd name="connsiteY12-1226" fmla="*/ 1655823 h 2225306"/>
                <a:gd name="connsiteX13-1227" fmla="*/ 155531 w 2015163"/>
                <a:gd name="connsiteY13-1228" fmla="*/ 1752197 h 2225306"/>
                <a:gd name="connsiteX14-1229" fmla="*/ 2950 w 2015163"/>
                <a:gd name="connsiteY14-1230" fmla="*/ 1522210 h 2225306"/>
                <a:gd name="connsiteX15-1231" fmla="*/ 281215 w 2015163"/>
                <a:gd name="connsiteY15-1232" fmla="*/ 1319649 h 2225306"/>
                <a:gd name="connsiteX16-1233" fmla="*/ 281215 w 2015163"/>
                <a:gd name="connsiteY16-1234" fmla="*/ 922459 h 2225306"/>
                <a:gd name="connsiteX17-1235" fmla="*/ 37865 w 2015163"/>
                <a:gd name="connsiteY17-1236" fmla="*/ 693713 h 2225306"/>
                <a:gd name="connsiteX18-1237" fmla="*/ 155531 w 2015163"/>
                <a:gd name="connsiteY18-1238" fmla="*/ 463725 h 2225306"/>
                <a:gd name="connsiteX19-1239" fmla="*/ 475305 w 2015163"/>
                <a:gd name="connsiteY19-1240" fmla="*/ 586285 h 2225306"/>
                <a:gd name="connsiteX20-1241" fmla="*/ 819282 w 2015163"/>
                <a:gd name="connsiteY20-1242" fmla="*/ 387690 h 2225306"/>
                <a:gd name="connsiteX21-1243" fmla="*/ 895707 w 2015163"/>
                <a:gd name="connsiteY21-1244" fmla="*/ 62570 h 2225306"/>
                <a:gd name="connsiteX22-1245" fmla="*/ 1131037 w 2015163"/>
                <a:gd name="connsiteY22-1246" fmla="*/ 62570 h 2225306"/>
                <a:gd name="connsiteX23-1247" fmla="*/ 1207462 w 2015163"/>
                <a:gd name="connsiteY23-1248" fmla="*/ 387690 h 2225306"/>
                <a:gd name="connsiteX24-1249" fmla="*/ 1551439 w 2015163"/>
                <a:gd name="connsiteY24-1250" fmla="*/ 586285 h 2225306"/>
                <a:gd name="connsiteX0-1251" fmla="*/ 1551439 w 2015163"/>
                <a:gd name="connsiteY0-1252" fmla="*/ 575030 h 2214049"/>
                <a:gd name="connsiteX1-1253" fmla="*/ 1827569 w 2015163"/>
                <a:gd name="connsiteY1-1254" fmla="*/ 469927 h 2214049"/>
                <a:gd name="connsiteX2-1255" fmla="*/ 1988879 w 2015163"/>
                <a:gd name="connsiteY2-1256" fmla="*/ 682458 h 2214049"/>
                <a:gd name="connsiteX3-1257" fmla="*/ 1745529 w 2015163"/>
                <a:gd name="connsiteY3-1258" fmla="*/ 911204 h 2214049"/>
                <a:gd name="connsiteX4-1259" fmla="*/ 1745529 w 2015163"/>
                <a:gd name="connsiteY4-1260" fmla="*/ 1308394 h 2214049"/>
                <a:gd name="connsiteX5-1261" fmla="*/ 1988879 w 2015163"/>
                <a:gd name="connsiteY5-1262" fmla="*/ 1537140 h 2214049"/>
                <a:gd name="connsiteX6-1263" fmla="*/ 1871213 w 2015163"/>
                <a:gd name="connsiteY6-1264" fmla="*/ 1740942 h 2214049"/>
                <a:gd name="connsiteX7-1265" fmla="*/ 1551439 w 2015163"/>
                <a:gd name="connsiteY7-1266" fmla="*/ 1644568 h 2214049"/>
                <a:gd name="connsiteX8-1267" fmla="*/ 1207462 w 2015163"/>
                <a:gd name="connsiteY8-1268" fmla="*/ 1843163 h 2214049"/>
                <a:gd name="connsiteX9-1269" fmla="*/ 1131037 w 2015163"/>
                <a:gd name="connsiteY9-1270" fmla="*/ 2168283 h 2214049"/>
                <a:gd name="connsiteX10-1271" fmla="*/ 860792 w 2015163"/>
                <a:gd name="connsiteY10-1272" fmla="*/ 2177011 h 2214049"/>
                <a:gd name="connsiteX11-1273" fmla="*/ 819282 w 2015163"/>
                <a:gd name="connsiteY11-1274" fmla="*/ 1843163 h 2214049"/>
                <a:gd name="connsiteX12-1275" fmla="*/ 475305 w 2015163"/>
                <a:gd name="connsiteY12-1276" fmla="*/ 1644568 h 2214049"/>
                <a:gd name="connsiteX13-1277" fmla="*/ 155531 w 2015163"/>
                <a:gd name="connsiteY13-1278" fmla="*/ 1740942 h 2214049"/>
                <a:gd name="connsiteX14-1279" fmla="*/ 2950 w 2015163"/>
                <a:gd name="connsiteY14-1280" fmla="*/ 1510955 h 2214049"/>
                <a:gd name="connsiteX15-1281" fmla="*/ 281215 w 2015163"/>
                <a:gd name="connsiteY15-1282" fmla="*/ 1308394 h 2214049"/>
                <a:gd name="connsiteX16-1283" fmla="*/ 281215 w 2015163"/>
                <a:gd name="connsiteY16-1284" fmla="*/ 911204 h 2214049"/>
                <a:gd name="connsiteX17-1285" fmla="*/ 37865 w 2015163"/>
                <a:gd name="connsiteY17-1286" fmla="*/ 682458 h 2214049"/>
                <a:gd name="connsiteX18-1287" fmla="*/ 155531 w 2015163"/>
                <a:gd name="connsiteY18-1288" fmla="*/ 452470 h 2214049"/>
                <a:gd name="connsiteX19-1289" fmla="*/ 475305 w 2015163"/>
                <a:gd name="connsiteY19-1290" fmla="*/ 575030 h 2214049"/>
                <a:gd name="connsiteX20-1291" fmla="*/ 819282 w 2015163"/>
                <a:gd name="connsiteY20-1292" fmla="*/ 376435 h 2214049"/>
                <a:gd name="connsiteX21-1293" fmla="*/ 895707 w 2015163"/>
                <a:gd name="connsiteY21-1294" fmla="*/ 51315 h 2214049"/>
                <a:gd name="connsiteX22-1295" fmla="*/ 1165952 w 2015163"/>
                <a:gd name="connsiteY22-1296" fmla="*/ 33857 h 2214049"/>
                <a:gd name="connsiteX23-1297" fmla="*/ 1207462 w 2015163"/>
                <a:gd name="connsiteY23-1298" fmla="*/ 376435 h 2214049"/>
                <a:gd name="connsiteX24-1299" fmla="*/ 1551439 w 2015163"/>
                <a:gd name="connsiteY24-1300" fmla="*/ 575030 h 2214049"/>
                <a:gd name="connsiteX0-1301" fmla="*/ 1551439 w 2015163"/>
                <a:gd name="connsiteY0-1302" fmla="*/ 575028 h 2214049"/>
                <a:gd name="connsiteX1-1303" fmla="*/ 1810111 w 2015163"/>
                <a:gd name="connsiteY1-1304" fmla="*/ 443740 h 2214049"/>
                <a:gd name="connsiteX2-1305" fmla="*/ 1988879 w 2015163"/>
                <a:gd name="connsiteY2-1306" fmla="*/ 682456 h 2214049"/>
                <a:gd name="connsiteX3-1307" fmla="*/ 1745529 w 2015163"/>
                <a:gd name="connsiteY3-1308" fmla="*/ 911202 h 2214049"/>
                <a:gd name="connsiteX4-1309" fmla="*/ 1745529 w 2015163"/>
                <a:gd name="connsiteY4-1310" fmla="*/ 1308392 h 2214049"/>
                <a:gd name="connsiteX5-1311" fmla="*/ 1988879 w 2015163"/>
                <a:gd name="connsiteY5-1312" fmla="*/ 1537138 h 2214049"/>
                <a:gd name="connsiteX6-1313" fmla="*/ 1871213 w 2015163"/>
                <a:gd name="connsiteY6-1314" fmla="*/ 1740940 h 2214049"/>
                <a:gd name="connsiteX7-1315" fmla="*/ 1551439 w 2015163"/>
                <a:gd name="connsiteY7-1316" fmla="*/ 1644566 h 2214049"/>
                <a:gd name="connsiteX8-1317" fmla="*/ 1207462 w 2015163"/>
                <a:gd name="connsiteY8-1318" fmla="*/ 1843161 h 2214049"/>
                <a:gd name="connsiteX9-1319" fmla="*/ 1131037 w 2015163"/>
                <a:gd name="connsiteY9-1320" fmla="*/ 2168281 h 2214049"/>
                <a:gd name="connsiteX10-1321" fmla="*/ 860792 w 2015163"/>
                <a:gd name="connsiteY10-1322" fmla="*/ 2177009 h 2214049"/>
                <a:gd name="connsiteX11-1323" fmla="*/ 819282 w 2015163"/>
                <a:gd name="connsiteY11-1324" fmla="*/ 1843161 h 2214049"/>
                <a:gd name="connsiteX12-1325" fmla="*/ 475305 w 2015163"/>
                <a:gd name="connsiteY12-1326" fmla="*/ 1644566 h 2214049"/>
                <a:gd name="connsiteX13-1327" fmla="*/ 155531 w 2015163"/>
                <a:gd name="connsiteY13-1328" fmla="*/ 1740940 h 2214049"/>
                <a:gd name="connsiteX14-1329" fmla="*/ 2950 w 2015163"/>
                <a:gd name="connsiteY14-1330" fmla="*/ 1510953 h 2214049"/>
                <a:gd name="connsiteX15-1331" fmla="*/ 281215 w 2015163"/>
                <a:gd name="connsiteY15-1332" fmla="*/ 1308392 h 2214049"/>
                <a:gd name="connsiteX16-1333" fmla="*/ 281215 w 2015163"/>
                <a:gd name="connsiteY16-1334" fmla="*/ 911202 h 2214049"/>
                <a:gd name="connsiteX17-1335" fmla="*/ 37865 w 2015163"/>
                <a:gd name="connsiteY17-1336" fmla="*/ 682456 h 2214049"/>
                <a:gd name="connsiteX18-1337" fmla="*/ 155531 w 2015163"/>
                <a:gd name="connsiteY18-1338" fmla="*/ 452468 h 2214049"/>
                <a:gd name="connsiteX19-1339" fmla="*/ 475305 w 2015163"/>
                <a:gd name="connsiteY19-1340" fmla="*/ 575028 h 2214049"/>
                <a:gd name="connsiteX20-1341" fmla="*/ 819282 w 2015163"/>
                <a:gd name="connsiteY20-1342" fmla="*/ 376433 h 2214049"/>
                <a:gd name="connsiteX21-1343" fmla="*/ 895707 w 2015163"/>
                <a:gd name="connsiteY21-1344" fmla="*/ 51313 h 2214049"/>
                <a:gd name="connsiteX22-1345" fmla="*/ 1165952 w 2015163"/>
                <a:gd name="connsiteY22-1346" fmla="*/ 33855 h 2214049"/>
                <a:gd name="connsiteX23-1347" fmla="*/ 1207462 w 2015163"/>
                <a:gd name="connsiteY23-1348" fmla="*/ 376433 h 2214049"/>
                <a:gd name="connsiteX24-1349" fmla="*/ 1551439 w 2015163"/>
                <a:gd name="connsiteY24-1350" fmla="*/ 575028 h 2214049"/>
                <a:gd name="connsiteX0-1351" fmla="*/ 1551439 w 1990924"/>
                <a:gd name="connsiteY0-1352" fmla="*/ 575028 h 2214047"/>
                <a:gd name="connsiteX1-1353" fmla="*/ 1810111 w 1990924"/>
                <a:gd name="connsiteY1-1354" fmla="*/ 443740 h 2214047"/>
                <a:gd name="connsiteX2-1355" fmla="*/ 1988879 w 1990924"/>
                <a:gd name="connsiteY2-1356" fmla="*/ 682456 h 2214047"/>
                <a:gd name="connsiteX3-1357" fmla="*/ 1745529 w 1990924"/>
                <a:gd name="connsiteY3-1358" fmla="*/ 911202 h 2214047"/>
                <a:gd name="connsiteX4-1359" fmla="*/ 1745529 w 1990924"/>
                <a:gd name="connsiteY4-1360" fmla="*/ 1308392 h 2214047"/>
                <a:gd name="connsiteX5-1361" fmla="*/ 1988879 w 1990924"/>
                <a:gd name="connsiteY5-1362" fmla="*/ 1537138 h 2214047"/>
                <a:gd name="connsiteX6-1363" fmla="*/ 1845026 w 1990924"/>
                <a:gd name="connsiteY6-1364" fmla="*/ 1775854 h 2214047"/>
                <a:gd name="connsiteX7-1365" fmla="*/ 1551439 w 1990924"/>
                <a:gd name="connsiteY7-1366" fmla="*/ 1644566 h 2214047"/>
                <a:gd name="connsiteX8-1367" fmla="*/ 1207462 w 1990924"/>
                <a:gd name="connsiteY8-1368" fmla="*/ 1843161 h 2214047"/>
                <a:gd name="connsiteX9-1369" fmla="*/ 1131037 w 1990924"/>
                <a:gd name="connsiteY9-1370" fmla="*/ 2168281 h 2214047"/>
                <a:gd name="connsiteX10-1371" fmla="*/ 860792 w 1990924"/>
                <a:gd name="connsiteY10-1372" fmla="*/ 2177009 h 2214047"/>
                <a:gd name="connsiteX11-1373" fmla="*/ 819282 w 1990924"/>
                <a:gd name="connsiteY11-1374" fmla="*/ 1843161 h 2214047"/>
                <a:gd name="connsiteX12-1375" fmla="*/ 475305 w 1990924"/>
                <a:gd name="connsiteY12-1376" fmla="*/ 1644566 h 2214047"/>
                <a:gd name="connsiteX13-1377" fmla="*/ 155531 w 1990924"/>
                <a:gd name="connsiteY13-1378" fmla="*/ 1740940 h 2214047"/>
                <a:gd name="connsiteX14-1379" fmla="*/ 2950 w 1990924"/>
                <a:gd name="connsiteY14-1380" fmla="*/ 1510953 h 2214047"/>
                <a:gd name="connsiteX15-1381" fmla="*/ 281215 w 1990924"/>
                <a:gd name="connsiteY15-1382" fmla="*/ 1308392 h 2214047"/>
                <a:gd name="connsiteX16-1383" fmla="*/ 281215 w 1990924"/>
                <a:gd name="connsiteY16-1384" fmla="*/ 911202 h 2214047"/>
                <a:gd name="connsiteX17-1385" fmla="*/ 37865 w 1990924"/>
                <a:gd name="connsiteY17-1386" fmla="*/ 682456 h 2214047"/>
                <a:gd name="connsiteX18-1387" fmla="*/ 155531 w 1990924"/>
                <a:gd name="connsiteY18-1388" fmla="*/ 452468 h 2214047"/>
                <a:gd name="connsiteX19-1389" fmla="*/ 475305 w 1990924"/>
                <a:gd name="connsiteY19-1390" fmla="*/ 575028 h 2214047"/>
                <a:gd name="connsiteX20-1391" fmla="*/ 819282 w 1990924"/>
                <a:gd name="connsiteY20-1392" fmla="*/ 376433 h 2214047"/>
                <a:gd name="connsiteX21-1393" fmla="*/ 895707 w 1990924"/>
                <a:gd name="connsiteY21-1394" fmla="*/ 51313 h 2214047"/>
                <a:gd name="connsiteX22-1395" fmla="*/ 1165952 w 1990924"/>
                <a:gd name="connsiteY22-1396" fmla="*/ 33855 h 2214047"/>
                <a:gd name="connsiteX23-1397" fmla="*/ 1207462 w 1990924"/>
                <a:gd name="connsiteY23-1398" fmla="*/ 376433 h 2214047"/>
                <a:gd name="connsiteX24-1399" fmla="*/ 1551439 w 1990924"/>
                <a:gd name="connsiteY24-1400" fmla="*/ 575028 h 2214047"/>
                <a:gd name="connsiteX0-1401" fmla="*/ 1551439 w 1990924"/>
                <a:gd name="connsiteY0-1402" fmla="*/ 572746 h 2211766"/>
                <a:gd name="connsiteX1-1403" fmla="*/ 1810111 w 1990924"/>
                <a:gd name="connsiteY1-1404" fmla="*/ 441458 h 2211766"/>
                <a:gd name="connsiteX2-1405" fmla="*/ 1988879 w 1990924"/>
                <a:gd name="connsiteY2-1406" fmla="*/ 680174 h 2211766"/>
                <a:gd name="connsiteX3-1407" fmla="*/ 1745529 w 1990924"/>
                <a:gd name="connsiteY3-1408" fmla="*/ 908920 h 2211766"/>
                <a:gd name="connsiteX4-1409" fmla="*/ 1745529 w 1990924"/>
                <a:gd name="connsiteY4-1410" fmla="*/ 1306110 h 2211766"/>
                <a:gd name="connsiteX5-1411" fmla="*/ 1988879 w 1990924"/>
                <a:gd name="connsiteY5-1412" fmla="*/ 1534856 h 2211766"/>
                <a:gd name="connsiteX6-1413" fmla="*/ 1845026 w 1990924"/>
                <a:gd name="connsiteY6-1414" fmla="*/ 1773572 h 2211766"/>
                <a:gd name="connsiteX7-1415" fmla="*/ 1551439 w 1990924"/>
                <a:gd name="connsiteY7-1416" fmla="*/ 1642284 h 2211766"/>
                <a:gd name="connsiteX8-1417" fmla="*/ 1207462 w 1990924"/>
                <a:gd name="connsiteY8-1418" fmla="*/ 1840879 h 2211766"/>
                <a:gd name="connsiteX9-1419" fmla="*/ 1131037 w 1990924"/>
                <a:gd name="connsiteY9-1420" fmla="*/ 2165999 h 2211766"/>
                <a:gd name="connsiteX10-1421" fmla="*/ 860792 w 1990924"/>
                <a:gd name="connsiteY10-1422" fmla="*/ 2174727 h 2211766"/>
                <a:gd name="connsiteX11-1423" fmla="*/ 819282 w 1990924"/>
                <a:gd name="connsiteY11-1424" fmla="*/ 1840879 h 2211766"/>
                <a:gd name="connsiteX12-1425" fmla="*/ 475305 w 1990924"/>
                <a:gd name="connsiteY12-1426" fmla="*/ 1642284 h 2211766"/>
                <a:gd name="connsiteX13-1427" fmla="*/ 155531 w 1990924"/>
                <a:gd name="connsiteY13-1428" fmla="*/ 1738658 h 2211766"/>
                <a:gd name="connsiteX14-1429" fmla="*/ 2950 w 1990924"/>
                <a:gd name="connsiteY14-1430" fmla="*/ 1508671 h 2211766"/>
                <a:gd name="connsiteX15-1431" fmla="*/ 281215 w 1990924"/>
                <a:gd name="connsiteY15-1432" fmla="*/ 1306110 h 2211766"/>
                <a:gd name="connsiteX16-1433" fmla="*/ 281215 w 1990924"/>
                <a:gd name="connsiteY16-1434" fmla="*/ 908920 h 2211766"/>
                <a:gd name="connsiteX17-1435" fmla="*/ 37865 w 1990924"/>
                <a:gd name="connsiteY17-1436" fmla="*/ 680174 h 2211766"/>
                <a:gd name="connsiteX18-1437" fmla="*/ 155531 w 1990924"/>
                <a:gd name="connsiteY18-1438" fmla="*/ 450186 h 2211766"/>
                <a:gd name="connsiteX19-1439" fmla="*/ 475305 w 1990924"/>
                <a:gd name="connsiteY19-1440" fmla="*/ 572746 h 2211766"/>
                <a:gd name="connsiteX20-1441" fmla="*/ 819282 w 1990924"/>
                <a:gd name="connsiteY20-1442" fmla="*/ 374151 h 2211766"/>
                <a:gd name="connsiteX21-1443" fmla="*/ 895707 w 1990924"/>
                <a:gd name="connsiteY21-1444" fmla="*/ 49031 h 2211766"/>
                <a:gd name="connsiteX22-1445" fmla="*/ 1165952 w 1990924"/>
                <a:gd name="connsiteY22-1446" fmla="*/ 31573 h 2211766"/>
                <a:gd name="connsiteX23-1447" fmla="*/ 1207462 w 1990924"/>
                <a:gd name="connsiteY23-1448" fmla="*/ 374151 h 2211766"/>
                <a:gd name="connsiteX24-1449" fmla="*/ 1551439 w 1990924"/>
                <a:gd name="connsiteY24-1450" fmla="*/ 572746 h 2211766"/>
                <a:gd name="connsiteX0-1451" fmla="*/ 1551439 w 1990924"/>
                <a:gd name="connsiteY0-1452" fmla="*/ 584097 h 2223117"/>
                <a:gd name="connsiteX1-1453" fmla="*/ 1810111 w 1990924"/>
                <a:gd name="connsiteY1-1454" fmla="*/ 452809 h 2223117"/>
                <a:gd name="connsiteX2-1455" fmla="*/ 1988879 w 1990924"/>
                <a:gd name="connsiteY2-1456" fmla="*/ 691525 h 2223117"/>
                <a:gd name="connsiteX3-1457" fmla="*/ 1745529 w 1990924"/>
                <a:gd name="connsiteY3-1458" fmla="*/ 920271 h 2223117"/>
                <a:gd name="connsiteX4-1459" fmla="*/ 1745529 w 1990924"/>
                <a:gd name="connsiteY4-1460" fmla="*/ 1317461 h 2223117"/>
                <a:gd name="connsiteX5-1461" fmla="*/ 1988879 w 1990924"/>
                <a:gd name="connsiteY5-1462" fmla="*/ 1546207 h 2223117"/>
                <a:gd name="connsiteX6-1463" fmla="*/ 1845026 w 1990924"/>
                <a:gd name="connsiteY6-1464" fmla="*/ 1784923 h 2223117"/>
                <a:gd name="connsiteX7-1465" fmla="*/ 1551439 w 1990924"/>
                <a:gd name="connsiteY7-1466" fmla="*/ 1653635 h 2223117"/>
                <a:gd name="connsiteX8-1467" fmla="*/ 1207462 w 1990924"/>
                <a:gd name="connsiteY8-1468" fmla="*/ 1852230 h 2223117"/>
                <a:gd name="connsiteX9-1469" fmla="*/ 1131037 w 1990924"/>
                <a:gd name="connsiteY9-1470" fmla="*/ 2177350 h 2223117"/>
                <a:gd name="connsiteX10-1471" fmla="*/ 860792 w 1990924"/>
                <a:gd name="connsiteY10-1472" fmla="*/ 2186078 h 2223117"/>
                <a:gd name="connsiteX11-1473" fmla="*/ 819282 w 1990924"/>
                <a:gd name="connsiteY11-1474" fmla="*/ 1852230 h 2223117"/>
                <a:gd name="connsiteX12-1475" fmla="*/ 475305 w 1990924"/>
                <a:gd name="connsiteY12-1476" fmla="*/ 1653635 h 2223117"/>
                <a:gd name="connsiteX13-1477" fmla="*/ 155531 w 1990924"/>
                <a:gd name="connsiteY13-1478" fmla="*/ 1750009 h 2223117"/>
                <a:gd name="connsiteX14-1479" fmla="*/ 2950 w 1990924"/>
                <a:gd name="connsiteY14-1480" fmla="*/ 1520022 h 2223117"/>
                <a:gd name="connsiteX15-1481" fmla="*/ 281215 w 1990924"/>
                <a:gd name="connsiteY15-1482" fmla="*/ 1317461 h 2223117"/>
                <a:gd name="connsiteX16-1483" fmla="*/ 281215 w 1990924"/>
                <a:gd name="connsiteY16-1484" fmla="*/ 920271 h 2223117"/>
                <a:gd name="connsiteX17-1485" fmla="*/ 37865 w 1990924"/>
                <a:gd name="connsiteY17-1486" fmla="*/ 691525 h 2223117"/>
                <a:gd name="connsiteX18-1487" fmla="*/ 155531 w 1990924"/>
                <a:gd name="connsiteY18-1488" fmla="*/ 461537 h 2223117"/>
                <a:gd name="connsiteX19-1489" fmla="*/ 475305 w 1990924"/>
                <a:gd name="connsiteY19-1490" fmla="*/ 584097 h 2223117"/>
                <a:gd name="connsiteX20-1491" fmla="*/ 819282 w 1990924"/>
                <a:gd name="connsiteY20-1492" fmla="*/ 385502 h 2223117"/>
                <a:gd name="connsiteX21-1493" fmla="*/ 888019 w 1990924"/>
                <a:gd name="connsiteY21-1494" fmla="*/ 37776 h 2223117"/>
                <a:gd name="connsiteX22-1495" fmla="*/ 1165952 w 1990924"/>
                <a:gd name="connsiteY22-1496" fmla="*/ 42924 h 2223117"/>
                <a:gd name="connsiteX23-1497" fmla="*/ 1207462 w 1990924"/>
                <a:gd name="connsiteY23-1498" fmla="*/ 385502 h 2223117"/>
                <a:gd name="connsiteX24-1499" fmla="*/ 1551439 w 1990924"/>
                <a:gd name="connsiteY24-1500" fmla="*/ 584097 h 2223117"/>
              </a:gdLst>
              <a:ahLst/>
              <a:cxnLst>
                <a:cxn ang="0">
                  <a:pos x="connsiteX0-1451" y="connsiteY0-1452"/>
                </a:cxn>
                <a:cxn ang="0">
                  <a:pos x="connsiteX1-1453" y="connsiteY1-1454"/>
                </a:cxn>
                <a:cxn ang="0">
                  <a:pos x="connsiteX2-1455" y="connsiteY2-1456"/>
                </a:cxn>
                <a:cxn ang="0">
                  <a:pos x="connsiteX3-1457" y="connsiteY3-1458"/>
                </a:cxn>
                <a:cxn ang="0">
                  <a:pos x="connsiteX4-1459" y="connsiteY4-1460"/>
                </a:cxn>
                <a:cxn ang="0">
                  <a:pos x="connsiteX5-1461" y="connsiteY5-1462"/>
                </a:cxn>
                <a:cxn ang="0">
                  <a:pos x="connsiteX6-1463" y="connsiteY6-1464"/>
                </a:cxn>
                <a:cxn ang="0">
                  <a:pos x="connsiteX7-1465" y="connsiteY7-1466"/>
                </a:cxn>
                <a:cxn ang="0">
                  <a:pos x="connsiteX8-1467" y="connsiteY8-1468"/>
                </a:cxn>
                <a:cxn ang="0">
                  <a:pos x="connsiteX9-1469" y="connsiteY9-1470"/>
                </a:cxn>
                <a:cxn ang="0">
                  <a:pos x="connsiteX10-1471" y="connsiteY10-1472"/>
                </a:cxn>
                <a:cxn ang="0">
                  <a:pos x="connsiteX11-1473" y="connsiteY11-1474"/>
                </a:cxn>
                <a:cxn ang="0">
                  <a:pos x="connsiteX12-1475" y="connsiteY12-1476"/>
                </a:cxn>
                <a:cxn ang="0">
                  <a:pos x="connsiteX13-1477" y="connsiteY13-1478"/>
                </a:cxn>
                <a:cxn ang="0">
                  <a:pos x="connsiteX14-1479" y="connsiteY14-1480"/>
                </a:cxn>
                <a:cxn ang="0">
                  <a:pos x="connsiteX15-1481" y="connsiteY15-1482"/>
                </a:cxn>
                <a:cxn ang="0">
                  <a:pos x="connsiteX16-1483" y="connsiteY16-1484"/>
                </a:cxn>
                <a:cxn ang="0">
                  <a:pos x="connsiteX17-1485" y="connsiteY17-1486"/>
                </a:cxn>
                <a:cxn ang="0">
                  <a:pos x="connsiteX18-1487" y="connsiteY18-1488"/>
                </a:cxn>
                <a:cxn ang="0">
                  <a:pos x="connsiteX19-1489" y="connsiteY19-1490"/>
                </a:cxn>
                <a:cxn ang="0">
                  <a:pos x="connsiteX20-1491" y="connsiteY20-1492"/>
                </a:cxn>
                <a:cxn ang="0">
                  <a:pos x="connsiteX21-1493" y="connsiteY21-1494"/>
                </a:cxn>
                <a:cxn ang="0">
                  <a:pos x="connsiteX22-1495" y="connsiteY22-1496"/>
                </a:cxn>
                <a:cxn ang="0">
                  <a:pos x="connsiteX23-1497" y="connsiteY23-1498"/>
                </a:cxn>
                <a:cxn ang="0">
                  <a:pos x="connsiteX24-1499" y="connsiteY24-1500"/>
                </a:cxn>
              </a:cxnLst>
              <a:rect l="l" t="t" r="r" b="b"/>
              <a:pathLst>
                <a:path w="1990924" h="2223117">
                  <a:moveTo>
                    <a:pt x="1551439" y="584097"/>
                  </a:moveTo>
                  <a:lnTo>
                    <a:pt x="1810111" y="452809"/>
                  </a:lnTo>
                  <a:cubicBezTo>
                    <a:pt x="1916702" y="420684"/>
                    <a:pt x="1999643" y="613615"/>
                    <a:pt x="1988879" y="691525"/>
                  </a:cubicBezTo>
                  <a:cubicBezTo>
                    <a:pt x="1978115" y="769435"/>
                    <a:pt x="1855917" y="842135"/>
                    <a:pt x="1745529" y="920271"/>
                  </a:cubicBezTo>
                  <a:cubicBezTo>
                    <a:pt x="1780804" y="1050318"/>
                    <a:pt x="1780804" y="1187414"/>
                    <a:pt x="1745529" y="1317461"/>
                  </a:cubicBezTo>
                  <a:cubicBezTo>
                    <a:pt x="1826646" y="1393710"/>
                    <a:pt x="1972296" y="1468297"/>
                    <a:pt x="1988879" y="1546207"/>
                  </a:cubicBezTo>
                  <a:cubicBezTo>
                    <a:pt x="2005462" y="1624117"/>
                    <a:pt x="1917933" y="1767018"/>
                    <a:pt x="1845026" y="1784923"/>
                  </a:cubicBezTo>
                  <a:cubicBezTo>
                    <a:pt x="1772119" y="1802828"/>
                    <a:pt x="1679522" y="1706428"/>
                    <a:pt x="1551439" y="1653635"/>
                  </a:cubicBezTo>
                  <a:cubicBezTo>
                    <a:pt x="1456452" y="1749208"/>
                    <a:pt x="1337724" y="1817756"/>
                    <a:pt x="1207462" y="1852230"/>
                  </a:cubicBezTo>
                  <a:cubicBezTo>
                    <a:pt x="1181987" y="1960603"/>
                    <a:pt x="1188815" y="2121709"/>
                    <a:pt x="1131037" y="2177350"/>
                  </a:cubicBezTo>
                  <a:cubicBezTo>
                    <a:pt x="1073259" y="2232991"/>
                    <a:pt x="912751" y="2240265"/>
                    <a:pt x="860792" y="2186078"/>
                  </a:cubicBezTo>
                  <a:cubicBezTo>
                    <a:pt x="808833" y="2131891"/>
                    <a:pt x="810792" y="1956972"/>
                    <a:pt x="819282" y="1852230"/>
                  </a:cubicBezTo>
                  <a:cubicBezTo>
                    <a:pt x="689020" y="1817755"/>
                    <a:pt x="570292" y="1749207"/>
                    <a:pt x="475305" y="1653635"/>
                  </a:cubicBezTo>
                  <a:cubicBezTo>
                    <a:pt x="368714" y="1685760"/>
                    <a:pt x="234257" y="1772278"/>
                    <a:pt x="155531" y="1750009"/>
                  </a:cubicBezTo>
                  <a:cubicBezTo>
                    <a:pt x="76805" y="1727740"/>
                    <a:pt x="-17997" y="1592113"/>
                    <a:pt x="2950" y="1520022"/>
                  </a:cubicBezTo>
                  <a:cubicBezTo>
                    <a:pt x="23897" y="1447931"/>
                    <a:pt x="223198" y="1369411"/>
                    <a:pt x="281215" y="1317461"/>
                  </a:cubicBezTo>
                  <a:cubicBezTo>
                    <a:pt x="245940" y="1187414"/>
                    <a:pt x="245940" y="1050318"/>
                    <a:pt x="281215" y="920271"/>
                  </a:cubicBezTo>
                  <a:cubicBezTo>
                    <a:pt x="200098" y="844022"/>
                    <a:pt x="58812" y="767981"/>
                    <a:pt x="37865" y="691525"/>
                  </a:cubicBezTo>
                  <a:cubicBezTo>
                    <a:pt x="16918" y="615069"/>
                    <a:pt x="82624" y="479442"/>
                    <a:pt x="155531" y="461537"/>
                  </a:cubicBezTo>
                  <a:cubicBezTo>
                    <a:pt x="228438" y="443632"/>
                    <a:pt x="364680" y="540034"/>
                    <a:pt x="475305" y="584097"/>
                  </a:cubicBezTo>
                  <a:cubicBezTo>
                    <a:pt x="570292" y="488524"/>
                    <a:pt x="689020" y="419976"/>
                    <a:pt x="819282" y="385502"/>
                  </a:cubicBezTo>
                  <a:cubicBezTo>
                    <a:pt x="844757" y="277129"/>
                    <a:pt x="815094" y="87414"/>
                    <a:pt x="888019" y="37776"/>
                  </a:cubicBezTo>
                  <a:cubicBezTo>
                    <a:pt x="960944" y="-11862"/>
                    <a:pt x="1112712" y="-15030"/>
                    <a:pt x="1165952" y="42924"/>
                  </a:cubicBezTo>
                  <a:cubicBezTo>
                    <a:pt x="1219193" y="100878"/>
                    <a:pt x="1198495" y="263302"/>
                    <a:pt x="1207462" y="385502"/>
                  </a:cubicBezTo>
                  <a:cubicBezTo>
                    <a:pt x="1337724" y="419977"/>
                    <a:pt x="1456452" y="488525"/>
                    <a:pt x="1551439" y="584097"/>
                  </a:cubicBezTo>
                  <a:close/>
                </a:path>
              </a:pathLst>
            </a:custGeom>
            <a:noFill/>
            <a:ln w="254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  <p:txBody>
            <a:bodyPr lIns="583766" tIns="587064" rIns="583766" bIns="587064" spcCol="1270" anchor="ctr"/>
            <a:lstStyle/>
            <a:p>
              <a:pPr marL="0" marR="0" lvl="0" indent="0" algn="ctr" defTabSz="13335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F8039AC0-899B-4B43-4EF2-0EE722C95223}"/>
              </a:ext>
            </a:extLst>
          </p:cNvPr>
          <p:cNvSpPr txBox="1"/>
          <p:nvPr/>
        </p:nvSpPr>
        <p:spPr>
          <a:xfrm>
            <a:off x="321315" y="1278070"/>
            <a:ext cx="74625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(2)</a:t>
            </a:r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因素二：差模型与表征局限性</a:t>
            </a:r>
          </a:p>
          <a:p>
            <a:pPr indent="457200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论文用经典的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N-gram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如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Trigram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作为简单示例，由于其上下文窗口的局限性，它们在需要长距离依赖的任务上必然失败 。   </a:t>
            </a:r>
          </a:p>
          <a:p>
            <a:pPr indent="457200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更具启发性的是，论文将此概念应用于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SOTA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模型，并重新审视了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“DEEPSEEK”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字母计数的失败案例：   </a:t>
            </a:r>
          </a:p>
          <a:p>
            <a:pPr indent="457200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归因： 为什么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SOTA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模型数不清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“DEEPSEEK”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中有几个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‘D’</a:t>
            </a:r>
            <a:r>
              <a:rPr lang="zh-CN" altLang="en-US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？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作者将其归类为“差模型”问题。   </a:t>
            </a:r>
          </a:p>
          <a:p>
            <a:pPr indent="457200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证据： 具有推理能力的模型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(DeepSeek-R1)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能够通过思维链正确完成任务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例如，它会明确地拼写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D-E-E-P-S-E-E-K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并逐个检查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 。   </a:t>
            </a:r>
          </a:p>
          <a:p>
            <a:pPr indent="457200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根本原因：基础模型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(DeepSeek-V3)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之所以失败，很可能是因为其表征存在局限性。具体来说，现代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LLM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Tokenizer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通常会将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"DEEPSEEK"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分解为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"D"/"EEP"/"SEE"/"K"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等词元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(tokens)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，而不是单个字符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(characters)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。由于模型是在“词元”层面进行操作的，因此它在概念上就无法精确执行“字符”层面的计数任务 。 </a:t>
            </a:r>
          </a:p>
        </p:txBody>
      </p:sp>
    </p:spTree>
    <p:extLst>
      <p:ext uri="{BB962C8B-B14F-4D97-AF65-F5344CB8AC3E}">
        <p14:creationId xmlns:p14="http://schemas.microsoft.com/office/powerpoint/2010/main" val="99717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7585-A047-310F-384F-CE7CCD29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2904D007-3EF2-708E-C8F8-8C17C0D0DE57}"/>
              </a:ext>
            </a:extLst>
          </p:cNvPr>
          <p:cNvSpPr>
            <a:spLocks noEditPoints="1"/>
          </p:cNvSpPr>
          <p:nvPr/>
        </p:nvSpPr>
        <p:spPr bwMode="auto">
          <a:xfrm>
            <a:off x="8670913" y="4215138"/>
            <a:ext cx="3409950" cy="2546350"/>
          </a:xfrm>
          <a:custGeom>
            <a:avLst/>
            <a:gdLst>
              <a:gd name="T0" fmla="*/ 221 w 552"/>
              <a:gd name="T1" fmla="*/ 173 h 412"/>
              <a:gd name="T2" fmla="*/ 122 w 552"/>
              <a:gd name="T3" fmla="*/ 165 h 412"/>
              <a:gd name="T4" fmla="*/ 61 w 552"/>
              <a:gd name="T5" fmla="*/ 206 h 412"/>
              <a:gd name="T6" fmla="*/ 20 w 552"/>
              <a:gd name="T7" fmla="*/ 308 h 412"/>
              <a:gd name="T8" fmla="*/ 3 w 552"/>
              <a:gd name="T9" fmla="*/ 364 h 412"/>
              <a:gd name="T10" fmla="*/ 31 w 552"/>
              <a:gd name="T11" fmla="*/ 376 h 412"/>
              <a:gd name="T12" fmla="*/ 60 w 552"/>
              <a:gd name="T13" fmla="*/ 394 h 412"/>
              <a:gd name="T14" fmla="*/ 95 w 552"/>
              <a:gd name="T15" fmla="*/ 412 h 412"/>
              <a:gd name="T16" fmla="*/ 215 w 552"/>
              <a:gd name="T17" fmla="*/ 357 h 412"/>
              <a:gd name="T18" fmla="*/ 231 w 552"/>
              <a:gd name="T19" fmla="*/ 370 h 412"/>
              <a:gd name="T20" fmla="*/ 251 w 552"/>
              <a:gd name="T21" fmla="*/ 382 h 412"/>
              <a:gd name="T22" fmla="*/ 401 w 552"/>
              <a:gd name="T23" fmla="*/ 333 h 412"/>
              <a:gd name="T24" fmla="*/ 417 w 552"/>
              <a:gd name="T25" fmla="*/ 342 h 412"/>
              <a:gd name="T26" fmla="*/ 549 w 552"/>
              <a:gd name="T27" fmla="*/ 310 h 412"/>
              <a:gd name="T28" fmla="*/ 444 w 552"/>
              <a:gd name="T29" fmla="*/ 126 h 412"/>
              <a:gd name="T30" fmla="*/ 408 w 552"/>
              <a:gd name="T31" fmla="*/ 195 h 412"/>
              <a:gd name="T32" fmla="*/ 348 w 552"/>
              <a:gd name="T33" fmla="*/ 198 h 412"/>
              <a:gd name="T34" fmla="*/ 267 w 552"/>
              <a:gd name="T35" fmla="*/ 7 h 412"/>
              <a:gd name="T36" fmla="*/ 192 w 552"/>
              <a:gd name="T37" fmla="*/ 313 h 412"/>
              <a:gd name="T38" fmla="*/ 270 w 552"/>
              <a:gd name="T39" fmla="*/ 129 h 412"/>
              <a:gd name="T40" fmla="*/ 210 w 552"/>
              <a:gd name="T41" fmla="*/ 236 h 412"/>
              <a:gd name="T42" fmla="*/ 269 w 552"/>
              <a:gd name="T43" fmla="*/ 94 h 412"/>
              <a:gd name="T44" fmla="*/ 240 w 552"/>
              <a:gd name="T45" fmla="*/ 132 h 412"/>
              <a:gd name="T46" fmla="*/ 188 w 552"/>
              <a:gd name="T47" fmla="*/ 301 h 412"/>
              <a:gd name="T48" fmla="*/ 191 w 552"/>
              <a:gd name="T49" fmla="*/ 309 h 412"/>
              <a:gd name="T50" fmla="*/ 21 w 552"/>
              <a:gd name="T51" fmla="*/ 333 h 412"/>
              <a:gd name="T52" fmla="*/ 9 w 552"/>
              <a:gd name="T53" fmla="*/ 358 h 412"/>
              <a:gd name="T54" fmla="*/ 59 w 552"/>
              <a:gd name="T55" fmla="*/ 229 h 412"/>
              <a:gd name="T56" fmla="*/ 93 w 552"/>
              <a:gd name="T57" fmla="*/ 158 h 412"/>
              <a:gd name="T58" fmla="*/ 94 w 552"/>
              <a:gd name="T59" fmla="*/ 179 h 412"/>
              <a:gd name="T60" fmla="*/ 36 w 552"/>
              <a:gd name="T61" fmla="*/ 292 h 412"/>
              <a:gd name="T62" fmla="*/ 24 w 552"/>
              <a:gd name="T63" fmla="*/ 323 h 412"/>
              <a:gd name="T64" fmla="*/ 33 w 552"/>
              <a:gd name="T65" fmla="*/ 370 h 412"/>
              <a:gd name="T66" fmla="*/ 51 w 552"/>
              <a:gd name="T67" fmla="*/ 375 h 412"/>
              <a:gd name="T68" fmla="*/ 62 w 552"/>
              <a:gd name="T69" fmla="*/ 388 h 412"/>
              <a:gd name="T70" fmla="*/ 78 w 552"/>
              <a:gd name="T71" fmla="*/ 398 h 412"/>
              <a:gd name="T72" fmla="*/ 81 w 552"/>
              <a:gd name="T73" fmla="*/ 400 h 412"/>
              <a:gd name="T74" fmla="*/ 102 w 552"/>
              <a:gd name="T75" fmla="*/ 288 h 412"/>
              <a:gd name="T76" fmla="*/ 100 w 552"/>
              <a:gd name="T77" fmla="*/ 216 h 412"/>
              <a:gd name="T78" fmla="*/ 193 w 552"/>
              <a:gd name="T79" fmla="*/ 339 h 412"/>
              <a:gd name="T80" fmla="*/ 200 w 552"/>
              <a:gd name="T81" fmla="*/ 348 h 412"/>
              <a:gd name="T82" fmla="*/ 203 w 552"/>
              <a:gd name="T83" fmla="*/ 336 h 412"/>
              <a:gd name="T84" fmla="*/ 269 w 552"/>
              <a:gd name="T85" fmla="*/ 310 h 412"/>
              <a:gd name="T86" fmla="*/ 239 w 552"/>
              <a:gd name="T87" fmla="*/ 365 h 412"/>
              <a:gd name="T88" fmla="*/ 257 w 552"/>
              <a:gd name="T89" fmla="*/ 376 h 412"/>
              <a:gd name="T90" fmla="*/ 398 w 552"/>
              <a:gd name="T91" fmla="*/ 325 h 412"/>
              <a:gd name="T92" fmla="*/ 438 w 552"/>
              <a:gd name="T93" fmla="*/ 288 h 412"/>
              <a:gd name="T94" fmla="*/ 439 w 552"/>
              <a:gd name="T95" fmla="*/ 208 h 412"/>
              <a:gd name="T96" fmla="*/ 383 w 552"/>
              <a:gd name="T97" fmla="*/ 290 h 412"/>
              <a:gd name="T98" fmla="*/ 420 w 552"/>
              <a:gd name="T99" fmla="*/ 336 h 412"/>
              <a:gd name="T100" fmla="*/ 423 w 552"/>
              <a:gd name="T101" fmla="*/ 337 h 412"/>
              <a:gd name="T102" fmla="*/ 445 w 552"/>
              <a:gd name="T103" fmla="*/ 282 h 412"/>
              <a:gd name="T104" fmla="*/ 446 w 552"/>
              <a:gd name="T105" fmla="*/ 172 h 412"/>
              <a:gd name="T106" fmla="*/ 438 w 552"/>
              <a:gd name="T107" fmla="*/ 173 h 412"/>
              <a:gd name="T108" fmla="*/ 404 w 552"/>
              <a:gd name="T109" fmla="*/ 220 h 412"/>
              <a:gd name="T110" fmla="*/ 381 w 552"/>
              <a:gd name="T111" fmla="*/ 287 h 412"/>
              <a:gd name="T112" fmla="*/ 385 w 552"/>
              <a:gd name="T113" fmla="*/ 318 h 412"/>
              <a:gd name="T114" fmla="*/ 276 w 552"/>
              <a:gd name="T115" fmla="*/ 379 h 412"/>
              <a:gd name="T116" fmla="*/ 269 w 552"/>
              <a:gd name="T117" fmla="*/ 65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52" h="412">
                <a:moveTo>
                  <a:pt x="240" y="100"/>
                </a:moveTo>
                <a:cubicBezTo>
                  <a:pt x="239" y="101"/>
                  <a:pt x="239" y="102"/>
                  <a:pt x="240" y="102"/>
                </a:cubicBezTo>
                <a:cubicBezTo>
                  <a:pt x="240" y="103"/>
                  <a:pt x="241" y="103"/>
                  <a:pt x="242" y="102"/>
                </a:cubicBezTo>
                <a:cubicBezTo>
                  <a:pt x="236" y="124"/>
                  <a:pt x="230" y="146"/>
                  <a:pt x="224" y="168"/>
                </a:cubicBezTo>
                <a:cubicBezTo>
                  <a:pt x="223" y="169"/>
                  <a:pt x="222" y="170"/>
                  <a:pt x="221" y="171"/>
                </a:cubicBezTo>
                <a:cubicBezTo>
                  <a:pt x="220" y="171"/>
                  <a:pt x="220" y="172"/>
                  <a:pt x="221" y="173"/>
                </a:cubicBezTo>
                <a:cubicBezTo>
                  <a:pt x="221" y="173"/>
                  <a:pt x="222" y="173"/>
                  <a:pt x="222" y="173"/>
                </a:cubicBezTo>
                <a:cubicBezTo>
                  <a:pt x="212" y="208"/>
                  <a:pt x="202" y="243"/>
                  <a:pt x="191" y="275"/>
                </a:cubicBezTo>
                <a:cubicBezTo>
                  <a:pt x="191" y="275"/>
                  <a:pt x="190" y="275"/>
                  <a:pt x="190" y="275"/>
                </a:cubicBezTo>
                <a:cubicBezTo>
                  <a:pt x="189" y="276"/>
                  <a:pt x="189" y="277"/>
                  <a:pt x="190" y="278"/>
                </a:cubicBezTo>
                <a:cubicBezTo>
                  <a:pt x="188" y="283"/>
                  <a:pt x="186" y="289"/>
                  <a:pt x="184" y="294"/>
                </a:cubicBezTo>
                <a:cubicBezTo>
                  <a:pt x="163" y="251"/>
                  <a:pt x="142" y="208"/>
                  <a:pt x="122" y="165"/>
                </a:cubicBezTo>
                <a:cubicBezTo>
                  <a:pt x="112" y="145"/>
                  <a:pt x="102" y="124"/>
                  <a:pt x="99" y="102"/>
                </a:cubicBezTo>
                <a:cubicBezTo>
                  <a:pt x="99" y="100"/>
                  <a:pt x="97" y="99"/>
                  <a:pt x="95" y="99"/>
                </a:cubicBezTo>
                <a:cubicBezTo>
                  <a:pt x="94" y="99"/>
                  <a:pt x="92" y="101"/>
                  <a:pt x="93" y="102"/>
                </a:cubicBezTo>
                <a:cubicBezTo>
                  <a:pt x="93" y="103"/>
                  <a:pt x="93" y="103"/>
                  <a:pt x="93" y="104"/>
                </a:cubicBezTo>
                <a:cubicBezTo>
                  <a:pt x="92" y="104"/>
                  <a:pt x="91" y="105"/>
                  <a:pt x="91" y="105"/>
                </a:cubicBezTo>
                <a:cubicBezTo>
                  <a:pt x="82" y="139"/>
                  <a:pt x="72" y="173"/>
                  <a:pt x="61" y="206"/>
                </a:cubicBezTo>
                <a:cubicBezTo>
                  <a:pt x="60" y="207"/>
                  <a:pt x="58" y="208"/>
                  <a:pt x="57" y="209"/>
                </a:cubicBezTo>
                <a:cubicBezTo>
                  <a:pt x="56" y="210"/>
                  <a:pt x="56" y="211"/>
                  <a:pt x="57" y="211"/>
                </a:cubicBezTo>
                <a:cubicBezTo>
                  <a:pt x="57" y="212"/>
                  <a:pt x="58" y="212"/>
                  <a:pt x="59" y="211"/>
                </a:cubicBezTo>
                <a:cubicBezTo>
                  <a:pt x="49" y="241"/>
                  <a:pt x="38" y="271"/>
                  <a:pt x="26" y="300"/>
                </a:cubicBezTo>
                <a:cubicBezTo>
                  <a:pt x="24" y="302"/>
                  <a:pt x="22" y="304"/>
                  <a:pt x="20" y="306"/>
                </a:cubicBezTo>
                <a:cubicBezTo>
                  <a:pt x="20" y="306"/>
                  <a:pt x="19" y="307"/>
                  <a:pt x="20" y="308"/>
                </a:cubicBezTo>
                <a:cubicBezTo>
                  <a:pt x="21" y="309"/>
                  <a:pt x="22" y="309"/>
                  <a:pt x="22" y="308"/>
                </a:cubicBezTo>
                <a:cubicBezTo>
                  <a:pt x="23" y="308"/>
                  <a:pt x="23" y="307"/>
                  <a:pt x="24" y="307"/>
                </a:cubicBezTo>
                <a:cubicBezTo>
                  <a:pt x="17" y="323"/>
                  <a:pt x="10" y="340"/>
                  <a:pt x="3" y="356"/>
                </a:cubicBezTo>
                <a:cubicBezTo>
                  <a:pt x="2" y="356"/>
                  <a:pt x="1" y="357"/>
                  <a:pt x="1" y="358"/>
                </a:cubicBezTo>
                <a:cubicBezTo>
                  <a:pt x="0" y="359"/>
                  <a:pt x="0" y="360"/>
                  <a:pt x="1" y="361"/>
                </a:cubicBezTo>
                <a:cubicBezTo>
                  <a:pt x="1" y="363"/>
                  <a:pt x="2" y="364"/>
                  <a:pt x="3" y="364"/>
                </a:cubicBezTo>
                <a:cubicBezTo>
                  <a:pt x="4" y="365"/>
                  <a:pt x="6" y="365"/>
                  <a:pt x="7" y="364"/>
                </a:cubicBezTo>
                <a:cubicBezTo>
                  <a:pt x="14" y="367"/>
                  <a:pt x="21" y="371"/>
                  <a:pt x="28" y="374"/>
                </a:cubicBezTo>
                <a:cubicBezTo>
                  <a:pt x="27" y="375"/>
                  <a:pt x="27" y="375"/>
                  <a:pt x="26" y="375"/>
                </a:cubicBezTo>
                <a:cubicBezTo>
                  <a:pt x="26" y="376"/>
                  <a:pt x="26" y="377"/>
                  <a:pt x="26" y="378"/>
                </a:cubicBezTo>
                <a:cubicBezTo>
                  <a:pt x="27" y="378"/>
                  <a:pt x="28" y="378"/>
                  <a:pt x="28" y="378"/>
                </a:cubicBezTo>
                <a:cubicBezTo>
                  <a:pt x="29" y="377"/>
                  <a:pt x="30" y="376"/>
                  <a:pt x="31" y="376"/>
                </a:cubicBezTo>
                <a:cubicBezTo>
                  <a:pt x="38" y="380"/>
                  <a:pt x="45" y="385"/>
                  <a:pt x="52" y="389"/>
                </a:cubicBezTo>
                <a:cubicBezTo>
                  <a:pt x="54" y="390"/>
                  <a:pt x="55" y="391"/>
                  <a:pt x="57" y="392"/>
                </a:cubicBezTo>
                <a:cubicBezTo>
                  <a:pt x="57" y="393"/>
                  <a:pt x="56" y="393"/>
                  <a:pt x="56" y="393"/>
                </a:cubicBezTo>
                <a:cubicBezTo>
                  <a:pt x="55" y="394"/>
                  <a:pt x="55" y="395"/>
                  <a:pt x="55" y="396"/>
                </a:cubicBezTo>
                <a:cubicBezTo>
                  <a:pt x="56" y="396"/>
                  <a:pt x="57" y="396"/>
                  <a:pt x="58" y="396"/>
                </a:cubicBezTo>
                <a:cubicBezTo>
                  <a:pt x="58" y="395"/>
                  <a:pt x="59" y="395"/>
                  <a:pt x="60" y="394"/>
                </a:cubicBezTo>
                <a:cubicBezTo>
                  <a:pt x="64" y="397"/>
                  <a:pt x="69" y="400"/>
                  <a:pt x="73" y="402"/>
                </a:cubicBezTo>
                <a:cubicBezTo>
                  <a:pt x="73" y="403"/>
                  <a:pt x="73" y="403"/>
                  <a:pt x="73" y="404"/>
                </a:cubicBezTo>
                <a:cubicBezTo>
                  <a:pt x="74" y="405"/>
                  <a:pt x="75" y="405"/>
                  <a:pt x="76" y="404"/>
                </a:cubicBezTo>
                <a:cubicBezTo>
                  <a:pt x="76" y="404"/>
                  <a:pt x="76" y="404"/>
                  <a:pt x="76" y="404"/>
                </a:cubicBezTo>
                <a:cubicBezTo>
                  <a:pt x="81" y="407"/>
                  <a:pt x="86" y="409"/>
                  <a:pt x="92" y="412"/>
                </a:cubicBezTo>
                <a:cubicBezTo>
                  <a:pt x="93" y="412"/>
                  <a:pt x="94" y="412"/>
                  <a:pt x="95" y="412"/>
                </a:cubicBezTo>
                <a:cubicBezTo>
                  <a:pt x="120" y="402"/>
                  <a:pt x="140" y="390"/>
                  <a:pt x="158" y="379"/>
                </a:cubicBezTo>
                <a:cubicBezTo>
                  <a:pt x="174" y="369"/>
                  <a:pt x="189" y="360"/>
                  <a:pt x="206" y="355"/>
                </a:cubicBezTo>
                <a:cubicBezTo>
                  <a:pt x="206" y="355"/>
                  <a:pt x="206" y="355"/>
                  <a:pt x="206" y="355"/>
                </a:cubicBezTo>
                <a:cubicBezTo>
                  <a:pt x="207" y="357"/>
                  <a:pt x="209" y="358"/>
                  <a:pt x="210" y="357"/>
                </a:cubicBezTo>
                <a:cubicBezTo>
                  <a:pt x="211" y="357"/>
                  <a:pt x="211" y="356"/>
                  <a:pt x="212" y="355"/>
                </a:cubicBezTo>
                <a:cubicBezTo>
                  <a:pt x="213" y="356"/>
                  <a:pt x="214" y="357"/>
                  <a:pt x="215" y="357"/>
                </a:cubicBezTo>
                <a:cubicBezTo>
                  <a:pt x="215" y="358"/>
                  <a:pt x="214" y="359"/>
                  <a:pt x="213" y="359"/>
                </a:cubicBezTo>
                <a:cubicBezTo>
                  <a:pt x="213" y="360"/>
                  <a:pt x="213" y="361"/>
                  <a:pt x="213" y="362"/>
                </a:cubicBezTo>
                <a:cubicBezTo>
                  <a:pt x="214" y="362"/>
                  <a:pt x="215" y="362"/>
                  <a:pt x="215" y="362"/>
                </a:cubicBezTo>
                <a:cubicBezTo>
                  <a:pt x="216" y="361"/>
                  <a:pt x="217" y="360"/>
                  <a:pt x="218" y="359"/>
                </a:cubicBezTo>
                <a:cubicBezTo>
                  <a:pt x="222" y="362"/>
                  <a:pt x="227" y="365"/>
                  <a:pt x="231" y="368"/>
                </a:cubicBezTo>
                <a:cubicBezTo>
                  <a:pt x="231" y="368"/>
                  <a:pt x="231" y="369"/>
                  <a:pt x="231" y="370"/>
                </a:cubicBezTo>
                <a:cubicBezTo>
                  <a:pt x="232" y="370"/>
                  <a:pt x="233" y="370"/>
                  <a:pt x="233" y="370"/>
                </a:cubicBezTo>
                <a:cubicBezTo>
                  <a:pt x="233" y="370"/>
                  <a:pt x="234" y="370"/>
                  <a:pt x="234" y="370"/>
                </a:cubicBezTo>
                <a:cubicBezTo>
                  <a:pt x="239" y="373"/>
                  <a:pt x="244" y="376"/>
                  <a:pt x="250" y="379"/>
                </a:cubicBezTo>
                <a:cubicBezTo>
                  <a:pt x="249" y="379"/>
                  <a:pt x="249" y="380"/>
                  <a:pt x="249" y="380"/>
                </a:cubicBezTo>
                <a:cubicBezTo>
                  <a:pt x="248" y="380"/>
                  <a:pt x="248" y="381"/>
                  <a:pt x="249" y="382"/>
                </a:cubicBezTo>
                <a:cubicBezTo>
                  <a:pt x="250" y="383"/>
                  <a:pt x="251" y="383"/>
                  <a:pt x="251" y="382"/>
                </a:cubicBezTo>
                <a:cubicBezTo>
                  <a:pt x="252" y="382"/>
                  <a:pt x="252" y="381"/>
                  <a:pt x="253" y="381"/>
                </a:cubicBezTo>
                <a:cubicBezTo>
                  <a:pt x="257" y="383"/>
                  <a:pt x="262" y="386"/>
                  <a:pt x="268" y="388"/>
                </a:cubicBezTo>
                <a:cubicBezTo>
                  <a:pt x="268" y="388"/>
                  <a:pt x="269" y="388"/>
                  <a:pt x="270" y="388"/>
                </a:cubicBezTo>
                <a:cubicBezTo>
                  <a:pt x="298" y="377"/>
                  <a:pt x="319" y="364"/>
                  <a:pt x="339" y="352"/>
                </a:cubicBezTo>
                <a:cubicBezTo>
                  <a:pt x="356" y="342"/>
                  <a:pt x="371" y="333"/>
                  <a:pt x="388" y="327"/>
                </a:cubicBezTo>
                <a:cubicBezTo>
                  <a:pt x="392" y="329"/>
                  <a:pt x="396" y="331"/>
                  <a:pt x="401" y="333"/>
                </a:cubicBezTo>
                <a:cubicBezTo>
                  <a:pt x="400" y="334"/>
                  <a:pt x="399" y="334"/>
                  <a:pt x="399" y="335"/>
                </a:cubicBezTo>
                <a:cubicBezTo>
                  <a:pt x="398" y="335"/>
                  <a:pt x="398" y="336"/>
                  <a:pt x="399" y="337"/>
                </a:cubicBezTo>
                <a:cubicBezTo>
                  <a:pt x="399" y="338"/>
                  <a:pt x="400" y="338"/>
                  <a:pt x="401" y="337"/>
                </a:cubicBezTo>
                <a:cubicBezTo>
                  <a:pt x="402" y="337"/>
                  <a:pt x="403" y="336"/>
                  <a:pt x="404" y="335"/>
                </a:cubicBezTo>
                <a:cubicBezTo>
                  <a:pt x="408" y="337"/>
                  <a:pt x="412" y="339"/>
                  <a:pt x="417" y="341"/>
                </a:cubicBezTo>
                <a:cubicBezTo>
                  <a:pt x="417" y="342"/>
                  <a:pt x="417" y="342"/>
                  <a:pt x="417" y="342"/>
                </a:cubicBezTo>
                <a:cubicBezTo>
                  <a:pt x="418" y="343"/>
                  <a:pt x="418" y="342"/>
                  <a:pt x="419" y="342"/>
                </a:cubicBezTo>
                <a:cubicBezTo>
                  <a:pt x="425" y="345"/>
                  <a:pt x="431" y="347"/>
                  <a:pt x="438" y="349"/>
                </a:cubicBezTo>
                <a:cubicBezTo>
                  <a:pt x="439" y="349"/>
                  <a:pt x="439" y="349"/>
                  <a:pt x="439" y="349"/>
                </a:cubicBezTo>
                <a:cubicBezTo>
                  <a:pt x="463" y="342"/>
                  <a:pt x="482" y="333"/>
                  <a:pt x="499" y="326"/>
                </a:cubicBezTo>
                <a:cubicBezTo>
                  <a:pt x="514" y="319"/>
                  <a:pt x="529" y="312"/>
                  <a:pt x="544" y="309"/>
                </a:cubicBezTo>
                <a:cubicBezTo>
                  <a:pt x="545" y="310"/>
                  <a:pt x="547" y="311"/>
                  <a:pt x="549" y="310"/>
                </a:cubicBezTo>
                <a:cubicBezTo>
                  <a:pt x="550" y="309"/>
                  <a:pt x="550" y="308"/>
                  <a:pt x="550" y="307"/>
                </a:cubicBezTo>
                <a:cubicBezTo>
                  <a:pt x="551" y="306"/>
                  <a:pt x="552" y="305"/>
                  <a:pt x="552" y="304"/>
                </a:cubicBezTo>
                <a:cubicBezTo>
                  <a:pt x="551" y="302"/>
                  <a:pt x="550" y="301"/>
                  <a:pt x="548" y="301"/>
                </a:cubicBezTo>
                <a:cubicBezTo>
                  <a:pt x="548" y="301"/>
                  <a:pt x="547" y="301"/>
                  <a:pt x="547" y="302"/>
                </a:cubicBezTo>
                <a:cubicBezTo>
                  <a:pt x="520" y="258"/>
                  <a:pt x="492" y="214"/>
                  <a:pt x="465" y="171"/>
                </a:cubicBezTo>
                <a:cubicBezTo>
                  <a:pt x="456" y="156"/>
                  <a:pt x="447" y="142"/>
                  <a:pt x="444" y="126"/>
                </a:cubicBezTo>
                <a:cubicBezTo>
                  <a:pt x="443" y="124"/>
                  <a:pt x="442" y="123"/>
                  <a:pt x="440" y="123"/>
                </a:cubicBezTo>
                <a:cubicBezTo>
                  <a:pt x="438" y="124"/>
                  <a:pt x="437" y="125"/>
                  <a:pt x="437" y="127"/>
                </a:cubicBezTo>
                <a:cubicBezTo>
                  <a:pt x="437" y="127"/>
                  <a:pt x="436" y="128"/>
                  <a:pt x="436" y="128"/>
                </a:cubicBezTo>
                <a:cubicBezTo>
                  <a:pt x="431" y="143"/>
                  <a:pt x="421" y="167"/>
                  <a:pt x="409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8" y="194"/>
                  <a:pt x="408" y="194"/>
                  <a:pt x="408" y="195"/>
                </a:cubicBezTo>
                <a:cubicBezTo>
                  <a:pt x="404" y="205"/>
                  <a:pt x="400" y="215"/>
                  <a:pt x="395" y="224"/>
                </a:cubicBezTo>
                <a:cubicBezTo>
                  <a:pt x="394" y="225"/>
                  <a:pt x="394" y="225"/>
                  <a:pt x="393" y="225"/>
                </a:cubicBezTo>
                <a:cubicBezTo>
                  <a:pt x="393" y="226"/>
                  <a:pt x="392" y="227"/>
                  <a:pt x="393" y="227"/>
                </a:cubicBezTo>
                <a:cubicBezTo>
                  <a:pt x="393" y="228"/>
                  <a:pt x="393" y="228"/>
                  <a:pt x="393" y="228"/>
                </a:cubicBezTo>
                <a:cubicBezTo>
                  <a:pt x="387" y="242"/>
                  <a:pt x="380" y="256"/>
                  <a:pt x="374" y="269"/>
                </a:cubicBezTo>
                <a:cubicBezTo>
                  <a:pt x="366" y="247"/>
                  <a:pt x="357" y="223"/>
                  <a:pt x="348" y="198"/>
                </a:cubicBezTo>
                <a:cubicBezTo>
                  <a:pt x="332" y="153"/>
                  <a:pt x="316" y="107"/>
                  <a:pt x="299" y="73"/>
                </a:cubicBezTo>
                <a:cubicBezTo>
                  <a:pt x="288" y="50"/>
                  <a:pt x="278" y="28"/>
                  <a:pt x="274" y="3"/>
                </a:cubicBezTo>
                <a:cubicBezTo>
                  <a:pt x="274" y="1"/>
                  <a:pt x="272" y="0"/>
                  <a:pt x="271" y="0"/>
                </a:cubicBezTo>
                <a:cubicBezTo>
                  <a:pt x="269" y="1"/>
                  <a:pt x="268" y="2"/>
                  <a:pt x="268" y="4"/>
                </a:cubicBezTo>
                <a:cubicBezTo>
                  <a:pt x="268" y="4"/>
                  <a:pt x="268" y="5"/>
                  <a:pt x="268" y="5"/>
                </a:cubicBezTo>
                <a:cubicBezTo>
                  <a:pt x="268" y="6"/>
                  <a:pt x="267" y="6"/>
                  <a:pt x="267" y="7"/>
                </a:cubicBezTo>
                <a:cubicBezTo>
                  <a:pt x="259" y="34"/>
                  <a:pt x="252" y="64"/>
                  <a:pt x="243" y="95"/>
                </a:cubicBezTo>
                <a:cubicBezTo>
                  <a:pt x="242" y="97"/>
                  <a:pt x="241" y="98"/>
                  <a:pt x="240" y="100"/>
                </a:cubicBezTo>
                <a:close/>
                <a:moveTo>
                  <a:pt x="269" y="250"/>
                </a:moveTo>
                <a:cubicBezTo>
                  <a:pt x="269" y="277"/>
                  <a:pt x="269" y="277"/>
                  <a:pt x="269" y="277"/>
                </a:cubicBezTo>
                <a:cubicBezTo>
                  <a:pt x="247" y="295"/>
                  <a:pt x="224" y="314"/>
                  <a:pt x="202" y="333"/>
                </a:cubicBezTo>
                <a:cubicBezTo>
                  <a:pt x="199" y="326"/>
                  <a:pt x="196" y="319"/>
                  <a:pt x="192" y="313"/>
                </a:cubicBezTo>
                <a:cubicBezTo>
                  <a:pt x="216" y="290"/>
                  <a:pt x="242" y="269"/>
                  <a:pt x="269" y="250"/>
                </a:cubicBezTo>
                <a:close/>
                <a:moveTo>
                  <a:pt x="270" y="155"/>
                </a:moveTo>
                <a:cubicBezTo>
                  <a:pt x="269" y="155"/>
                  <a:pt x="269" y="155"/>
                  <a:pt x="269" y="155"/>
                </a:cubicBezTo>
                <a:cubicBezTo>
                  <a:pt x="254" y="169"/>
                  <a:pt x="238" y="182"/>
                  <a:pt x="223" y="195"/>
                </a:cubicBezTo>
                <a:cubicBezTo>
                  <a:pt x="225" y="185"/>
                  <a:pt x="228" y="176"/>
                  <a:pt x="231" y="166"/>
                </a:cubicBezTo>
                <a:cubicBezTo>
                  <a:pt x="244" y="155"/>
                  <a:pt x="257" y="142"/>
                  <a:pt x="270" y="129"/>
                </a:cubicBezTo>
                <a:cubicBezTo>
                  <a:pt x="270" y="138"/>
                  <a:pt x="270" y="147"/>
                  <a:pt x="270" y="155"/>
                </a:cubicBezTo>
                <a:close/>
                <a:moveTo>
                  <a:pt x="221" y="200"/>
                </a:moveTo>
                <a:cubicBezTo>
                  <a:pt x="238" y="186"/>
                  <a:pt x="254" y="173"/>
                  <a:pt x="270" y="158"/>
                </a:cubicBezTo>
                <a:cubicBezTo>
                  <a:pt x="270" y="160"/>
                  <a:pt x="270" y="162"/>
                  <a:pt x="270" y="164"/>
                </a:cubicBezTo>
                <a:cubicBezTo>
                  <a:pt x="270" y="170"/>
                  <a:pt x="270" y="176"/>
                  <a:pt x="270" y="182"/>
                </a:cubicBezTo>
                <a:cubicBezTo>
                  <a:pt x="250" y="200"/>
                  <a:pt x="230" y="218"/>
                  <a:pt x="210" y="236"/>
                </a:cubicBezTo>
                <a:cubicBezTo>
                  <a:pt x="214" y="224"/>
                  <a:pt x="217" y="212"/>
                  <a:pt x="221" y="200"/>
                </a:cubicBezTo>
                <a:close/>
                <a:moveTo>
                  <a:pt x="269" y="94"/>
                </a:moveTo>
                <a:cubicBezTo>
                  <a:pt x="261" y="105"/>
                  <a:pt x="251" y="116"/>
                  <a:pt x="242" y="126"/>
                </a:cubicBezTo>
                <a:cubicBezTo>
                  <a:pt x="245" y="114"/>
                  <a:pt x="248" y="103"/>
                  <a:pt x="251" y="91"/>
                </a:cubicBezTo>
                <a:cubicBezTo>
                  <a:pt x="257" y="84"/>
                  <a:pt x="263" y="77"/>
                  <a:pt x="269" y="69"/>
                </a:cubicBezTo>
                <a:cubicBezTo>
                  <a:pt x="269" y="78"/>
                  <a:pt x="269" y="86"/>
                  <a:pt x="269" y="94"/>
                </a:cubicBezTo>
                <a:close/>
                <a:moveTo>
                  <a:pt x="240" y="132"/>
                </a:moveTo>
                <a:cubicBezTo>
                  <a:pt x="250" y="122"/>
                  <a:pt x="260" y="111"/>
                  <a:pt x="269" y="99"/>
                </a:cubicBezTo>
                <a:cubicBezTo>
                  <a:pt x="269" y="108"/>
                  <a:pt x="270" y="117"/>
                  <a:pt x="270" y="126"/>
                </a:cubicBezTo>
                <a:cubicBezTo>
                  <a:pt x="269" y="126"/>
                  <a:pt x="269" y="126"/>
                  <a:pt x="269" y="126"/>
                </a:cubicBezTo>
                <a:cubicBezTo>
                  <a:pt x="257" y="138"/>
                  <a:pt x="245" y="150"/>
                  <a:pt x="232" y="161"/>
                </a:cubicBezTo>
                <a:cubicBezTo>
                  <a:pt x="235" y="151"/>
                  <a:pt x="237" y="142"/>
                  <a:pt x="240" y="132"/>
                </a:cubicBezTo>
                <a:close/>
                <a:moveTo>
                  <a:pt x="208" y="242"/>
                </a:moveTo>
                <a:cubicBezTo>
                  <a:pt x="229" y="223"/>
                  <a:pt x="249" y="205"/>
                  <a:pt x="270" y="186"/>
                </a:cubicBezTo>
                <a:cubicBezTo>
                  <a:pt x="270" y="197"/>
                  <a:pt x="270" y="207"/>
                  <a:pt x="269" y="216"/>
                </a:cubicBezTo>
                <a:cubicBezTo>
                  <a:pt x="247" y="234"/>
                  <a:pt x="223" y="252"/>
                  <a:pt x="199" y="269"/>
                </a:cubicBezTo>
                <a:cubicBezTo>
                  <a:pt x="202" y="260"/>
                  <a:pt x="205" y="251"/>
                  <a:pt x="208" y="242"/>
                </a:cubicBezTo>
                <a:close/>
                <a:moveTo>
                  <a:pt x="188" y="301"/>
                </a:moveTo>
                <a:cubicBezTo>
                  <a:pt x="191" y="292"/>
                  <a:pt x="195" y="283"/>
                  <a:pt x="198" y="274"/>
                </a:cubicBezTo>
                <a:cubicBezTo>
                  <a:pt x="222" y="257"/>
                  <a:pt x="246" y="239"/>
                  <a:pt x="269" y="220"/>
                </a:cubicBezTo>
                <a:cubicBezTo>
                  <a:pt x="269" y="223"/>
                  <a:pt x="269" y="226"/>
                  <a:pt x="269" y="228"/>
                </a:cubicBezTo>
                <a:cubicBezTo>
                  <a:pt x="269" y="228"/>
                  <a:pt x="269" y="247"/>
                  <a:pt x="269" y="247"/>
                </a:cubicBezTo>
                <a:cubicBezTo>
                  <a:pt x="242" y="265"/>
                  <a:pt x="216" y="286"/>
                  <a:pt x="192" y="308"/>
                </a:cubicBezTo>
                <a:cubicBezTo>
                  <a:pt x="192" y="308"/>
                  <a:pt x="191" y="308"/>
                  <a:pt x="191" y="309"/>
                </a:cubicBezTo>
                <a:cubicBezTo>
                  <a:pt x="190" y="307"/>
                  <a:pt x="188" y="304"/>
                  <a:pt x="187" y="302"/>
                </a:cubicBezTo>
                <a:cubicBezTo>
                  <a:pt x="188" y="302"/>
                  <a:pt x="188" y="301"/>
                  <a:pt x="188" y="301"/>
                </a:cubicBezTo>
                <a:close/>
                <a:moveTo>
                  <a:pt x="9" y="358"/>
                </a:moveTo>
                <a:cubicBezTo>
                  <a:pt x="12" y="350"/>
                  <a:pt x="16" y="343"/>
                  <a:pt x="19" y="335"/>
                </a:cubicBezTo>
                <a:cubicBezTo>
                  <a:pt x="20" y="335"/>
                  <a:pt x="20" y="335"/>
                  <a:pt x="20" y="334"/>
                </a:cubicBezTo>
                <a:cubicBezTo>
                  <a:pt x="21" y="334"/>
                  <a:pt x="21" y="333"/>
                  <a:pt x="21" y="333"/>
                </a:cubicBezTo>
                <a:cubicBezTo>
                  <a:pt x="21" y="331"/>
                  <a:pt x="21" y="331"/>
                  <a:pt x="21" y="331"/>
                </a:cubicBezTo>
                <a:cubicBezTo>
                  <a:pt x="21" y="331"/>
                  <a:pt x="21" y="330"/>
                  <a:pt x="21" y="330"/>
                </a:cubicBezTo>
                <a:cubicBezTo>
                  <a:pt x="43" y="308"/>
                  <a:pt x="68" y="288"/>
                  <a:pt x="94" y="271"/>
                </a:cubicBezTo>
                <a:cubicBezTo>
                  <a:pt x="94" y="294"/>
                  <a:pt x="94" y="294"/>
                  <a:pt x="94" y="294"/>
                </a:cubicBezTo>
                <a:cubicBezTo>
                  <a:pt x="66" y="314"/>
                  <a:pt x="39" y="336"/>
                  <a:pt x="15" y="361"/>
                </a:cubicBezTo>
                <a:cubicBezTo>
                  <a:pt x="13" y="360"/>
                  <a:pt x="11" y="359"/>
                  <a:pt x="9" y="358"/>
                </a:cubicBezTo>
                <a:close/>
                <a:moveTo>
                  <a:pt x="94" y="203"/>
                </a:moveTo>
                <a:cubicBezTo>
                  <a:pt x="83" y="210"/>
                  <a:pt x="72" y="217"/>
                  <a:pt x="61" y="224"/>
                </a:cubicBezTo>
                <a:cubicBezTo>
                  <a:pt x="63" y="218"/>
                  <a:pt x="66" y="211"/>
                  <a:pt x="68" y="204"/>
                </a:cubicBezTo>
                <a:cubicBezTo>
                  <a:pt x="77" y="197"/>
                  <a:pt x="85" y="190"/>
                  <a:pt x="94" y="183"/>
                </a:cubicBezTo>
                <a:cubicBezTo>
                  <a:pt x="94" y="190"/>
                  <a:pt x="94" y="197"/>
                  <a:pt x="94" y="203"/>
                </a:cubicBezTo>
                <a:close/>
                <a:moveTo>
                  <a:pt x="59" y="229"/>
                </a:moveTo>
                <a:cubicBezTo>
                  <a:pt x="71" y="222"/>
                  <a:pt x="83" y="214"/>
                  <a:pt x="94" y="207"/>
                </a:cubicBezTo>
                <a:cubicBezTo>
                  <a:pt x="94" y="210"/>
                  <a:pt x="94" y="213"/>
                  <a:pt x="94" y="216"/>
                </a:cubicBezTo>
                <a:cubicBezTo>
                  <a:pt x="94" y="218"/>
                  <a:pt x="94" y="219"/>
                  <a:pt x="94" y="221"/>
                </a:cubicBezTo>
                <a:cubicBezTo>
                  <a:pt x="80" y="231"/>
                  <a:pt x="65" y="242"/>
                  <a:pt x="51" y="252"/>
                </a:cubicBezTo>
                <a:cubicBezTo>
                  <a:pt x="54" y="245"/>
                  <a:pt x="57" y="237"/>
                  <a:pt x="59" y="229"/>
                </a:cubicBezTo>
                <a:close/>
                <a:moveTo>
                  <a:pt x="93" y="158"/>
                </a:moveTo>
                <a:cubicBezTo>
                  <a:pt x="88" y="163"/>
                  <a:pt x="83" y="168"/>
                  <a:pt x="78" y="173"/>
                </a:cubicBezTo>
                <a:cubicBezTo>
                  <a:pt x="83" y="157"/>
                  <a:pt x="88" y="141"/>
                  <a:pt x="92" y="126"/>
                </a:cubicBezTo>
                <a:cubicBezTo>
                  <a:pt x="92" y="136"/>
                  <a:pt x="93" y="147"/>
                  <a:pt x="93" y="158"/>
                </a:cubicBezTo>
                <a:close/>
                <a:moveTo>
                  <a:pt x="76" y="179"/>
                </a:moveTo>
                <a:cubicBezTo>
                  <a:pt x="82" y="173"/>
                  <a:pt x="88" y="168"/>
                  <a:pt x="93" y="162"/>
                </a:cubicBezTo>
                <a:cubicBezTo>
                  <a:pt x="94" y="168"/>
                  <a:pt x="94" y="174"/>
                  <a:pt x="94" y="179"/>
                </a:cubicBezTo>
                <a:cubicBezTo>
                  <a:pt x="86" y="186"/>
                  <a:pt x="78" y="192"/>
                  <a:pt x="70" y="199"/>
                </a:cubicBezTo>
                <a:cubicBezTo>
                  <a:pt x="72" y="192"/>
                  <a:pt x="74" y="186"/>
                  <a:pt x="76" y="179"/>
                </a:cubicBezTo>
                <a:close/>
                <a:moveTo>
                  <a:pt x="49" y="258"/>
                </a:moveTo>
                <a:cubicBezTo>
                  <a:pt x="64" y="247"/>
                  <a:pt x="79" y="236"/>
                  <a:pt x="94" y="225"/>
                </a:cubicBezTo>
                <a:cubicBezTo>
                  <a:pt x="94" y="232"/>
                  <a:pt x="94" y="239"/>
                  <a:pt x="94" y="246"/>
                </a:cubicBezTo>
                <a:cubicBezTo>
                  <a:pt x="74" y="261"/>
                  <a:pt x="55" y="276"/>
                  <a:pt x="36" y="292"/>
                </a:cubicBezTo>
                <a:cubicBezTo>
                  <a:pt x="41" y="280"/>
                  <a:pt x="45" y="269"/>
                  <a:pt x="49" y="258"/>
                </a:cubicBezTo>
                <a:close/>
                <a:moveTo>
                  <a:pt x="94" y="250"/>
                </a:moveTo>
                <a:cubicBezTo>
                  <a:pt x="94" y="255"/>
                  <a:pt x="94" y="260"/>
                  <a:pt x="94" y="265"/>
                </a:cubicBezTo>
                <a:cubicBezTo>
                  <a:pt x="94" y="265"/>
                  <a:pt x="94" y="268"/>
                  <a:pt x="94" y="268"/>
                </a:cubicBezTo>
                <a:cubicBezTo>
                  <a:pt x="93" y="268"/>
                  <a:pt x="93" y="268"/>
                  <a:pt x="93" y="268"/>
                </a:cubicBezTo>
                <a:cubicBezTo>
                  <a:pt x="68" y="284"/>
                  <a:pt x="45" y="302"/>
                  <a:pt x="24" y="323"/>
                </a:cubicBezTo>
                <a:cubicBezTo>
                  <a:pt x="27" y="314"/>
                  <a:pt x="31" y="306"/>
                  <a:pt x="34" y="298"/>
                </a:cubicBezTo>
                <a:cubicBezTo>
                  <a:pt x="53" y="281"/>
                  <a:pt x="73" y="265"/>
                  <a:pt x="94" y="250"/>
                </a:cubicBezTo>
                <a:close/>
                <a:moveTo>
                  <a:pt x="18" y="362"/>
                </a:moveTo>
                <a:cubicBezTo>
                  <a:pt x="42" y="339"/>
                  <a:pt x="67" y="317"/>
                  <a:pt x="94" y="298"/>
                </a:cubicBezTo>
                <a:cubicBezTo>
                  <a:pt x="94" y="318"/>
                  <a:pt x="94" y="318"/>
                  <a:pt x="94" y="318"/>
                </a:cubicBezTo>
                <a:cubicBezTo>
                  <a:pt x="73" y="335"/>
                  <a:pt x="53" y="352"/>
                  <a:pt x="33" y="370"/>
                </a:cubicBezTo>
                <a:cubicBezTo>
                  <a:pt x="28" y="367"/>
                  <a:pt x="23" y="365"/>
                  <a:pt x="18" y="362"/>
                </a:cubicBezTo>
                <a:close/>
                <a:moveTo>
                  <a:pt x="55" y="384"/>
                </a:moveTo>
                <a:cubicBezTo>
                  <a:pt x="49" y="380"/>
                  <a:pt x="43" y="376"/>
                  <a:pt x="36" y="371"/>
                </a:cubicBezTo>
                <a:cubicBezTo>
                  <a:pt x="55" y="354"/>
                  <a:pt x="74" y="338"/>
                  <a:pt x="94" y="322"/>
                </a:cubicBezTo>
                <a:cubicBezTo>
                  <a:pt x="94" y="345"/>
                  <a:pt x="94" y="345"/>
                  <a:pt x="94" y="345"/>
                </a:cubicBezTo>
                <a:cubicBezTo>
                  <a:pt x="79" y="355"/>
                  <a:pt x="65" y="365"/>
                  <a:pt x="51" y="375"/>
                </a:cubicBezTo>
                <a:cubicBezTo>
                  <a:pt x="50" y="376"/>
                  <a:pt x="50" y="377"/>
                  <a:pt x="50" y="377"/>
                </a:cubicBezTo>
                <a:cubicBezTo>
                  <a:pt x="51" y="378"/>
                  <a:pt x="52" y="378"/>
                  <a:pt x="53" y="378"/>
                </a:cubicBezTo>
                <a:cubicBezTo>
                  <a:pt x="66" y="368"/>
                  <a:pt x="80" y="358"/>
                  <a:pt x="94" y="349"/>
                </a:cubicBezTo>
                <a:cubicBezTo>
                  <a:pt x="94" y="364"/>
                  <a:pt x="94" y="364"/>
                  <a:pt x="94" y="364"/>
                </a:cubicBezTo>
                <a:cubicBezTo>
                  <a:pt x="93" y="364"/>
                  <a:pt x="93" y="364"/>
                  <a:pt x="92" y="364"/>
                </a:cubicBezTo>
                <a:cubicBezTo>
                  <a:pt x="82" y="372"/>
                  <a:pt x="72" y="380"/>
                  <a:pt x="62" y="388"/>
                </a:cubicBezTo>
                <a:cubicBezTo>
                  <a:pt x="60" y="387"/>
                  <a:pt x="58" y="385"/>
                  <a:pt x="55" y="384"/>
                </a:cubicBezTo>
                <a:close/>
                <a:moveTo>
                  <a:pt x="81" y="400"/>
                </a:moveTo>
                <a:cubicBezTo>
                  <a:pt x="85" y="396"/>
                  <a:pt x="89" y="393"/>
                  <a:pt x="92" y="389"/>
                </a:cubicBezTo>
                <a:cubicBezTo>
                  <a:pt x="92" y="388"/>
                  <a:pt x="92" y="387"/>
                  <a:pt x="92" y="387"/>
                </a:cubicBezTo>
                <a:cubicBezTo>
                  <a:pt x="91" y="386"/>
                  <a:pt x="90" y="386"/>
                  <a:pt x="89" y="387"/>
                </a:cubicBezTo>
                <a:cubicBezTo>
                  <a:pt x="86" y="391"/>
                  <a:pt x="82" y="395"/>
                  <a:pt x="78" y="398"/>
                </a:cubicBezTo>
                <a:cubicBezTo>
                  <a:pt x="74" y="395"/>
                  <a:pt x="69" y="393"/>
                  <a:pt x="65" y="390"/>
                </a:cubicBezTo>
                <a:cubicBezTo>
                  <a:pt x="75" y="382"/>
                  <a:pt x="84" y="375"/>
                  <a:pt x="94" y="367"/>
                </a:cubicBezTo>
                <a:cubicBezTo>
                  <a:pt x="94" y="404"/>
                  <a:pt x="94" y="404"/>
                  <a:pt x="94" y="404"/>
                </a:cubicBezTo>
                <a:cubicBezTo>
                  <a:pt x="94" y="404"/>
                  <a:pt x="94" y="405"/>
                  <a:pt x="94" y="405"/>
                </a:cubicBezTo>
                <a:cubicBezTo>
                  <a:pt x="94" y="405"/>
                  <a:pt x="94" y="405"/>
                  <a:pt x="94" y="406"/>
                </a:cubicBezTo>
                <a:cubicBezTo>
                  <a:pt x="89" y="404"/>
                  <a:pt x="85" y="402"/>
                  <a:pt x="81" y="400"/>
                </a:cubicBezTo>
                <a:close/>
                <a:moveTo>
                  <a:pt x="155" y="373"/>
                </a:moveTo>
                <a:cubicBezTo>
                  <a:pt x="139" y="383"/>
                  <a:pt x="121" y="394"/>
                  <a:pt x="100" y="403"/>
                </a:cubicBezTo>
                <a:cubicBezTo>
                  <a:pt x="100" y="293"/>
                  <a:pt x="100" y="293"/>
                  <a:pt x="100" y="293"/>
                </a:cubicBezTo>
                <a:cubicBezTo>
                  <a:pt x="101" y="292"/>
                  <a:pt x="102" y="291"/>
                  <a:pt x="104" y="290"/>
                </a:cubicBezTo>
                <a:cubicBezTo>
                  <a:pt x="105" y="290"/>
                  <a:pt x="105" y="289"/>
                  <a:pt x="104" y="288"/>
                </a:cubicBezTo>
                <a:cubicBezTo>
                  <a:pt x="104" y="287"/>
                  <a:pt x="103" y="287"/>
                  <a:pt x="102" y="288"/>
                </a:cubicBezTo>
                <a:cubicBezTo>
                  <a:pt x="101" y="288"/>
                  <a:pt x="101" y="289"/>
                  <a:pt x="100" y="289"/>
                </a:cubicBezTo>
                <a:cubicBezTo>
                  <a:pt x="100" y="265"/>
                  <a:pt x="100" y="265"/>
                  <a:pt x="100" y="265"/>
                </a:cubicBezTo>
                <a:cubicBezTo>
                  <a:pt x="100" y="258"/>
                  <a:pt x="100" y="252"/>
                  <a:pt x="100" y="245"/>
                </a:cubicBezTo>
                <a:cubicBezTo>
                  <a:pt x="100" y="244"/>
                  <a:pt x="100" y="244"/>
                  <a:pt x="100" y="244"/>
                </a:cubicBezTo>
                <a:cubicBezTo>
                  <a:pt x="100" y="236"/>
                  <a:pt x="100" y="227"/>
                  <a:pt x="100" y="219"/>
                </a:cubicBezTo>
                <a:cubicBezTo>
                  <a:pt x="100" y="218"/>
                  <a:pt x="100" y="217"/>
                  <a:pt x="100" y="216"/>
                </a:cubicBezTo>
                <a:cubicBezTo>
                  <a:pt x="100" y="186"/>
                  <a:pt x="100" y="156"/>
                  <a:pt x="98" y="126"/>
                </a:cubicBezTo>
                <a:cubicBezTo>
                  <a:pt x="103" y="140"/>
                  <a:pt x="109" y="154"/>
                  <a:pt x="116" y="168"/>
                </a:cubicBezTo>
                <a:cubicBezTo>
                  <a:pt x="143" y="224"/>
                  <a:pt x="170" y="280"/>
                  <a:pt x="197" y="337"/>
                </a:cubicBezTo>
                <a:cubicBezTo>
                  <a:pt x="197" y="336"/>
                  <a:pt x="196" y="336"/>
                  <a:pt x="195" y="336"/>
                </a:cubicBezTo>
                <a:cubicBezTo>
                  <a:pt x="194" y="336"/>
                  <a:pt x="194" y="336"/>
                  <a:pt x="193" y="337"/>
                </a:cubicBezTo>
                <a:cubicBezTo>
                  <a:pt x="193" y="337"/>
                  <a:pt x="193" y="338"/>
                  <a:pt x="193" y="339"/>
                </a:cubicBezTo>
                <a:cubicBezTo>
                  <a:pt x="193" y="339"/>
                  <a:pt x="193" y="340"/>
                  <a:pt x="194" y="340"/>
                </a:cubicBezTo>
                <a:cubicBezTo>
                  <a:pt x="195" y="341"/>
                  <a:pt x="195" y="341"/>
                  <a:pt x="195" y="341"/>
                </a:cubicBezTo>
                <a:cubicBezTo>
                  <a:pt x="197" y="341"/>
                  <a:pt x="198" y="340"/>
                  <a:pt x="199" y="340"/>
                </a:cubicBezTo>
                <a:cubicBezTo>
                  <a:pt x="199" y="341"/>
                  <a:pt x="200" y="342"/>
                  <a:pt x="200" y="343"/>
                </a:cubicBezTo>
                <a:cubicBezTo>
                  <a:pt x="199" y="343"/>
                  <a:pt x="199" y="343"/>
                  <a:pt x="199" y="344"/>
                </a:cubicBezTo>
                <a:cubicBezTo>
                  <a:pt x="198" y="345"/>
                  <a:pt x="198" y="347"/>
                  <a:pt x="200" y="348"/>
                </a:cubicBezTo>
                <a:cubicBezTo>
                  <a:pt x="201" y="349"/>
                  <a:pt x="201" y="349"/>
                  <a:pt x="202" y="350"/>
                </a:cubicBezTo>
                <a:cubicBezTo>
                  <a:pt x="186" y="355"/>
                  <a:pt x="171" y="364"/>
                  <a:pt x="155" y="373"/>
                </a:cubicBezTo>
                <a:close/>
                <a:moveTo>
                  <a:pt x="213" y="349"/>
                </a:moveTo>
                <a:cubicBezTo>
                  <a:pt x="213" y="348"/>
                  <a:pt x="212" y="347"/>
                  <a:pt x="210" y="347"/>
                </a:cubicBezTo>
                <a:cubicBezTo>
                  <a:pt x="210" y="347"/>
                  <a:pt x="209" y="347"/>
                  <a:pt x="209" y="346"/>
                </a:cubicBezTo>
                <a:cubicBezTo>
                  <a:pt x="207" y="343"/>
                  <a:pt x="205" y="339"/>
                  <a:pt x="203" y="336"/>
                </a:cubicBezTo>
                <a:cubicBezTo>
                  <a:pt x="225" y="317"/>
                  <a:pt x="247" y="299"/>
                  <a:pt x="269" y="281"/>
                </a:cubicBezTo>
                <a:cubicBezTo>
                  <a:pt x="269" y="306"/>
                  <a:pt x="269" y="306"/>
                  <a:pt x="269" y="306"/>
                </a:cubicBezTo>
                <a:cubicBezTo>
                  <a:pt x="269" y="306"/>
                  <a:pt x="268" y="306"/>
                  <a:pt x="268" y="307"/>
                </a:cubicBezTo>
                <a:cubicBezTo>
                  <a:pt x="251" y="322"/>
                  <a:pt x="235" y="337"/>
                  <a:pt x="220" y="353"/>
                </a:cubicBezTo>
                <a:cubicBezTo>
                  <a:pt x="218" y="352"/>
                  <a:pt x="216" y="350"/>
                  <a:pt x="213" y="349"/>
                </a:cubicBezTo>
                <a:close/>
                <a:moveTo>
                  <a:pt x="269" y="310"/>
                </a:moveTo>
                <a:cubicBezTo>
                  <a:pt x="269" y="336"/>
                  <a:pt x="269" y="336"/>
                  <a:pt x="269" y="336"/>
                </a:cubicBezTo>
                <a:cubicBezTo>
                  <a:pt x="269" y="336"/>
                  <a:pt x="268" y="336"/>
                  <a:pt x="268" y="336"/>
                </a:cubicBezTo>
                <a:cubicBezTo>
                  <a:pt x="257" y="345"/>
                  <a:pt x="247" y="354"/>
                  <a:pt x="236" y="364"/>
                </a:cubicBezTo>
                <a:cubicBezTo>
                  <a:pt x="232" y="361"/>
                  <a:pt x="227" y="358"/>
                  <a:pt x="222" y="355"/>
                </a:cubicBezTo>
                <a:cubicBezTo>
                  <a:pt x="238" y="339"/>
                  <a:pt x="253" y="324"/>
                  <a:pt x="269" y="310"/>
                </a:cubicBezTo>
                <a:close/>
                <a:moveTo>
                  <a:pt x="239" y="365"/>
                </a:moveTo>
                <a:cubicBezTo>
                  <a:pt x="249" y="356"/>
                  <a:pt x="259" y="348"/>
                  <a:pt x="269" y="339"/>
                </a:cubicBezTo>
                <a:cubicBezTo>
                  <a:pt x="269" y="360"/>
                  <a:pt x="269" y="360"/>
                  <a:pt x="269" y="360"/>
                </a:cubicBezTo>
                <a:cubicBezTo>
                  <a:pt x="269" y="360"/>
                  <a:pt x="269" y="360"/>
                  <a:pt x="269" y="360"/>
                </a:cubicBezTo>
                <a:cubicBezTo>
                  <a:pt x="264" y="365"/>
                  <a:pt x="259" y="370"/>
                  <a:pt x="254" y="375"/>
                </a:cubicBezTo>
                <a:cubicBezTo>
                  <a:pt x="249" y="372"/>
                  <a:pt x="244" y="369"/>
                  <a:pt x="239" y="365"/>
                </a:cubicBezTo>
                <a:close/>
                <a:moveTo>
                  <a:pt x="257" y="376"/>
                </a:moveTo>
                <a:cubicBezTo>
                  <a:pt x="261" y="372"/>
                  <a:pt x="265" y="368"/>
                  <a:pt x="269" y="364"/>
                </a:cubicBezTo>
                <a:cubicBezTo>
                  <a:pt x="269" y="380"/>
                  <a:pt x="269" y="380"/>
                  <a:pt x="269" y="380"/>
                </a:cubicBezTo>
                <a:cubicBezTo>
                  <a:pt x="269" y="380"/>
                  <a:pt x="270" y="381"/>
                  <a:pt x="270" y="381"/>
                </a:cubicBezTo>
                <a:cubicBezTo>
                  <a:pt x="270" y="381"/>
                  <a:pt x="269" y="381"/>
                  <a:pt x="269" y="382"/>
                </a:cubicBezTo>
                <a:cubicBezTo>
                  <a:pt x="265" y="380"/>
                  <a:pt x="261" y="378"/>
                  <a:pt x="257" y="376"/>
                </a:cubicBezTo>
                <a:close/>
                <a:moveTo>
                  <a:pt x="398" y="325"/>
                </a:moveTo>
                <a:cubicBezTo>
                  <a:pt x="398" y="325"/>
                  <a:pt x="398" y="324"/>
                  <a:pt x="398" y="324"/>
                </a:cubicBezTo>
                <a:cubicBezTo>
                  <a:pt x="399" y="323"/>
                  <a:pt x="400" y="322"/>
                  <a:pt x="400" y="320"/>
                </a:cubicBezTo>
                <a:cubicBezTo>
                  <a:pt x="399" y="319"/>
                  <a:pt x="397" y="318"/>
                  <a:pt x="396" y="318"/>
                </a:cubicBezTo>
                <a:cubicBezTo>
                  <a:pt x="396" y="318"/>
                  <a:pt x="395" y="318"/>
                  <a:pt x="395" y="318"/>
                </a:cubicBezTo>
                <a:cubicBezTo>
                  <a:pt x="395" y="318"/>
                  <a:pt x="394" y="317"/>
                  <a:pt x="394" y="316"/>
                </a:cubicBezTo>
                <a:cubicBezTo>
                  <a:pt x="409" y="307"/>
                  <a:pt x="424" y="297"/>
                  <a:pt x="438" y="288"/>
                </a:cubicBezTo>
                <a:cubicBezTo>
                  <a:pt x="438" y="303"/>
                  <a:pt x="438" y="303"/>
                  <a:pt x="438" y="303"/>
                </a:cubicBezTo>
                <a:cubicBezTo>
                  <a:pt x="428" y="312"/>
                  <a:pt x="417" y="321"/>
                  <a:pt x="406" y="329"/>
                </a:cubicBezTo>
                <a:cubicBezTo>
                  <a:pt x="403" y="328"/>
                  <a:pt x="401" y="327"/>
                  <a:pt x="398" y="325"/>
                </a:cubicBezTo>
                <a:close/>
                <a:moveTo>
                  <a:pt x="402" y="225"/>
                </a:moveTo>
                <a:cubicBezTo>
                  <a:pt x="415" y="218"/>
                  <a:pt x="428" y="209"/>
                  <a:pt x="439" y="199"/>
                </a:cubicBezTo>
                <a:cubicBezTo>
                  <a:pt x="439" y="202"/>
                  <a:pt x="439" y="205"/>
                  <a:pt x="439" y="208"/>
                </a:cubicBezTo>
                <a:cubicBezTo>
                  <a:pt x="439" y="213"/>
                  <a:pt x="439" y="219"/>
                  <a:pt x="439" y="224"/>
                </a:cubicBezTo>
                <a:cubicBezTo>
                  <a:pt x="423" y="236"/>
                  <a:pt x="406" y="247"/>
                  <a:pt x="388" y="255"/>
                </a:cubicBezTo>
                <a:cubicBezTo>
                  <a:pt x="392" y="245"/>
                  <a:pt x="397" y="235"/>
                  <a:pt x="402" y="225"/>
                </a:cubicBezTo>
                <a:close/>
                <a:moveTo>
                  <a:pt x="438" y="284"/>
                </a:moveTo>
                <a:cubicBezTo>
                  <a:pt x="423" y="294"/>
                  <a:pt x="408" y="304"/>
                  <a:pt x="393" y="313"/>
                </a:cubicBezTo>
                <a:cubicBezTo>
                  <a:pt x="389" y="306"/>
                  <a:pt x="386" y="298"/>
                  <a:pt x="383" y="290"/>
                </a:cubicBezTo>
                <a:cubicBezTo>
                  <a:pt x="383" y="290"/>
                  <a:pt x="383" y="290"/>
                  <a:pt x="383" y="290"/>
                </a:cubicBezTo>
                <a:cubicBezTo>
                  <a:pt x="401" y="278"/>
                  <a:pt x="420" y="267"/>
                  <a:pt x="438" y="255"/>
                </a:cubicBezTo>
                <a:lnTo>
                  <a:pt x="438" y="284"/>
                </a:lnTo>
                <a:close/>
                <a:moveTo>
                  <a:pt x="438" y="307"/>
                </a:moveTo>
                <a:cubicBezTo>
                  <a:pt x="439" y="325"/>
                  <a:pt x="439" y="325"/>
                  <a:pt x="439" y="325"/>
                </a:cubicBezTo>
                <a:cubicBezTo>
                  <a:pt x="431" y="327"/>
                  <a:pt x="425" y="331"/>
                  <a:pt x="420" y="336"/>
                </a:cubicBezTo>
                <a:cubicBezTo>
                  <a:pt x="416" y="334"/>
                  <a:pt x="413" y="333"/>
                  <a:pt x="409" y="331"/>
                </a:cubicBezTo>
                <a:cubicBezTo>
                  <a:pt x="419" y="323"/>
                  <a:pt x="429" y="315"/>
                  <a:pt x="438" y="307"/>
                </a:cubicBezTo>
                <a:close/>
                <a:moveTo>
                  <a:pt x="423" y="337"/>
                </a:moveTo>
                <a:cubicBezTo>
                  <a:pt x="427" y="333"/>
                  <a:pt x="433" y="330"/>
                  <a:pt x="439" y="329"/>
                </a:cubicBezTo>
                <a:cubicBezTo>
                  <a:pt x="439" y="343"/>
                  <a:pt x="439" y="343"/>
                  <a:pt x="439" y="343"/>
                </a:cubicBezTo>
                <a:cubicBezTo>
                  <a:pt x="433" y="341"/>
                  <a:pt x="428" y="339"/>
                  <a:pt x="423" y="337"/>
                </a:cubicBezTo>
                <a:close/>
                <a:moveTo>
                  <a:pt x="460" y="174"/>
                </a:moveTo>
                <a:cubicBezTo>
                  <a:pt x="487" y="217"/>
                  <a:pt x="514" y="260"/>
                  <a:pt x="541" y="303"/>
                </a:cubicBezTo>
                <a:cubicBezTo>
                  <a:pt x="525" y="307"/>
                  <a:pt x="511" y="313"/>
                  <a:pt x="496" y="320"/>
                </a:cubicBezTo>
                <a:cubicBezTo>
                  <a:pt x="481" y="327"/>
                  <a:pt x="465" y="335"/>
                  <a:pt x="445" y="341"/>
                </a:cubicBezTo>
                <a:cubicBezTo>
                  <a:pt x="445" y="284"/>
                  <a:pt x="445" y="284"/>
                  <a:pt x="445" y="284"/>
                </a:cubicBezTo>
                <a:cubicBezTo>
                  <a:pt x="445" y="283"/>
                  <a:pt x="445" y="283"/>
                  <a:pt x="445" y="282"/>
                </a:cubicBezTo>
                <a:cubicBezTo>
                  <a:pt x="445" y="282"/>
                  <a:pt x="445" y="243"/>
                  <a:pt x="445" y="243"/>
                </a:cubicBezTo>
                <a:cubicBezTo>
                  <a:pt x="445" y="232"/>
                  <a:pt x="445" y="220"/>
                  <a:pt x="445" y="208"/>
                </a:cubicBezTo>
                <a:cubicBezTo>
                  <a:pt x="445" y="203"/>
                  <a:pt x="445" y="198"/>
                  <a:pt x="445" y="193"/>
                </a:cubicBezTo>
                <a:cubicBezTo>
                  <a:pt x="445" y="192"/>
                  <a:pt x="445" y="192"/>
                  <a:pt x="445" y="191"/>
                </a:cubicBezTo>
                <a:cubicBezTo>
                  <a:pt x="445" y="185"/>
                  <a:pt x="445" y="179"/>
                  <a:pt x="444" y="173"/>
                </a:cubicBezTo>
                <a:cubicBezTo>
                  <a:pt x="445" y="173"/>
                  <a:pt x="446" y="173"/>
                  <a:pt x="446" y="172"/>
                </a:cubicBezTo>
                <a:cubicBezTo>
                  <a:pt x="447" y="172"/>
                  <a:pt x="447" y="171"/>
                  <a:pt x="447" y="170"/>
                </a:cubicBezTo>
                <a:cubicBezTo>
                  <a:pt x="446" y="169"/>
                  <a:pt x="445" y="169"/>
                  <a:pt x="445" y="170"/>
                </a:cubicBezTo>
                <a:cubicBezTo>
                  <a:pt x="444" y="161"/>
                  <a:pt x="444" y="153"/>
                  <a:pt x="443" y="145"/>
                </a:cubicBezTo>
                <a:cubicBezTo>
                  <a:pt x="448" y="155"/>
                  <a:pt x="454" y="165"/>
                  <a:pt x="460" y="174"/>
                </a:cubicBezTo>
                <a:close/>
                <a:moveTo>
                  <a:pt x="437" y="144"/>
                </a:moveTo>
                <a:cubicBezTo>
                  <a:pt x="437" y="154"/>
                  <a:pt x="438" y="164"/>
                  <a:pt x="438" y="173"/>
                </a:cubicBezTo>
                <a:cubicBezTo>
                  <a:pt x="432" y="177"/>
                  <a:pt x="425" y="181"/>
                  <a:pt x="419" y="185"/>
                </a:cubicBezTo>
                <a:cubicBezTo>
                  <a:pt x="426" y="170"/>
                  <a:pt x="432" y="156"/>
                  <a:pt x="437" y="144"/>
                </a:cubicBezTo>
                <a:close/>
                <a:moveTo>
                  <a:pt x="417" y="191"/>
                </a:moveTo>
                <a:cubicBezTo>
                  <a:pt x="424" y="186"/>
                  <a:pt x="431" y="181"/>
                  <a:pt x="438" y="177"/>
                </a:cubicBezTo>
                <a:cubicBezTo>
                  <a:pt x="438" y="183"/>
                  <a:pt x="439" y="189"/>
                  <a:pt x="439" y="194"/>
                </a:cubicBezTo>
                <a:cubicBezTo>
                  <a:pt x="428" y="205"/>
                  <a:pt x="417" y="213"/>
                  <a:pt x="404" y="220"/>
                </a:cubicBezTo>
                <a:cubicBezTo>
                  <a:pt x="408" y="210"/>
                  <a:pt x="413" y="200"/>
                  <a:pt x="417" y="191"/>
                </a:cubicBezTo>
                <a:close/>
                <a:moveTo>
                  <a:pt x="386" y="259"/>
                </a:moveTo>
                <a:cubicBezTo>
                  <a:pt x="404" y="251"/>
                  <a:pt x="422" y="241"/>
                  <a:pt x="439" y="228"/>
                </a:cubicBezTo>
                <a:cubicBezTo>
                  <a:pt x="438" y="233"/>
                  <a:pt x="438" y="238"/>
                  <a:pt x="438" y="243"/>
                </a:cubicBezTo>
                <a:cubicBezTo>
                  <a:pt x="438" y="243"/>
                  <a:pt x="438" y="252"/>
                  <a:pt x="438" y="252"/>
                </a:cubicBezTo>
                <a:cubicBezTo>
                  <a:pt x="419" y="263"/>
                  <a:pt x="400" y="275"/>
                  <a:pt x="381" y="287"/>
                </a:cubicBezTo>
                <a:cubicBezTo>
                  <a:pt x="380" y="284"/>
                  <a:pt x="379" y="280"/>
                  <a:pt x="377" y="277"/>
                </a:cubicBezTo>
                <a:cubicBezTo>
                  <a:pt x="380" y="271"/>
                  <a:pt x="383" y="265"/>
                  <a:pt x="386" y="259"/>
                </a:cubicBezTo>
                <a:close/>
                <a:moveTo>
                  <a:pt x="294" y="75"/>
                </a:moveTo>
                <a:cubicBezTo>
                  <a:pt x="310" y="109"/>
                  <a:pt x="326" y="155"/>
                  <a:pt x="343" y="201"/>
                </a:cubicBezTo>
                <a:cubicBezTo>
                  <a:pt x="358" y="242"/>
                  <a:pt x="372" y="284"/>
                  <a:pt x="387" y="317"/>
                </a:cubicBezTo>
                <a:cubicBezTo>
                  <a:pt x="387" y="317"/>
                  <a:pt x="386" y="318"/>
                  <a:pt x="385" y="318"/>
                </a:cubicBezTo>
                <a:cubicBezTo>
                  <a:pt x="384" y="319"/>
                  <a:pt x="384" y="320"/>
                  <a:pt x="385" y="320"/>
                </a:cubicBezTo>
                <a:cubicBezTo>
                  <a:pt x="385" y="321"/>
                  <a:pt x="386" y="321"/>
                  <a:pt x="387" y="321"/>
                </a:cubicBezTo>
                <a:cubicBezTo>
                  <a:pt x="387" y="320"/>
                  <a:pt x="388" y="320"/>
                  <a:pt x="389" y="320"/>
                </a:cubicBezTo>
                <a:cubicBezTo>
                  <a:pt x="389" y="320"/>
                  <a:pt x="389" y="320"/>
                  <a:pt x="389" y="320"/>
                </a:cubicBezTo>
                <a:cubicBezTo>
                  <a:pt x="370" y="326"/>
                  <a:pt x="354" y="336"/>
                  <a:pt x="336" y="346"/>
                </a:cubicBezTo>
                <a:cubicBezTo>
                  <a:pt x="318" y="357"/>
                  <a:pt x="299" y="369"/>
                  <a:pt x="276" y="379"/>
                </a:cubicBezTo>
                <a:cubicBezTo>
                  <a:pt x="275" y="228"/>
                  <a:pt x="275" y="228"/>
                  <a:pt x="275" y="228"/>
                </a:cubicBezTo>
                <a:cubicBezTo>
                  <a:pt x="276" y="210"/>
                  <a:pt x="276" y="188"/>
                  <a:pt x="276" y="164"/>
                </a:cubicBezTo>
                <a:cubicBezTo>
                  <a:pt x="276" y="118"/>
                  <a:pt x="275" y="67"/>
                  <a:pt x="274" y="28"/>
                </a:cubicBezTo>
                <a:cubicBezTo>
                  <a:pt x="279" y="44"/>
                  <a:pt x="286" y="60"/>
                  <a:pt x="294" y="75"/>
                </a:cubicBezTo>
                <a:close/>
                <a:moveTo>
                  <a:pt x="267" y="28"/>
                </a:moveTo>
                <a:cubicBezTo>
                  <a:pt x="268" y="40"/>
                  <a:pt x="268" y="52"/>
                  <a:pt x="269" y="65"/>
                </a:cubicBezTo>
                <a:cubicBezTo>
                  <a:pt x="268" y="65"/>
                  <a:pt x="268" y="66"/>
                  <a:pt x="268" y="66"/>
                </a:cubicBezTo>
                <a:cubicBezTo>
                  <a:pt x="263" y="72"/>
                  <a:pt x="258" y="78"/>
                  <a:pt x="253" y="84"/>
                </a:cubicBezTo>
                <a:cubicBezTo>
                  <a:pt x="258" y="65"/>
                  <a:pt x="263" y="46"/>
                  <a:pt x="267" y="28"/>
                </a:cubicBezTo>
                <a:close/>
              </a:path>
            </a:pathLst>
          </a:custGeom>
          <a:solidFill>
            <a:sysClr val="windowText" lastClr="000000">
              <a:lumMod val="65000"/>
              <a:lumOff val="3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仓耳青禾体-谷力 W05"/>
              <a:ea typeface="仓耳青禾体-谷力 W05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DC4236-E2CB-9141-8FF7-AC92F8EE0CBD}"/>
              </a:ext>
            </a:extLst>
          </p:cNvPr>
          <p:cNvSpPr txBox="1"/>
          <p:nvPr/>
        </p:nvSpPr>
        <p:spPr>
          <a:xfrm>
            <a:off x="424206" y="757490"/>
            <a:ext cx="87857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二元 </a:t>
            </a:r>
            <a:r>
              <a:rPr lang="en-US" altLang="zh-CN" b="1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0-1 </a:t>
            </a:r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评分的激励错位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论文的核心论点是，当前的主流评估基准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Leaderboards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的评分标准与“可信度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(trustworthiness)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”的目标不一致。   </a:t>
            </a:r>
          </a:p>
          <a:p>
            <a:pPr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观察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1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这是一个简单但关键的数学观察。对于任何采用二元评分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Correct = 1, IDK/Wrong = 0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的评估，承认永远不是最优策略。   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A vs B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思想实验：    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A</a:t>
            </a:r>
            <a:r>
              <a:rPr lang="zh-CN" altLang="en-US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：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诚实的模型。永不幻觉，在不确定时回答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"IDK"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该问题得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分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B </a:t>
            </a:r>
            <a:r>
              <a:rPr lang="en-US" altLang="zh-CN" dirty="0">
                <a:ea typeface="JetBrains Mono Light" panose="02000009000000000000" pitchFamily="49" charset="0"/>
                <a:cs typeface="JetBrains Mono Light" panose="02000009000000000000" pitchFamily="49" charset="0"/>
              </a:rPr>
              <a:t>“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应试者”模型。在不确定时，总是猜测它认为最可能的答案。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结果：模型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B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在所有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0-1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评分基准上的期望得分更高。因为它总有机会猜对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得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1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分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，而模型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A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在相同情况下总得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分。</a:t>
            </a: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这种评分机制创造了论文所称的“惩罚不确定性的流行病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(Epidemic of penalizing uncertainty)</a:t>
            </a:r>
            <a:r>
              <a:rPr lang="en-US" altLang="zh-CN" dirty="0">
                <a:ea typeface="JetBrains Mono Light" panose="02000009000000000000" pitchFamily="49" charset="0"/>
                <a:cs typeface="JetBrains Mono Light" panose="02000009000000000000" pitchFamily="49" charset="0"/>
              </a:rPr>
              <a:t>”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。为了在排行榜上获胜，模型开发者被迫在后训练中，将模型优化为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Model B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的行为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即“猜测”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</a:t>
            </a:r>
            <a:endParaRPr lang="en-US" altLang="zh-CN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 algn="just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40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1175C-F76E-B85A-FF8A-05AFA104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97D6B03-1BB5-6275-9FBF-C1177DA7DB8C}"/>
              </a:ext>
            </a:extLst>
          </p:cNvPr>
          <p:cNvGrpSpPr/>
          <p:nvPr/>
        </p:nvGrpSpPr>
        <p:grpSpPr>
          <a:xfrm rot="19981607">
            <a:off x="9454786" y="4611674"/>
            <a:ext cx="930345" cy="632045"/>
            <a:chOff x="1260477" y="4162426"/>
            <a:chExt cx="309562" cy="312737"/>
          </a:xfrm>
        </p:grpSpPr>
        <p:sp>
          <p:nvSpPr>
            <p:cNvPr id="3" name="Freeform 744">
              <a:extLst>
                <a:ext uri="{FF2B5EF4-FFF2-40B4-BE49-F238E27FC236}">
                  <a16:creationId xmlns:a16="http://schemas.microsoft.com/office/drawing/2014/main" id="{45E30727-3A8A-4CF8-611D-B58EDC8EC4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6839" y="4260851"/>
              <a:ext cx="104775" cy="96837"/>
            </a:xfrm>
            <a:custGeom>
              <a:avLst/>
              <a:gdLst>
                <a:gd name="T0" fmla="*/ 23 w 28"/>
                <a:gd name="T1" fmla="*/ 7 h 26"/>
                <a:gd name="T2" fmla="*/ 25 w 28"/>
                <a:gd name="T3" fmla="*/ 10 h 26"/>
                <a:gd name="T4" fmla="*/ 27 w 28"/>
                <a:gd name="T5" fmla="*/ 14 h 26"/>
                <a:gd name="T6" fmla="*/ 27 w 28"/>
                <a:gd name="T7" fmla="*/ 19 h 26"/>
                <a:gd name="T8" fmla="*/ 23 w 28"/>
                <a:gd name="T9" fmla="*/ 24 h 26"/>
                <a:gd name="T10" fmla="*/ 16 w 28"/>
                <a:gd name="T11" fmla="*/ 26 h 26"/>
                <a:gd name="T12" fmla="*/ 9 w 28"/>
                <a:gd name="T13" fmla="*/ 26 h 26"/>
                <a:gd name="T14" fmla="*/ 3 w 28"/>
                <a:gd name="T15" fmla="*/ 22 h 26"/>
                <a:gd name="T16" fmla="*/ 0 w 28"/>
                <a:gd name="T17" fmla="*/ 15 h 26"/>
                <a:gd name="T18" fmla="*/ 1 w 28"/>
                <a:gd name="T19" fmla="*/ 7 h 26"/>
                <a:gd name="T20" fmla="*/ 7 w 28"/>
                <a:gd name="T21" fmla="*/ 1 h 26"/>
                <a:gd name="T22" fmla="*/ 13 w 28"/>
                <a:gd name="T23" fmla="*/ 0 h 26"/>
                <a:gd name="T24" fmla="*/ 18 w 28"/>
                <a:gd name="T25" fmla="*/ 2 h 26"/>
                <a:gd name="T26" fmla="*/ 21 w 28"/>
                <a:gd name="T27" fmla="*/ 5 h 26"/>
                <a:gd name="T28" fmla="*/ 23 w 28"/>
                <a:gd name="T29" fmla="*/ 7 h 26"/>
                <a:gd name="T30" fmla="*/ 23 w 28"/>
                <a:gd name="T31" fmla="*/ 8 h 26"/>
                <a:gd name="T32" fmla="*/ 21 w 28"/>
                <a:gd name="T33" fmla="*/ 5 h 26"/>
                <a:gd name="T34" fmla="*/ 17 w 28"/>
                <a:gd name="T35" fmla="*/ 4 h 26"/>
                <a:gd name="T36" fmla="*/ 13 w 28"/>
                <a:gd name="T37" fmla="*/ 4 h 26"/>
                <a:gd name="T38" fmla="*/ 8 w 28"/>
                <a:gd name="T39" fmla="*/ 6 h 26"/>
                <a:gd name="T40" fmla="*/ 7 w 28"/>
                <a:gd name="T41" fmla="*/ 7 h 26"/>
                <a:gd name="T42" fmla="*/ 5 w 28"/>
                <a:gd name="T43" fmla="*/ 9 h 26"/>
                <a:gd name="T44" fmla="*/ 4 w 28"/>
                <a:gd name="T45" fmla="*/ 14 h 26"/>
                <a:gd name="T46" fmla="*/ 5 w 28"/>
                <a:gd name="T47" fmla="*/ 20 h 26"/>
                <a:gd name="T48" fmla="*/ 10 w 28"/>
                <a:gd name="T49" fmla="*/ 24 h 26"/>
                <a:gd name="T50" fmla="*/ 16 w 28"/>
                <a:gd name="T51" fmla="*/ 24 h 26"/>
                <a:gd name="T52" fmla="*/ 19 w 28"/>
                <a:gd name="T53" fmla="*/ 23 h 26"/>
                <a:gd name="T54" fmla="*/ 21 w 28"/>
                <a:gd name="T55" fmla="*/ 21 h 26"/>
                <a:gd name="T56" fmla="*/ 24 w 28"/>
                <a:gd name="T57" fmla="*/ 18 h 26"/>
                <a:gd name="T58" fmla="*/ 25 w 28"/>
                <a:gd name="T59" fmla="*/ 14 h 26"/>
                <a:gd name="T60" fmla="*/ 24 w 28"/>
                <a:gd name="T61" fmla="*/ 10 h 26"/>
                <a:gd name="T62" fmla="*/ 23 w 28"/>
                <a:gd name="T63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26">
                  <a:moveTo>
                    <a:pt x="23" y="7"/>
                  </a:moveTo>
                  <a:cubicBezTo>
                    <a:pt x="23" y="7"/>
                    <a:pt x="24" y="8"/>
                    <a:pt x="25" y="10"/>
                  </a:cubicBezTo>
                  <a:cubicBezTo>
                    <a:pt x="25" y="11"/>
                    <a:pt x="26" y="12"/>
                    <a:pt x="27" y="14"/>
                  </a:cubicBezTo>
                  <a:cubicBezTo>
                    <a:pt x="27" y="15"/>
                    <a:pt x="28" y="17"/>
                    <a:pt x="27" y="19"/>
                  </a:cubicBezTo>
                  <a:cubicBezTo>
                    <a:pt x="27" y="21"/>
                    <a:pt x="25" y="23"/>
                    <a:pt x="23" y="24"/>
                  </a:cubicBezTo>
                  <a:cubicBezTo>
                    <a:pt x="21" y="26"/>
                    <a:pt x="19" y="26"/>
                    <a:pt x="16" y="26"/>
                  </a:cubicBezTo>
                  <a:cubicBezTo>
                    <a:pt x="14" y="26"/>
                    <a:pt x="12" y="26"/>
                    <a:pt x="9" y="26"/>
                  </a:cubicBezTo>
                  <a:cubicBezTo>
                    <a:pt x="7" y="25"/>
                    <a:pt x="4" y="24"/>
                    <a:pt x="3" y="22"/>
                  </a:cubicBezTo>
                  <a:cubicBezTo>
                    <a:pt x="1" y="20"/>
                    <a:pt x="0" y="17"/>
                    <a:pt x="0" y="15"/>
                  </a:cubicBezTo>
                  <a:cubicBezTo>
                    <a:pt x="0" y="12"/>
                    <a:pt x="0" y="9"/>
                    <a:pt x="1" y="7"/>
                  </a:cubicBezTo>
                  <a:cubicBezTo>
                    <a:pt x="3" y="4"/>
                    <a:pt x="4" y="3"/>
                    <a:pt x="7" y="1"/>
                  </a:cubicBezTo>
                  <a:cubicBezTo>
                    <a:pt x="9" y="1"/>
                    <a:pt x="10" y="0"/>
                    <a:pt x="13" y="0"/>
                  </a:cubicBezTo>
                  <a:cubicBezTo>
                    <a:pt x="15" y="0"/>
                    <a:pt x="17" y="1"/>
                    <a:pt x="18" y="2"/>
                  </a:cubicBezTo>
                  <a:cubicBezTo>
                    <a:pt x="20" y="3"/>
                    <a:pt x="20" y="4"/>
                    <a:pt x="21" y="5"/>
                  </a:cubicBezTo>
                  <a:cubicBezTo>
                    <a:pt x="23" y="6"/>
                    <a:pt x="23" y="7"/>
                    <a:pt x="23" y="7"/>
                  </a:cubicBezTo>
                  <a:close/>
                  <a:moveTo>
                    <a:pt x="23" y="8"/>
                  </a:moveTo>
                  <a:cubicBezTo>
                    <a:pt x="23" y="8"/>
                    <a:pt x="22" y="6"/>
                    <a:pt x="21" y="5"/>
                  </a:cubicBezTo>
                  <a:cubicBezTo>
                    <a:pt x="20" y="5"/>
                    <a:pt x="19" y="4"/>
                    <a:pt x="17" y="4"/>
                  </a:cubicBezTo>
                  <a:cubicBezTo>
                    <a:pt x="16" y="4"/>
                    <a:pt x="15" y="4"/>
                    <a:pt x="13" y="4"/>
                  </a:cubicBezTo>
                  <a:cubicBezTo>
                    <a:pt x="12" y="4"/>
                    <a:pt x="10" y="5"/>
                    <a:pt x="8" y="6"/>
                  </a:cubicBezTo>
                  <a:cubicBezTo>
                    <a:pt x="8" y="6"/>
                    <a:pt x="7" y="7"/>
                    <a:pt x="7" y="7"/>
                  </a:cubicBezTo>
                  <a:cubicBezTo>
                    <a:pt x="6" y="8"/>
                    <a:pt x="6" y="8"/>
                    <a:pt x="5" y="9"/>
                  </a:cubicBezTo>
                  <a:cubicBezTo>
                    <a:pt x="4" y="11"/>
                    <a:pt x="4" y="12"/>
                    <a:pt x="4" y="14"/>
                  </a:cubicBezTo>
                  <a:cubicBezTo>
                    <a:pt x="4" y="16"/>
                    <a:pt x="4" y="19"/>
                    <a:pt x="5" y="20"/>
                  </a:cubicBezTo>
                  <a:cubicBezTo>
                    <a:pt x="6" y="23"/>
                    <a:pt x="7" y="24"/>
                    <a:pt x="10" y="24"/>
                  </a:cubicBezTo>
                  <a:cubicBezTo>
                    <a:pt x="12" y="25"/>
                    <a:pt x="14" y="25"/>
                    <a:pt x="16" y="2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2"/>
                    <a:pt x="20" y="22"/>
                    <a:pt x="21" y="21"/>
                  </a:cubicBezTo>
                  <a:cubicBezTo>
                    <a:pt x="22" y="20"/>
                    <a:pt x="23" y="19"/>
                    <a:pt x="24" y="18"/>
                  </a:cubicBezTo>
                  <a:cubicBezTo>
                    <a:pt x="25" y="17"/>
                    <a:pt x="25" y="15"/>
                    <a:pt x="25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4" y="9"/>
                    <a:pt x="23" y="8"/>
                    <a:pt x="23" y="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4" name="Freeform 745">
              <a:extLst>
                <a:ext uri="{FF2B5EF4-FFF2-40B4-BE49-F238E27FC236}">
                  <a16:creationId xmlns:a16="http://schemas.microsoft.com/office/drawing/2014/main" id="{EFAE8F1E-12F3-CEC4-E316-8533C3264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0477" y="4162426"/>
              <a:ext cx="309562" cy="312737"/>
            </a:xfrm>
            <a:custGeom>
              <a:avLst/>
              <a:gdLst>
                <a:gd name="T0" fmla="*/ 49 w 82"/>
                <a:gd name="T1" fmla="*/ 0 h 83"/>
                <a:gd name="T2" fmla="*/ 50 w 82"/>
                <a:gd name="T3" fmla="*/ 1 h 83"/>
                <a:gd name="T4" fmla="*/ 58 w 82"/>
                <a:gd name="T5" fmla="*/ 18 h 83"/>
                <a:gd name="T6" fmla="*/ 67 w 82"/>
                <a:gd name="T7" fmla="*/ 11 h 83"/>
                <a:gd name="T8" fmla="*/ 76 w 82"/>
                <a:gd name="T9" fmla="*/ 18 h 83"/>
                <a:gd name="T10" fmla="*/ 81 w 82"/>
                <a:gd name="T11" fmla="*/ 29 h 83"/>
                <a:gd name="T12" fmla="*/ 70 w 82"/>
                <a:gd name="T13" fmla="*/ 39 h 83"/>
                <a:gd name="T14" fmla="*/ 81 w 82"/>
                <a:gd name="T15" fmla="*/ 49 h 83"/>
                <a:gd name="T16" fmla="*/ 78 w 82"/>
                <a:gd name="T17" fmla="*/ 59 h 83"/>
                <a:gd name="T18" fmla="*/ 72 w 82"/>
                <a:gd name="T19" fmla="*/ 68 h 83"/>
                <a:gd name="T20" fmla="*/ 52 w 82"/>
                <a:gd name="T21" fmla="*/ 66 h 83"/>
                <a:gd name="T22" fmla="*/ 55 w 82"/>
                <a:gd name="T23" fmla="*/ 79 h 83"/>
                <a:gd name="T24" fmla="*/ 44 w 82"/>
                <a:gd name="T25" fmla="*/ 83 h 83"/>
                <a:gd name="T26" fmla="*/ 33 w 82"/>
                <a:gd name="T27" fmla="*/ 81 h 83"/>
                <a:gd name="T28" fmla="*/ 31 w 82"/>
                <a:gd name="T29" fmla="*/ 68 h 83"/>
                <a:gd name="T30" fmla="*/ 27 w 82"/>
                <a:gd name="T31" fmla="*/ 64 h 83"/>
                <a:gd name="T32" fmla="*/ 13 w 82"/>
                <a:gd name="T33" fmla="*/ 72 h 83"/>
                <a:gd name="T34" fmla="*/ 1 w 82"/>
                <a:gd name="T35" fmla="*/ 56 h 83"/>
                <a:gd name="T36" fmla="*/ 14 w 82"/>
                <a:gd name="T37" fmla="*/ 46 h 83"/>
                <a:gd name="T38" fmla="*/ 14 w 82"/>
                <a:gd name="T39" fmla="*/ 40 h 83"/>
                <a:gd name="T40" fmla="*/ 2 w 82"/>
                <a:gd name="T41" fmla="*/ 34 h 83"/>
                <a:gd name="T42" fmla="*/ 4 w 82"/>
                <a:gd name="T43" fmla="*/ 23 h 83"/>
                <a:gd name="T44" fmla="*/ 11 w 82"/>
                <a:gd name="T45" fmla="*/ 14 h 83"/>
                <a:gd name="T46" fmla="*/ 24 w 82"/>
                <a:gd name="T47" fmla="*/ 20 h 83"/>
                <a:gd name="T48" fmla="*/ 30 w 82"/>
                <a:gd name="T49" fmla="*/ 18 h 83"/>
                <a:gd name="T50" fmla="*/ 30 w 82"/>
                <a:gd name="T51" fmla="*/ 3 h 83"/>
                <a:gd name="T52" fmla="*/ 31 w 82"/>
                <a:gd name="T53" fmla="*/ 18 h 83"/>
                <a:gd name="T54" fmla="*/ 21 w 82"/>
                <a:gd name="T55" fmla="*/ 23 h 83"/>
                <a:gd name="T56" fmla="*/ 10 w 82"/>
                <a:gd name="T57" fmla="*/ 16 h 83"/>
                <a:gd name="T58" fmla="*/ 4 w 82"/>
                <a:gd name="T59" fmla="*/ 33 h 83"/>
                <a:gd name="T60" fmla="*/ 18 w 82"/>
                <a:gd name="T61" fmla="*/ 38 h 83"/>
                <a:gd name="T62" fmla="*/ 16 w 82"/>
                <a:gd name="T63" fmla="*/ 50 h 83"/>
                <a:gd name="T64" fmla="*/ 10 w 82"/>
                <a:gd name="T65" fmla="*/ 62 h 83"/>
                <a:gd name="T66" fmla="*/ 25 w 82"/>
                <a:gd name="T67" fmla="*/ 60 h 83"/>
                <a:gd name="T68" fmla="*/ 33 w 82"/>
                <a:gd name="T69" fmla="*/ 65 h 83"/>
                <a:gd name="T70" fmla="*/ 36 w 82"/>
                <a:gd name="T71" fmla="*/ 81 h 83"/>
                <a:gd name="T72" fmla="*/ 53 w 82"/>
                <a:gd name="T73" fmla="*/ 78 h 83"/>
                <a:gd name="T74" fmla="*/ 51 w 82"/>
                <a:gd name="T75" fmla="*/ 64 h 83"/>
                <a:gd name="T76" fmla="*/ 61 w 82"/>
                <a:gd name="T77" fmla="*/ 60 h 83"/>
                <a:gd name="T78" fmla="*/ 77 w 82"/>
                <a:gd name="T79" fmla="*/ 59 h 83"/>
                <a:gd name="T80" fmla="*/ 67 w 82"/>
                <a:gd name="T81" fmla="*/ 45 h 83"/>
                <a:gd name="T82" fmla="*/ 67 w 82"/>
                <a:gd name="T83" fmla="*/ 39 h 83"/>
                <a:gd name="T84" fmla="*/ 79 w 82"/>
                <a:gd name="T85" fmla="*/ 26 h 83"/>
                <a:gd name="T86" fmla="*/ 67 w 82"/>
                <a:gd name="T87" fmla="*/ 13 h 83"/>
                <a:gd name="T88" fmla="*/ 58 w 82"/>
                <a:gd name="T89" fmla="*/ 22 h 83"/>
                <a:gd name="T90" fmla="*/ 48 w 82"/>
                <a:gd name="T91" fmla="*/ 16 h 83"/>
                <a:gd name="T92" fmla="*/ 47 w 82"/>
                <a:gd name="T93" fmla="*/ 1 h 83"/>
                <a:gd name="T94" fmla="*/ 30 w 82"/>
                <a:gd name="T95" fmla="*/ 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83">
                  <a:moveTo>
                    <a:pt x="29" y="3"/>
                  </a:moveTo>
                  <a:cubicBezTo>
                    <a:pt x="39" y="1"/>
                    <a:pt x="39" y="1"/>
                    <a:pt x="39" y="1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50" y="0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9" y="10"/>
                    <a:pt x="70" y="10"/>
                  </a:cubicBezTo>
                  <a:cubicBezTo>
                    <a:pt x="76" y="18"/>
                    <a:pt x="76" y="18"/>
                    <a:pt x="76" y="18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2" y="27"/>
                    <a:pt x="82" y="28"/>
                    <a:pt x="81" y="29"/>
                  </a:cubicBezTo>
                  <a:cubicBezTo>
                    <a:pt x="81" y="29"/>
                    <a:pt x="81" y="29"/>
                    <a:pt x="81" y="29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8" y="43"/>
                    <a:pt x="68" y="43"/>
                    <a:pt x="68" y="43"/>
                  </a:cubicBezTo>
                  <a:cubicBezTo>
                    <a:pt x="72" y="45"/>
                    <a:pt x="77" y="47"/>
                    <a:pt x="81" y="49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2" y="49"/>
                    <a:pt x="82" y="50"/>
                    <a:pt x="82" y="50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73" y="68"/>
                    <a:pt x="73" y="68"/>
                    <a:pt x="72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69" y="66"/>
                    <a:pt x="65" y="64"/>
                    <a:pt x="61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59" y="64"/>
                    <a:pt x="55" y="64"/>
                    <a:pt x="52" y="66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53" y="70"/>
                    <a:pt x="54" y="74"/>
                    <a:pt x="55" y="79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80"/>
                    <a:pt x="55" y="80"/>
                    <a:pt x="54" y="81"/>
                  </a:cubicBezTo>
                  <a:cubicBezTo>
                    <a:pt x="54" y="81"/>
                    <a:pt x="54" y="81"/>
                    <a:pt x="54" y="81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34" y="83"/>
                    <a:pt x="34" y="83"/>
                    <a:pt x="34" y="83"/>
                  </a:cubicBezTo>
                  <a:cubicBezTo>
                    <a:pt x="34" y="83"/>
                    <a:pt x="33" y="82"/>
                    <a:pt x="33" y="82"/>
                  </a:cubicBezTo>
                  <a:cubicBezTo>
                    <a:pt x="33" y="81"/>
                    <a:pt x="33" y="81"/>
                    <a:pt x="33" y="81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3" y="69"/>
                    <a:pt x="31" y="69"/>
                    <a:pt x="31" y="68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5" y="63"/>
                    <a:pt x="25" y="63"/>
                    <a:pt x="25" y="63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3" y="66"/>
                    <a:pt x="19" y="69"/>
                    <a:pt x="16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5" y="73"/>
                    <a:pt x="14" y="73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1" y="55"/>
                    <a:pt x="1" y="54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4"/>
                    <a:pt x="0" y="33"/>
                    <a:pt x="1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3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0"/>
                    <a:pt x="23" y="20"/>
                    <a:pt x="24" y="20"/>
                  </a:cubicBezTo>
                  <a:cubicBezTo>
                    <a:pt x="24" y="20"/>
                    <a:pt x="25" y="19"/>
                    <a:pt x="26" y="19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lose/>
                  <a:moveTo>
                    <a:pt x="30" y="3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8"/>
                    <a:pt x="31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0" y="19"/>
                    <a:pt x="28" y="20"/>
                    <a:pt x="27" y="21"/>
                  </a:cubicBezTo>
                  <a:cubicBezTo>
                    <a:pt x="26" y="21"/>
                    <a:pt x="25" y="22"/>
                    <a:pt x="24" y="22"/>
                  </a:cubicBezTo>
                  <a:cubicBezTo>
                    <a:pt x="24" y="22"/>
                    <a:pt x="22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8" y="32"/>
                    <a:pt x="12" y="34"/>
                    <a:pt x="16" y="36"/>
                  </a:cubicBezTo>
                  <a:cubicBezTo>
                    <a:pt x="17" y="36"/>
                    <a:pt x="18" y="37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7" y="49"/>
                    <a:pt x="17" y="50"/>
                    <a:pt x="16" y="50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7" y="66"/>
                    <a:pt x="21" y="63"/>
                    <a:pt x="25" y="60"/>
                  </a:cubicBezTo>
                  <a:cubicBezTo>
                    <a:pt x="26" y="60"/>
                    <a:pt x="27" y="60"/>
                    <a:pt x="27" y="60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4" y="66"/>
                    <a:pt x="34" y="65"/>
                    <a:pt x="34" y="66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53" y="80"/>
                    <a:pt x="53" y="80"/>
                    <a:pt x="53" y="80"/>
                  </a:cubicBezTo>
                  <a:cubicBezTo>
                    <a:pt x="51" y="75"/>
                    <a:pt x="51" y="70"/>
                    <a:pt x="51" y="65"/>
                  </a:cubicBezTo>
                  <a:cubicBezTo>
                    <a:pt x="51" y="64"/>
                    <a:pt x="51" y="64"/>
                    <a:pt x="51" y="64"/>
                  </a:cubicBezTo>
                  <a:cubicBezTo>
                    <a:pt x="54" y="63"/>
                    <a:pt x="58" y="62"/>
                    <a:pt x="60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5" y="62"/>
                    <a:pt x="69" y="65"/>
                    <a:pt x="73" y="67"/>
                  </a:cubicBezTo>
                  <a:cubicBezTo>
                    <a:pt x="72" y="67"/>
                    <a:pt x="72" y="67"/>
                    <a:pt x="72" y="67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76" y="49"/>
                    <a:pt x="71" y="47"/>
                    <a:pt x="67" y="45"/>
                  </a:cubicBezTo>
                  <a:cubicBezTo>
                    <a:pt x="66" y="45"/>
                    <a:pt x="66" y="44"/>
                    <a:pt x="66" y="44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7" y="33"/>
                    <a:pt x="67" y="33"/>
                    <a:pt x="68" y="32"/>
                  </a:cubicBezTo>
                  <a:cubicBezTo>
                    <a:pt x="79" y="26"/>
                    <a:pt x="79" y="26"/>
                    <a:pt x="79" y="26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66" y="16"/>
                    <a:pt x="62" y="19"/>
                    <a:pt x="58" y="21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7" y="22"/>
                    <a:pt x="57" y="22"/>
                    <a:pt x="56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7" y="15"/>
                    <a:pt x="47" y="15"/>
                    <a:pt x="47" y="14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39" y="2"/>
                    <a:pt x="39" y="2"/>
                    <a:pt x="39" y="2"/>
                  </a:cubicBezTo>
                  <a:lnTo>
                    <a:pt x="30" y="3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5" name="Freeform 746">
              <a:extLst>
                <a:ext uri="{FF2B5EF4-FFF2-40B4-BE49-F238E27FC236}">
                  <a16:creationId xmlns:a16="http://schemas.microsoft.com/office/drawing/2014/main" id="{67DB9257-43E5-0FC7-4AE0-85EC607C494B}"/>
                </a:ext>
              </a:extLst>
            </p:cNvPr>
            <p:cNvSpPr/>
            <p:nvPr/>
          </p:nvSpPr>
          <p:spPr bwMode="auto">
            <a:xfrm>
              <a:off x="1295402" y="4162426"/>
              <a:ext cx="255587" cy="90487"/>
            </a:xfrm>
            <a:custGeom>
              <a:avLst/>
              <a:gdLst>
                <a:gd name="T0" fmla="*/ 0 w 68"/>
                <a:gd name="T1" fmla="*/ 14 h 24"/>
                <a:gd name="T2" fmla="*/ 12 w 68"/>
                <a:gd name="T3" fmla="*/ 20 h 24"/>
                <a:gd name="T4" fmla="*/ 24 w 68"/>
                <a:gd name="T5" fmla="*/ 17 h 24"/>
                <a:gd name="T6" fmla="*/ 21 w 68"/>
                <a:gd name="T7" fmla="*/ 3 h 24"/>
                <a:gd name="T8" fmla="*/ 37 w 68"/>
                <a:gd name="T9" fmla="*/ 1 h 24"/>
                <a:gd name="T10" fmla="*/ 35 w 68"/>
                <a:gd name="T11" fmla="*/ 15 h 24"/>
                <a:gd name="T12" fmla="*/ 45 w 68"/>
                <a:gd name="T13" fmla="*/ 22 h 24"/>
                <a:gd name="T14" fmla="*/ 60 w 68"/>
                <a:gd name="T15" fmla="*/ 11 h 24"/>
                <a:gd name="T16" fmla="*/ 68 w 68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24">
                  <a:moveTo>
                    <a:pt x="0" y="14"/>
                  </a:moveTo>
                  <a:cubicBezTo>
                    <a:pt x="1" y="16"/>
                    <a:pt x="8" y="19"/>
                    <a:pt x="12" y="20"/>
                  </a:cubicBezTo>
                  <a:cubicBezTo>
                    <a:pt x="17" y="22"/>
                    <a:pt x="18" y="19"/>
                    <a:pt x="24" y="17"/>
                  </a:cubicBezTo>
                  <a:cubicBezTo>
                    <a:pt x="23" y="14"/>
                    <a:pt x="20" y="5"/>
                    <a:pt x="21" y="3"/>
                  </a:cubicBezTo>
                  <a:cubicBezTo>
                    <a:pt x="24" y="0"/>
                    <a:pt x="33" y="1"/>
                    <a:pt x="37" y="1"/>
                  </a:cubicBezTo>
                  <a:cubicBezTo>
                    <a:pt x="37" y="6"/>
                    <a:pt x="36" y="11"/>
                    <a:pt x="35" y="15"/>
                  </a:cubicBezTo>
                  <a:cubicBezTo>
                    <a:pt x="38" y="17"/>
                    <a:pt x="42" y="20"/>
                    <a:pt x="45" y="22"/>
                  </a:cubicBezTo>
                  <a:cubicBezTo>
                    <a:pt x="50" y="18"/>
                    <a:pt x="54" y="13"/>
                    <a:pt x="60" y="11"/>
                  </a:cubicBezTo>
                  <a:cubicBezTo>
                    <a:pt x="63" y="15"/>
                    <a:pt x="65" y="20"/>
                    <a:pt x="68" y="2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6" name="Freeform 747">
              <a:extLst>
                <a:ext uri="{FF2B5EF4-FFF2-40B4-BE49-F238E27FC236}">
                  <a16:creationId xmlns:a16="http://schemas.microsoft.com/office/drawing/2014/main" id="{404393D3-BE07-44C3-B58F-24751284509F}"/>
                </a:ext>
              </a:extLst>
            </p:cNvPr>
            <p:cNvSpPr/>
            <p:nvPr/>
          </p:nvSpPr>
          <p:spPr bwMode="auto">
            <a:xfrm>
              <a:off x="1287464" y="4181476"/>
              <a:ext cx="104775" cy="71437"/>
            </a:xfrm>
            <a:custGeom>
              <a:avLst/>
              <a:gdLst>
                <a:gd name="T0" fmla="*/ 0 w 28"/>
                <a:gd name="T1" fmla="*/ 12 h 19"/>
                <a:gd name="T2" fmla="*/ 10 w 28"/>
                <a:gd name="T3" fmla="*/ 17 h 19"/>
                <a:gd name="T4" fmla="*/ 18 w 28"/>
                <a:gd name="T5" fmla="*/ 17 h 19"/>
                <a:gd name="T6" fmla="*/ 23 w 28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9">
                  <a:moveTo>
                    <a:pt x="0" y="12"/>
                  </a:moveTo>
                  <a:cubicBezTo>
                    <a:pt x="4" y="14"/>
                    <a:pt x="7" y="15"/>
                    <a:pt x="10" y="17"/>
                  </a:cubicBezTo>
                  <a:cubicBezTo>
                    <a:pt x="16" y="19"/>
                    <a:pt x="13" y="19"/>
                    <a:pt x="18" y="17"/>
                  </a:cubicBezTo>
                  <a:cubicBezTo>
                    <a:pt x="28" y="12"/>
                    <a:pt x="23" y="8"/>
                    <a:pt x="23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7" name="Freeform 748">
              <a:extLst>
                <a:ext uri="{FF2B5EF4-FFF2-40B4-BE49-F238E27FC236}">
                  <a16:creationId xmlns:a16="http://schemas.microsoft.com/office/drawing/2014/main" id="{9895EB4B-6F19-F694-AE16-DC35760D1419}"/>
                </a:ext>
              </a:extLst>
            </p:cNvPr>
            <p:cNvSpPr/>
            <p:nvPr/>
          </p:nvSpPr>
          <p:spPr bwMode="auto">
            <a:xfrm>
              <a:off x="1381127" y="4165601"/>
              <a:ext cx="4762" cy="53975"/>
            </a:xfrm>
            <a:custGeom>
              <a:avLst/>
              <a:gdLst>
                <a:gd name="T0" fmla="*/ 0 w 1"/>
                <a:gd name="T1" fmla="*/ 0 h 14"/>
                <a:gd name="T2" fmla="*/ 1 w 1"/>
                <a:gd name="T3" fmla="*/ 14 h 14"/>
                <a:gd name="T4" fmla="*/ 0 w 1"/>
                <a:gd name="T5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">
                  <a:moveTo>
                    <a:pt x="0" y="0"/>
                  </a:moveTo>
                  <a:cubicBezTo>
                    <a:pt x="0" y="5"/>
                    <a:pt x="0" y="10"/>
                    <a:pt x="1" y="14"/>
                  </a:cubicBezTo>
                  <a:cubicBezTo>
                    <a:pt x="1" y="11"/>
                    <a:pt x="1" y="8"/>
                    <a:pt x="0" y="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8" name="Freeform 749">
              <a:extLst>
                <a:ext uri="{FF2B5EF4-FFF2-40B4-BE49-F238E27FC236}">
                  <a16:creationId xmlns:a16="http://schemas.microsoft.com/office/drawing/2014/main" id="{7A40085B-281C-3A51-4819-FB4E80655D43}"/>
                </a:ext>
              </a:extLst>
            </p:cNvPr>
            <p:cNvSpPr/>
            <p:nvPr/>
          </p:nvSpPr>
          <p:spPr bwMode="auto">
            <a:xfrm>
              <a:off x="1339852" y="4214813"/>
              <a:ext cx="120650" cy="142875"/>
            </a:xfrm>
            <a:custGeom>
              <a:avLst/>
              <a:gdLst>
                <a:gd name="T0" fmla="*/ 17 w 32"/>
                <a:gd name="T1" fmla="*/ 34 h 38"/>
                <a:gd name="T2" fmla="*/ 28 w 32"/>
                <a:gd name="T3" fmla="*/ 21 h 38"/>
                <a:gd name="T4" fmla="*/ 19 w 32"/>
                <a:gd name="T5" fmla="*/ 37 h 38"/>
                <a:gd name="T6" fmla="*/ 17 w 32"/>
                <a:gd name="T7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8">
                  <a:moveTo>
                    <a:pt x="17" y="34"/>
                  </a:moveTo>
                  <a:cubicBezTo>
                    <a:pt x="0" y="38"/>
                    <a:pt x="17" y="0"/>
                    <a:pt x="28" y="21"/>
                  </a:cubicBezTo>
                  <a:cubicBezTo>
                    <a:pt x="32" y="28"/>
                    <a:pt x="27" y="38"/>
                    <a:pt x="19" y="37"/>
                  </a:cubicBezTo>
                  <a:cubicBezTo>
                    <a:pt x="9" y="35"/>
                    <a:pt x="7" y="22"/>
                    <a:pt x="17" y="1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9" name="Freeform 750">
              <a:extLst>
                <a:ext uri="{FF2B5EF4-FFF2-40B4-BE49-F238E27FC236}">
                  <a16:creationId xmlns:a16="http://schemas.microsoft.com/office/drawing/2014/main" id="{CFE3E035-4CB1-3EE9-08D5-8E640648C59E}"/>
                </a:ext>
              </a:extLst>
            </p:cNvPr>
            <p:cNvSpPr/>
            <p:nvPr/>
          </p:nvSpPr>
          <p:spPr bwMode="auto">
            <a:xfrm>
              <a:off x="1476377" y="4294188"/>
              <a:ext cx="77787" cy="117475"/>
            </a:xfrm>
            <a:custGeom>
              <a:avLst/>
              <a:gdLst>
                <a:gd name="T0" fmla="*/ 10 w 21"/>
                <a:gd name="T1" fmla="*/ 0 h 31"/>
                <a:gd name="T2" fmla="*/ 8 w 21"/>
                <a:gd name="T3" fmla="*/ 12 h 31"/>
                <a:gd name="T4" fmla="*/ 20 w 21"/>
                <a:gd name="T5" fmla="*/ 16 h 31"/>
                <a:gd name="T6" fmla="*/ 13 w 21"/>
                <a:gd name="T7" fmla="*/ 31 h 31"/>
                <a:gd name="T8" fmla="*/ 0 w 21"/>
                <a:gd name="T9" fmla="*/ 25 h 31"/>
                <a:gd name="T10" fmla="*/ 14 w 21"/>
                <a:gd name="T11" fmla="*/ 29 h 31"/>
                <a:gd name="T12" fmla="*/ 20 w 21"/>
                <a:gd name="T13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1">
                  <a:moveTo>
                    <a:pt x="10" y="0"/>
                  </a:moveTo>
                  <a:cubicBezTo>
                    <a:pt x="10" y="4"/>
                    <a:pt x="10" y="8"/>
                    <a:pt x="8" y="12"/>
                  </a:cubicBezTo>
                  <a:cubicBezTo>
                    <a:pt x="12" y="13"/>
                    <a:pt x="19" y="12"/>
                    <a:pt x="20" y="16"/>
                  </a:cubicBezTo>
                  <a:cubicBezTo>
                    <a:pt x="21" y="19"/>
                    <a:pt x="15" y="29"/>
                    <a:pt x="13" y="31"/>
                  </a:cubicBezTo>
                  <a:cubicBezTo>
                    <a:pt x="9" y="28"/>
                    <a:pt x="4" y="27"/>
                    <a:pt x="0" y="25"/>
                  </a:cubicBezTo>
                  <a:cubicBezTo>
                    <a:pt x="5" y="25"/>
                    <a:pt x="11" y="26"/>
                    <a:pt x="14" y="29"/>
                  </a:cubicBezTo>
                  <a:cubicBezTo>
                    <a:pt x="14" y="24"/>
                    <a:pt x="18" y="19"/>
                    <a:pt x="20" y="1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0" name="Freeform 751">
              <a:extLst>
                <a:ext uri="{FF2B5EF4-FFF2-40B4-BE49-F238E27FC236}">
                  <a16:creationId xmlns:a16="http://schemas.microsoft.com/office/drawing/2014/main" id="{9D7421D9-A9E5-1651-0DE9-59EE345F8470}"/>
                </a:ext>
              </a:extLst>
            </p:cNvPr>
            <p:cNvSpPr/>
            <p:nvPr/>
          </p:nvSpPr>
          <p:spPr bwMode="auto">
            <a:xfrm>
              <a:off x="1438277" y="4384676"/>
              <a:ext cx="52387" cy="82550"/>
            </a:xfrm>
            <a:custGeom>
              <a:avLst/>
              <a:gdLst>
                <a:gd name="T0" fmla="*/ 13 w 14"/>
                <a:gd name="T1" fmla="*/ 0 h 22"/>
                <a:gd name="T2" fmla="*/ 1 w 14"/>
                <a:gd name="T3" fmla="*/ 6 h 22"/>
                <a:gd name="T4" fmla="*/ 5 w 14"/>
                <a:gd name="T5" fmla="*/ 22 h 22"/>
                <a:gd name="T6" fmla="*/ 3 w 14"/>
                <a:gd name="T7" fmla="*/ 4 h 22"/>
                <a:gd name="T8" fmla="*/ 14 w 14"/>
                <a:gd name="T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2">
                  <a:moveTo>
                    <a:pt x="13" y="0"/>
                  </a:moveTo>
                  <a:cubicBezTo>
                    <a:pt x="10" y="1"/>
                    <a:pt x="2" y="2"/>
                    <a:pt x="1" y="6"/>
                  </a:cubicBezTo>
                  <a:cubicBezTo>
                    <a:pt x="0" y="9"/>
                    <a:pt x="5" y="18"/>
                    <a:pt x="5" y="22"/>
                  </a:cubicBezTo>
                  <a:cubicBezTo>
                    <a:pt x="5" y="15"/>
                    <a:pt x="5" y="9"/>
                    <a:pt x="3" y="4"/>
                  </a:cubicBezTo>
                  <a:cubicBezTo>
                    <a:pt x="6" y="3"/>
                    <a:pt x="10" y="2"/>
                    <a:pt x="14" y="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E62C0BD-A55A-3444-98D9-BDF1C2C5E543}"/>
              </a:ext>
            </a:extLst>
          </p:cNvPr>
          <p:cNvGrpSpPr/>
          <p:nvPr/>
        </p:nvGrpSpPr>
        <p:grpSpPr>
          <a:xfrm>
            <a:off x="9616889" y="5027612"/>
            <a:ext cx="1640099" cy="1114228"/>
            <a:chOff x="1260477" y="4162426"/>
            <a:chExt cx="309562" cy="312737"/>
          </a:xfrm>
        </p:grpSpPr>
        <p:sp>
          <p:nvSpPr>
            <p:cNvPr id="12" name="Freeform 744">
              <a:extLst>
                <a:ext uri="{FF2B5EF4-FFF2-40B4-BE49-F238E27FC236}">
                  <a16:creationId xmlns:a16="http://schemas.microsoft.com/office/drawing/2014/main" id="{767C83BF-9523-01D3-B592-CC1D565969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6839" y="4260851"/>
              <a:ext cx="104775" cy="96837"/>
            </a:xfrm>
            <a:custGeom>
              <a:avLst/>
              <a:gdLst>
                <a:gd name="T0" fmla="*/ 23 w 28"/>
                <a:gd name="T1" fmla="*/ 7 h 26"/>
                <a:gd name="T2" fmla="*/ 25 w 28"/>
                <a:gd name="T3" fmla="*/ 10 h 26"/>
                <a:gd name="T4" fmla="*/ 27 w 28"/>
                <a:gd name="T5" fmla="*/ 14 h 26"/>
                <a:gd name="T6" fmla="*/ 27 w 28"/>
                <a:gd name="T7" fmla="*/ 19 h 26"/>
                <a:gd name="T8" fmla="*/ 23 w 28"/>
                <a:gd name="T9" fmla="*/ 24 h 26"/>
                <a:gd name="T10" fmla="*/ 16 w 28"/>
                <a:gd name="T11" fmla="*/ 26 h 26"/>
                <a:gd name="T12" fmla="*/ 9 w 28"/>
                <a:gd name="T13" fmla="*/ 26 h 26"/>
                <a:gd name="T14" fmla="*/ 3 w 28"/>
                <a:gd name="T15" fmla="*/ 22 h 26"/>
                <a:gd name="T16" fmla="*/ 0 w 28"/>
                <a:gd name="T17" fmla="*/ 15 h 26"/>
                <a:gd name="T18" fmla="*/ 1 w 28"/>
                <a:gd name="T19" fmla="*/ 7 h 26"/>
                <a:gd name="T20" fmla="*/ 7 w 28"/>
                <a:gd name="T21" fmla="*/ 1 h 26"/>
                <a:gd name="T22" fmla="*/ 13 w 28"/>
                <a:gd name="T23" fmla="*/ 0 h 26"/>
                <a:gd name="T24" fmla="*/ 18 w 28"/>
                <a:gd name="T25" fmla="*/ 2 h 26"/>
                <a:gd name="T26" fmla="*/ 21 w 28"/>
                <a:gd name="T27" fmla="*/ 5 h 26"/>
                <a:gd name="T28" fmla="*/ 23 w 28"/>
                <a:gd name="T29" fmla="*/ 7 h 26"/>
                <a:gd name="T30" fmla="*/ 23 w 28"/>
                <a:gd name="T31" fmla="*/ 8 h 26"/>
                <a:gd name="T32" fmla="*/ 21 w 28"/>
                <a:gd name="T33" fmla="*/ 5 h 26"/>
                <a:gd name="T34" fmla="*/ 17 w 28"/>
                <a:gd name="T35" fmla="*/ 4 h 26"/>
                <a:gd name="T36" fmla="*/ 13 w 28"/>
                <a:gd name="T37" fmla="*/ 4 h 26"/>
                <a:gd name="T38" fmla="*/ 8 w 28"/>
                <a:gd name="T39" fmla="*/ 6 h 26"/>
                <a:gd name="T40" fmla="*/ 7 w 28"/>
                <a:gd name="T41" fmla="*/ 7 h 26"/>
                <a:gd name="T42" fmla="*/ 5 w 28"/>
                <a:gd name="T43" fmla="*/ 9 h 26"/>
                <a:gd name="T44" fmla="*/ 4 w 28"/>
                <a:gd name="T45" fmla="*/ 14 h 26"/>
                <a:gd name="T46" fmla="*/ 5 w 28"/>
                <a:gd name="T47" fmla="*/ 20 h 26"/>
                <a:gd name="T48" fmla="*/ 10 w 28"/>
                <a:gd name="T49" fmla="*/ 24 h 26"/>
                <a:gd name="T50" fmla="*/ 16 w 28"/>
                <a:gd name="T51" fmla="*/ 24 h 26"/>
                <a:gd name="T52" fmla="*/ 19 w 28"/>
                <a:gd name="T53" fmla="*/ 23 h 26"/>
                <a:gd name="T54" fmla="*/ 21 w 28"/>
                <a:gd name="T55" fmla="*/ 21 h 26"/>
                <a:gd name="T56" fmla="*/ 24 w 28"/>
                <a:gd name="T57" fmla="*/ 18 h 26"/>
                <a:gd name="T58" fmla="*/ 25 w 28"/>
                <a:gd name="T59" fmla="*/ 14 h 26"/>
                <a:gd name="T60" fmla="*/ 24 w 28"/>
                <a:gd name="T61" fmla="*/ 10 h 26"/>
                <a:gd name="T62" fmla="*/ 23 w 28"/>
                <a:gd name="T63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26">
                  <a:moveTo>
                    <a:pt x="23" y="7"/>
                  </a:moveTo>
                  <a:cubicBezTo>
                    <a:pt x="23" y="7"/>
                    <a:pt x="24" y="8"/>
                    <a:pt x="25" y="10"/>
                  </a:cubicBezTo>
                  <a:cubicBezTo>
                    <a:pt x="25" y="11"/>
                    <a:pt x="26" y="12"/>
                    <a:pt x="27" y="14"/>
                  </a:cubicBezTo>
                  <a:cubicBezTo>
                    <a:pt x="27" y="15"/>
                    <a:pt x="28" y="17"/>
                    <a:pt x="27" y="19"/>
                  </a:cubicBezTo>
                  <a:cubicBezTo>
                    <a:pt x="27" y="21"/>
                    <a:pt x="25" y="23"/>
                    <a:pt x="23" y="24"/>
                  </a:cubicBezTo>
                  <a:cubicBezTo>
                    <a:pt x="21" y="26"/>
                    <a:pt x="19" y="26"/>
                    <a:pt x="16" y="26"/>
                  </a:cubicBezTo>
                  <a:cubicBezTo>
                    <a:pt x="14" y="26"/>
                    <a:pt x="12" y="26"/>
                    <a:pt x="9" y="26"/>
                  </a:cubicBezTo>
                  <a:cubicBezTo>
                    <a:pt x="7" y="25"/>
                    <a:pt x="4" y="24"/>
                    <a:pt x="3" y="22"/>
                  </a:cubicBezTo>
                  <a:cubicBezTo>
                    <a:pt x="1" y="20"/>
                    <a:pt x="0" y="17"/>
                    <a:pt x="0" y="15"/>
                  </a:cubicBezTo>
                  <a:cubicBezTo>
                    <a:pt x="0" y="12"/>
                    <a:pt x="0" y="9"/>
                    <a:pt x="1" y="7"/>
                  </a:cubicBezTo>
                  <a:cubicBezTo>
                    <a:pt x="3" y="4"/>
                    <a:pt x="4" y="3"/>
                    <a:pt x="7" y="1"/>
                  </a:cubicBezTo>
                  <a:cubicBezTo>
                    <a:pt x="9" y="1"/>
                    <a:pt x="10" y="0"/>
                    <a:pt x="13" y="0"/>
                  </a:cubicBezTo>
                  <a:cubicBezTo>
                    <a:pt x="15" y="0"/>
                    <a:pt x="17" y="1"/>
                    <a:pt x="18" y="2"/>
                  </a:cubicBezTo>
                  <a:cubicBezTo>
                    <a:pt x="20" y="3"/>
                    <a:pt x="20" y="4"/>
                    <a:pt x="21" y="5"/>
                  </a:cubicBezTo>
                  <a:cubicBezTo>
                    <a:pt x="23" y="6"/>
                    <a:pt x="23" y="7"/>
                    <a:pt x="23" y="7"/>
                  </a:cubicBezTo>
                  <a:close/>
                  <a:moveTo>
                    <a:pt x="23" y="8"/>
                  </a:moveTo>
                  <a:cubicBezTo>
                    <a:pt x="23" y="8"/>
                    <a:pt x="22" y="6"/>
                    <a:pt x="21" y="5"/>
                  </a:cubicBezTo>
                  <a:cubicBezTo>
                    <a:pt x="20" y="5"/>
                    <a:pt x="19" y="4"/>
                    <a:pt x="17" y="4"/>
                  </a:cubicBezTo>
                  <a:cubicBezTo>
                    <a:pt x="16" y="4"/>
                    <a:pt x="15" y="4"/>
                    <a:pt x="13" y="4"/>
                  </a:cubicBezTo>
                  <a:cubicBezTo>
                    <a:pt x="12" y="4"/>
                    <a:pt x="10" y="5"/>
                    <a:pt x="8" y="6"/>
                  </a:cubicBezTo>
                  <a:cubicBezTo>
                    <a:pt x="8" y="6"/>
                    <a:pt x="7" y="7"/>
                    <a:pt x="7" y="7"/>
                  </a:cubicBezTo>
                  <a:cubicBezTo>
                    <a:pt x="6" y="8"/>
                    <a:pt x="6" y="8"/>
                    <a:pt x="5" y="9"/>
                  </a:cubicBezTo>
                  <a:cubicBezTo>
                    <a:pt x="4" y="11"/>
                    <a:pt x="4" y="12"/>
                    <a:pt x="4" y="14"/>
                  </a:cubicBezTo>
                  <a:cubicBezTo>
                    <a:pt x="4" y="16"/>
                    <a:pt x="4" y="19"/>
                    <a:pt x="5" y="20"/>
                  </a:cubicBezTo>
                  <a:cubicBezTo>
                    <a:pt x="6" y="23"/>
                    <a:pt x="7" y="24"/>
                    <a:pt x="10" y="24"/>
                  </a:cubicBezTo>
                  <a:cubicBezTo>
                    <a:pt x="12" y="25"/>
                    <a:pt x="14" y="25"/>
                    <a:pt x="16" y="2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2"/>
                    <a:pt x="20" y="22"/>
                    <a:pt x="21" y="21"/>
                  </a:cubicBezTo>
                  <a:cubicBezTo>
                    <a:pt x="22" y="20"/>
                    <a:pt x="23" y="19"/>
                    <a:pt x="24" y="18"/>
                  </a:cubicBezTo>
                  <a:cubicBezTo>
                    <a:pt x="25" y="17"/>
                    <a:pt x="25" y="15"/>
                    <a:pt x="25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4" y="9"/>
                    <a:pt x="23" y="8"/>
                    <a:pt x="23" y="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3" name="Freeform 745">
              <a:extLst>
                <a:ext uri="{FF2B5EF4-FFF2-40B4-BE49-F238E27FC236}">
                  <a16:creationId xmlns:a16="http://schemas.microsoft.com/office/drawing/2014/main" id="{99005A12-437F-F1AA-EC2D-FCF213AB6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0477" y="4162426"/>
              <a:ext cx="309562" cy="312737"/>
            </a:xfrm>
            <a:custGeom>
              <a:avLst/>
              <a:gdLst>
                <a:gd name="T0" fmla="*/ 49 w 82"/>
                <a:gd name="T1" fmla="*/ 0 h 83"/>
                <a:gd name="T2" fmla="*/ 50 w 82"/>
                <a:gd name="T3" fmla="*/ 1 h 83"/>
                <a:gd name="T4" fmla="*/ 58 w 82"/>
                <a:gd name="T5" fmla="*/ 18 h 83"/>
                <a:gd name="T6" fmla="*/ 67 w 82"/>
                <a:gd name="T7" fmla="*/ 11 h 83"/>
                <a:gd name="T8" fmla="*/ 76 w 82"/>
                <a:gd name="T9" fmla="*/ 18 h 83"/>
                <a:gd name="T10" fmla="*/ 81 w 82"/>
                <a:gd name="T11" fmla="*/ 29 h 83"/>
                <a:gd name="T12" fmla="*/ 70 w 82"/>
                <a:gd name="T13" fmla="*/ 39 h 83"/>
                <a:gd name="T14" fmla="*/ 81 w 82"/>
                <a:gd name="T15" fmla="*/ 49 h 83"/>
                <a:gd name="T16" fmla="*/ 78 w 82"/>
                <a:gd name="T17" fmla="*/ 59 h 83"/>
                <a:gd name="T18" fmla="*/ 72 w 82"/>
                <a:gd name="T19" fmla="*/ 68 h 83"/>
                <a:gd name="T20" fmla="*/ 52 w 82"/>
                <a:gd name="T21" fmla="*/ 66 h 83"/>
                <a:gd name="T22" fmla="*/ 55 w 82"/>
                <a:gd name="T23" fmla="*/ 79 h 83"/>
                <a:gd name="T24" fmla="*/ 44 w 82"/>
                <a:gd name="T25" fmla="*/ 83 h 83"/>
                <a:gd name="T26" fmla="*/ 33 w 82"/>
                <a:gd name="T27" fmla="*/ 81 h 83"/>
                <a:gd name="T28" fmla="*/ 31 w 82"/>
                <a:gd name="T29" fmla="*/ 68 h 83"/>
                <a:gd name="T30" fmla="*/ 27 w 82"/>
                <a:gd name="T31" fmla="*/ 64 h 83"/>
                <a:gd name="T32" fmla="*/ 13 w 82"/>
                <a:gd name="T33" fmla="*/ 72 h 83"/>
                <a:gd name="T34" fmla="*/ 1 w 82"/>
                <a:gd name="T35" fmla="*/ 56 h 83"/>
                <a:gd name="T36" fmla="*/ 14 w 82"/>
                <a:gd name="T37" fmla="*/ 46 h 83"/>
                <a:gd name="T38" fmla="*/ 14 w 82"/>
                <a:gd name="T39" fmla="*/ 40 h 83"/>
                <a:gd name="T40" fmla="*/ 2 w 82"/>
                <a:gd name="T41" fmla="*/ 34 h 83"/>
                <a:gd name="T42" fmla="*/ 4 w 82"/>
                <a:gd name="T43" fmla="*/ 23 h 83"/>
                <a:gd name="T44" fmla="*/ 11 w 82"/>
                <a:gd name="T45" fmla="*/ 14 h 83"/>
                <a:gd name="T46" fmla="*/ 24 w 82"/>
                <a:gd name="T47" fmla="*/ 20 h 83"/>
                <a:gd name="T48" fmla="*/ 30 w 82"/>
                <a:gd name="T49" fmla="*/ 18 h 83"/>
                <a:gd name="T50" fmla="*/ 30 w 82"/>
                <a:gd name="T51" fmla="*/ 3 h 83"/>
                <a:gd name="T52" fmla="*/ 31 w 82"/>
                <a:gd name="T53" fmla="*/ 18 h 83"/>
                <a:gd name="T54" fmla="*/ 21 w 82"/>
                <a:gd name="T55" fmla="*/ 23 h 83"/>
                <a:gd name="T56" fmla="*/ 10 w 82"/>
                <a:gd name="T57" fmla="*/ 16 h 83"/>
                <a:gd name="T58" fmla="*/ 4 w 82"/>
                <a:gd name="T59" fmla="*/ 33 h 83"/>
                <a:gd name="T60" fmla="*/ 18 w 82"/>
                <a:gd name="T61" fmla="*/ 38 h 83"/>
                <a:gd name="T62" fmla="*/ 16 w 82"/>
                <a:gd name="T63" fmla="*/ 50 h 83"/>
                <a:gd name="T64" fmla="*/ 10 w 82"/>
                <a:gd name="T65" fmla="*/ 62 h 83"/>
                <a:gd name="T66" fmla="*/ 25 w 82"/>
                <a:gd name="T67" fmla="*/ 60 h 83"/>
                <a:gd name="T68" fmla="*/ 33 w 82"/>
                <a:gd name="T69" fmla="*/ 65 h 83"/>
                <a:gd name="T70" fmla="*/ 36 w 82"/>
                <a:gd name="T71" fmla="*/ 81 h 83"/>
                <a:gd name="T72" fmla="*/ 53 w 82"/>
                <a:gd name="T73" fmla="*/ 78 h 83"/>
                <a:gd name="T74" fmla="*/ 51 w 82"/>
                <a:gd name="T75" fmla="*/ 64 h 83"/>
                <a:gd name="T76" fmla="*/ 61 w 82"/>
                <a:gd name="T77" fmla="*/ 60 h 83"/>
                <a:gd name="T78" fmla="*/ 77 w 82"/>
                <a:gd name="T79" fmla="*/ 59 h 83"/>
                <a:gd name="T80" fmla="*/ 67 w 82"/>
                <a:gd name="T81" fmla="*/ 45 h 83"/>
                <a:gd name="T82" fmla="*/ 67 w 82"/>
                <a:gd name="T83" fmla="*/ 39 h 83"/>
                <a:gd name="T84" fmla="*/ 79 w 82"/>
                <a:gd name="T85" fmla="*/ 26 h 83"/>
                <a:gd name="T86" fmla="*/ 67 w 82"/>
                <a:gd name="T87" fmla="*/ 13 h 83"/>
                <a:gd name="T88" fmla="*/ 58 w 82"/>
                <a:gd name="T89" fmla="*/ 22 h 83"/>
                <a:gd name="T90" fmla="*/ 48 w 82"/>
                <a:gd name="T91" fmla="*/ 16 h 83"/>
                <a:gd name="T92" fmla="*/ 47 w 82"/>
                <a:gd name="T93" fmla="*/ 1 h 83"/>
                <a:gd name="T94" fmla="*/ 30 w 82"/>
                <a:gd name="T95" fmla="*/ 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83">
                  <a:moveTo>
                    <a:pt x="29" y="3"/>
                  </a:moveTo>
                  <a:cubicBezTo>
                    <a:pt x="39" y="1"/>
                    <a:pt x="39" y="1"/>
                    <a:pt x="39" y="1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50" y="0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9" y="10"/>
                    <a:pt x="70" y="10"/>
                  </a:cubicBezTo>
                  <a:cubicBezTo>
                    <a:pt x="76" y="18"/>
                    <a:pt x="76" y="18"/>
                    <a:pt x="76" y="18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2" y="27"/>
                    <a:pt x="82" y="28"/>
                    <a:pt x="81" y="29"/>
                  </a:cubicBezTo>
                  <a:cubicBezTo>
                    <a:pt x="81" y="29"/>
                    <a:pt x="81" y="29"/>
                    <a:pt x="81" y="29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8" y="43"/>
                    <a:pt x="68" y="43"/>
                    <a:pt x="68" y="43"/>
                  </a:cubicBezTo>
                  <a:cubicBezTo>
                    <a:pt x="72" y="45"/>
                    <a:pt x="77" y="47"/>
                    <a:pt x="81" y="49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2" y="49"/>
                    <a:pt x="82" y="50"/>
                    <a:pt x="82" y="50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73" y="68"/>
                    <a:pt x="73" y="68"/>
                    <a:pt x="72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69" y="66"/>
                    <a:pt x="65" y="64"/>
                    <a:pt x="61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59" y="64"/>
                    <a:pt x="55" y="64"/>
                    <a:pt x="52" y="66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53" y="70"/>
                    <a:pt x="54" y="74"/>
                    <a:pt x="55" y="79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80"/>
                    <a:pt x="55" y="80"/>
                    <a:pt x="54" y="81"/>
                  </a:cubicBezTo>
                  <a:cubicBezTo>
                    <a:pt x="54" y="81"/>
                    <a:pt x="54" y="81"/>
                    <a:pt x="54" y="81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34" y="83"/>
                    <a:pt x="34" y="83"/>
                    <a:pt x="34" y="83"/>
                  </a:cubicBezTo>
                  <a:cubicBezTo>
                    <a:pt x="34" y="83"/>
                    <a:pt x="33" y="82"/>
                    <a:pt x="33" y="82"/>
                  </a:cubicBezTo>
                  <a:cubicBezTo>
                    <a:pt x="33" y="81"/>
                    <a:pt x="33" y="81"/>
                    <a:pt x="33" y="81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3" y="69"/>
                    <a:pt x="31" y="69"/>
                    <a:pt x="31" y="68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5" y="63"/>
                    <a:pt x="25" y="63"/>
                    <a:pt x="25" y="63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3" y="66"/>
                    <a:pt x="19" y="69"/>
                    <a:pt x="16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5" y="73"/>
                    <a:pt x="14" y="73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1" y="55"/>
                    <a:pt x="1" y="54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4"/>
                    <a:pt x="0" y="33"/>
                    <a:pt x="1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3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0"/>
                    <a:pt x="23" y="20"/>
                    <a:pt x="24" y="20"/>
                  </a:cubicBezTo>
                  <a:cubicBezTo>
                    <a:pt x="24" y="20"/>
                    <a:pt x="25" y="19"/>
                    <a:pt x="26" y="19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lose/>
                  <a:moveTo>
                    <a:pt x="30" y="3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8"/>
                    <a:pt x="31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0" y="19"/>
                    <a:pt x="28" y="20"/>
                    <a:pt x="27" y="21"/>
                  </a:cubicBezTo>
                  <a:cubicBezTo>
                    <a:pt x="26" y="21"/>
                    <a:pt x="25" y="22"/>
                    <a:pt x="24" y="22"/>
                  </a:cubicBezTo>
                  <a:cubicBezTo>
                    <a:pt x="24" y="22"/>
                    <a:pt x="22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8" y="32"/>
                    <a:pt x="12" y="34"/>
                    <a:pt x="16" y="36"/>
                  </a:cubicBezTo>
                  <a:cubicBezTo>
                    <a:pt x="17" y="36"/>
                    <a:pt x="18" y="37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7" y="49"/>
                    <a:pt x="17" y="50"/>
                    <a:pt x="16" y="50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7" y="66"/>
                    <a:pt x="21" y="63"/>
                    <a:pt x="25" y="60"/>
                  </a:cubicBezTo>
                  <a:cubicBezTo>
                    <a:pt x="26" y="60"/>
                    <a:pt x="27" y="60"/>
                    <a:pt x="27" y="60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4" y="66"/>
                    <a:pt x="34" y="65"/>
                    <a:pt x="34" y="66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53" y="80"/>
                    <a:pt x="53" y="80"/>
                    <a:pt x="53" y="80"/>
                  </a:cubicBezTo>
                  <a:cubicBezTo>
                    <a:pt x="51" y="75"/>
                    <a:pt x="51" y="70"/>
                    <a:pt x="51" y="65"/>
                  </a:cubicBezTo>
                  <a:cubicBezTo>
                    <a:pt x="51" y="64"/>
                    <a:pt x="51" y="64"/>
                    <a:pt x="51" y="64"/>
                  </a:cubicBezTo>
                  <a:cubicBezTo>
                    <a:pt x="54" y="63"/>
                    <a:pt x="58" y="62"/>
                    <a:pt x="60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5" y="62"/>
                    <a:pt x="69" y="65"/>
                    <a:pt x="73" y="67"/>
                  </a:cubicBezTo>
                  <a:cubicBezTo>
                    <a:pt x="72" y="67"/>
                    <a:pt x="72" y="67"/>
                    <a:pt x="72" y="67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76" y="49"/>
                    <a:pt x="71" y="47"/>
                    <a:pt x="67" y="45"/>
                  </a:cubicBezTo>
                  <a:cubicBezTo>
                    <a:pt x="66" y="45"/>
                    <a:pt x="66" y="44"/>
                    <a:pt x="66" y="44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7" y="33"/>
                    <a:pt x="67" y="33"/>
                    <a:pt x="68" y="32"/>
                  </a:cubicBezTo>
                  <a:cubicBezTo>
                    <a:pt x="79" y="26"/>
                    <a:pt x="79" y="26"/>
                    <a:pt x="79" y="26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66" y="16"/>
                    <a:pt x="62" y="19"/>
                    <a:pt x="58" y="21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7" y="22"/>
                    <a:pt x="57" y="22"/>
                    <a:pt x="56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7" y="15"/>
                    <a:pt x="47" y="15"/>
                    <a:pt x="47" y="14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39" y="2"/>
                    <a:pt x="39" y="2"/>
                    <a:pt x="39" y="2"/>
                  </a:cubicBezTo>
                  <a:lnTo>
                    <a:pt x="30" y="3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4" name="Freeform 746">
              <a:extLst>
                <a:ext uri="{FF2B5EF4-FFF2-40B4-BE49-F238E27FC236}">
                  <a16:creationId xmlns:a16="http://schemas.microsoft.com/office/drawing/2014/main" id="{58B99E3C-BDE2-31BE-9D2F-7267D1AD551A}"/>
                </a:ext>
              </a:extLst>
            </p:cNvPr>
            <p:cNvSpPr/>
            <p:nvPr/>
          </p:nvSpPr>
          <p:spPr bwMode="auto">
            <a:xfrm>
              <a:off x="1295402" y="4162426"/>
              <a:ext cx="255587" cy="90487"/>
            </a:xfrm>
            <a:custGeom>
              <a:avLst/>
              <a:gdLst>
                <a:gd name="T0" fmla="*/ 0 w 68"/>
                <a:gd name="T1" fmla="*/ 14 h 24"/>
                <a:gd name="T2" fmla="*/ 12 w 68"/>
                <a:gd name="T3" fmla="*/ 20 h 24"/>
                <a:gd name="T4" fmla="*/ 24 w 68"/>
                <a:gd name="T5" fmla="*/ 17 h 24"/>
                <a:gd name="T6" fmla="*/ 21 w 68"/>
                <a:gd name="T7" fmla="*/ 3 h 24"/>
                <a:gd name="T8" fmla="*/ 37 w 68"/>
                <a:gd name="T9" fmla="*/ 1 h 24"/>
                <a:gd name="T10" fmla="*/ 35 w 68"/>
                <a:gd name="T11" fmla="*/ 15 h 24"/>
                <a:gd name="T12" fmla="*/ 45 w 68"/>
                <a:gd name="T13" fmla="*/ 22 h 24"/>
                <a:gd name="T14" fmla="*/ 60 w 68"/>
                <a:gd name="T15" fmla="*/ 11 h 24"/>
                <a:gd name="T16" fmla="*/ 68 w 68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24">
                  <a:moveTo>
                    <a:pt x="0" y="14"/>
                  </a:moveTo>
                  <a:cubicBezTo>
                    <a:pt x="1" y="16"/>
                    <a:pt x="8" y="19"/>
                    <a:pt x="12" y="20"/>
                  </a:cubicBezTo>
                  <a:cubicBezTo>
                    <a:pt x="17" y="22"/>
                    <a:pt x="18" y="19"/>
                    <a:pt x="24" y="17"/>
                  </a:cubicBezTo>
                  <a:cubicBezTo>
                    <a:pt x="23" y="14"/>
                    <a:pt x="20" y="5"/>
                    <a:pt x="21" y="3"/>
                  </a:cubicBezTo>
                  <a:cubicBezTo>
                    <a:pt x="24" y="0"/>
                    <a:pt x="33" y="1"/>
                    <a:pt x="37" y="1"/>
                  </a:cubicBezTo>
                  <a:cubicBezTo>
                    <a:pt x="37" y="6"/>
                    <a:pt x="36" y="11"/>
                    <a:pt x="35" y="15"/>
                  </a:cubicBezTo>
                  <a:cubicBezTo>
                    <a:pt x="38" y="17"/>
                    <a:pt x="42" y="20"/>
                    <a:pt x="45" y="22"/>
                  </a:cubicBezTo>
                  <a:cubicBezTo>
                    <a:pt x="50" y="18"/>
                    <a:pt x="54" y="13"/>
                    <a:pt x="60" y="11"/>
                  </a:cubicBezTo>
                  <a:cubicBezTo>
                    <a:pt x="63" y="15"/>
                    <a:pt x="65" y="20"/>
                    <a:pt x="68" y="2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5" name="Freeform 747">
              <a:extLst>
                <a:ext uri="{FF2B5EF4-FFF2-40B4-BE49-F238E27FC236}">
                  <a16:creationId xmlns:a16="http://schemas.microsoft.com/office/drawing/2014/main" id="{81ED5A5C-9DF0-2C04-2816-AE8BADD0DAA9}"/>
                </a:ext>
              </a:extLst>
            </p:cNvPr>
            <p:cNvSpPr/>
            <p:nvPr/>
          </p:nvSpPr>
          <p:spPr bwMode="auto">
            <a:xfrm>
              <a:off x="1287464" y="4181476"/>
              <a:ext cx="104775" cy="71437"/>
            </a:xfrm>
            <a:custGeom>
              <a:avLst/>
              <a:gdLst>
                <a:gd name="T0" fmla="*/ 0 w 28"/>
                <a:gd name="T1" fmla="*/ 12 h 19"/>
                <a:gd name="T2" fmla="*/ 10 w 28"/>
                <a:gd name="T3" fmla="*/ 17 h 19"/>
                <a:gd name="T4" fmla="*/ 18 w 28"/>
                <a:gd name="T5" fmla="*/ 17 h 19"/>
                <a:gd name="T6" fmla="*/ 23 w 28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9">
                  <a:moveTo>
                    <a:pt x="0" y="12"/>
                  </a:moveTo>
                  <a:cubicBezTo>
                    <a:pt x="4" y="14"/>
                    <a:pt x="7" y="15"/>
                    <a:pt x="10" y="17"/>
                  </a:cubicBezTo>
                  <a:cubicBezTo>
                    <a:pt x="16" y="19"/>
                    <a:pt x="13" y="19"/>
                    <a:pt x="18" y="17"/>
                  </a:cubicBezTo>
                  <a:cubicBezTo>
                    <a:pt x="28" y="12"/>
                    <a:pt x="23" y="8"/>
                    <a:pt x="23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6" name="Freeform 748">
              <a:extLst>
                <a:ext uri="{FF2B5EF4-FFF2-40B4-BE49-F238E27FC236}">
                  <a16:creationId xmlns:a16="http://schemas.microsoft.com/office/drawing/2014/main" id="{EADB5AF4-8AF0-3491-A0E0-DA4508991A6B}"/>
                </a:ext>
              </a:extLst>
            </p:cNvPr>
            <p:cNvSpPr/>
            <p:nvPr/>
          </p:nvSpPr>
          <p:spPr bwMode="auto">
            <a:xfrm>
              <a:off x="1381127" y="4165601"/>
              <a:ext cx="4762" cy="53975"/>
            </a:xfrm>
            <a:custGeom>
              <a:avLst/>
              <a:gdLst>
                <a:gd name="T0" fmla="*/ 0 w 1"/>
                <a:gd name="T1" fmla="*/ 0 h 14"/>
                <a:gd name="T2" fmla="*/ 1 w 1"/>
                <a:gd name="T3" fmla="*/ 14 h 14"/>
                <a:gd name="T4" fmla="*/ 0 w 1"/>
                <a:gd name="T5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">
                  <a:moveTo>
                    <a:pt x="0" y="0"/>
                  </a:moveTo>
                  <a:cubicBezTo>
                    <a:pt x="0" y="5"/>
                    <a:pt x="0" y="10"/>
                    <a:pt x="1" y="14"/>
                  </a:cubicBezTo>
                  <a:cubicBezTo>
                    <a:pt x="1" y="11"/>
                    <a:pt x="1" y="8"/>
                    <a:pt x="0" y="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7" name="Freeform 749">
              <a:extLst>
                <a:ext uri="{FF2B5EF4-FFF2-40B4-BE49-F238E27FC236}">
                  <a16:creationId xmlns:a16="http://schemas.microsoft.com/office/drawing/2014/main" id="{6A1C128B-0218-A15E-A093-B0D77C4E12B8}"/>
                </a:ext>
              </a:extLst>
            </p:cNvPr>
            <p:cNvSpPr/>
            <p:nvPr/>
          </p:nvSpPr>
          <p:spPr bwMode="auto">
            <a:xfrm>
              <a:off x="1339852" y="4214813"/>
              <a:ext cx="120650" cy="142875"/>
            </a:xfrm>
            <a:custGeom>
              <a:avLst/>
              <a:gdLst>
                <a:gd name="T0" fmla="*/ 17 w 32"/>
                <a:gd name="T1" fmla="*/ 34 h 38"/>
                <a:gd name="T2" fmla="*/ 28 w 32"/>
                <a:gd name="T3" fmla="*/ 21 h 38"/>
                <a:gd name="T4" fmla="*/ 19 w 32"/>
                <a:gd name="T5" fmla="*/ 37 h 38"/>
                <a:gd name="T6" fmla="*/ 17 w 32"/>
                <a:gd name="T7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8">
                  <a:moveTo>
                    <a:pt x="17" y="34"/>
                  </a:moveTo>
                  <a:cubicBezTo>
                    <a:pt x="0" y="38"/>
                    <a:pt x="17" y="0"/>
                    <a:pt x="28" y="21"/>
                  </a:cubicBezTo>
                  <a:cubicBezTo>
                    <a:pt x="32" y="28"/>
                    <a:pt x="27" y="38"/>
                    <a:pt x="19" y="37"/>
                  </a:cubicBezTo>
                  <a:cubicBezTo>
                    <a:pt x="9" y="35"/>
                    <a:pt x="7" y="22"/>
                    <a:pt x="17" y="1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8" name="Freeform 750">
              <a:extLst>
                <a:ext uri="{FF2B5EF4-FFF2-40B4-BE49-F238E27FC236}">
                  <a16:creationId xmlns:a16="http://schemas.microsoft.com/office/drawing/2014/main" id="{970205E4-70E7-60B0-B9EF-486832D8254E}"/>
                </a:ext>
              </a:extLst>
            </p:cNvPr>
            <p:cNvSpPr/>
            <p:nvPr/>
          </p:nvSpPr>
          <p:spPr bwMode="auto">
            <a:xfrm>
              <a:off x="1476377" y="4294188"/>
              <a:ext cx="77787" cy="117475"/>
            </a:xfrm>
            <a:custGeom>
              <a:avLst/>
              <a:gdLst>
                <a:gd name="T0" fmla="*/ 10 w 21"/>
                <a:gd name="T1" fmla="*/ 0 h 31"/>
                <a:gd name="T2" fmla="*/ 8 w 21"/>
                <a:gd name="T3" fmla="*/ 12 h 31"/>
                <a:gd name="T4" fmla="*/ 20 w 21"/>
                <a:gd name="T5" fmla="*/ 16 h 31"/>
                <a:gd name="T6" fmla="*/ 13 w 21"/>
                <a:gd name="T7" fmla="*/ 31 h 31"/>
                <a:gd name="T8" fmla="*/ 0 w 21"/>
                <a:gd name="T9" fmla="*/ 25 h 31"/>
                <a:gd name="T10" fmla="*/ 14 w 21"/>
                <a:gd name="T11" fmla="*/ 29 h 31"/>
                <a:gd name="T12" fmla="*/ 20 w 21"/>
                <a:gd name="T13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1">
                  <a:moveTo>
                    <a:pt x="10" y="0"/>
                  </a:moveTo>
                  <a:cubicBezTo>
                    <a:pt x="10" y="4"/>
                    <a:pt x="10" y="8"/>
                    <a:pt x="8" y="12"/>
                  </a:cubicBezTo>
                  <a:cubicBezTo>
                    <a:pt x="12" y="13"/>
                    <a:pt x="19" y="12"/>
                    <a:pt x="20" y="16"/>
                  </a:cubicBezTo>
                  <a:cubicBezTo>
                    <a:pt x="21" y="19"/>
                    <a:pt x="15" y="29"/>
                    <a:pt x="13" y="31"/>
                  </a:cubicBezTo>
                  <a:cubicBezTo>
                    <a:pt x="9" y="28"/>
                    <a:pt x="4" y="27"/>
                    <a:pt x="0" y="25"/>
                  </a:cubicBezTo>
                  <a:cubicBezTo>
                    <a:pt x="5" y="25"/>
                    <a:pt x="11" y="26"/>
                    <a:pt x="14" y="29"/>
                  </a:cubicBezTo>
                  <a:cubicBezTo>
                    <a:pt x="14" y="24"/>
                    <a:pt x="18" y="19"/>
                    <a:pt x="20" y="1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19" name="Freeform 751">
              <a:extLst>
                <a:ext uri="{FF2B5EF4-FFF2-40B4-BE49-F238E27FC236}">
                  <a16:creationId xmlns:a16="http://schemas.microsoft.com/office/drawing/2014/main" id="{2F844582-71FF-A2AE-BE83-0594949D056E}"/>
                </a:ext>
              </a:extLst>
            </p:cNvPr>
            <p:cNvSpPr/>
            <p:nvPr/>
          </p:nvSpPr>
          <p:spPr bwMode="auto">
            <a:xfrm>
              <a:off x="1438277" y="4384676"/>
              <a:ext cx="52387" cy="82550"/>
            </a:xfrm>
            <a:custGeom>
              <a:avLst/>
              <a:gdLst>
                <a:gd name="T0" fmla="*/ 13 w 14"/>
                <a:gd name="T1" fmla="*/ 0 h 22"/>
                <a:gd name="T2" fmla="*/ 1 w 14"/>
                <a:gd name="T3" fmla="*/ 6 h 22"/>
                <a:gd name="T4" fmla="*/ 5 w 14"/>
                <a:gd name="T5" fmla="*/ 22 h 22"/>
                <a:gd name="T6" fmla="*/ 3 w 14"/>
                <a:gd name="T7" fmla="*/ 4 h 22"/>
                <a:gd name="T8" fmla="*/ 14 w 14"/>
                <a:gd name="T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2">
                  <a:moveTo>
                    <a:pt x="13" y="0"/>
                  </a:moveTo>
                  <a:cubicBezTo>
                    <a:pt x="10" y="1"/>
                    <a:pt x="2" y="2"/>
                    <a:pt x="1" y="6"/>
                  </a:cubicBezTo>
                  <a:cubicBezTo>
                    <a:pt x="0" y="9"/>
                    <a:pt x="5" y="18"/>
                    <a:pt x="5" y="22"/>
                  </a:cubicBezTo>
                  <a:cubicBezTo>
                    <a:pt x="5" y="15"/>
                    <a:pt x="5" y="9"/>
                    <a:pt x="3" y="4"/>
                  </a:cubicBezTo>
                  <a:cubicBezTo>
                    <a:pt x="6" y="3"/>
                    <a:pt x="10" y="2"/>
                    <a:pt x="14" y="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A4AAC97-D8AE-9CEC-898A-C0BB77CB76F1}"/>
              </a:ext>
            </a:extLst>
          </p:cNvPr>
          <p:cNvGrpSpPr/>
          <p:nvPr/>
        </p:nvGrpSpPr>
        <p:grpSpPr>
          <a:xfrm rot="19981607">
            <a:off x="9482380" y="5950501"/>
            <a:ext cx="930345" cy="632045"/>
            <a:chOff x="1260477" y="4162426"/>
            <a:chExt cx="309562" cy="312737"/>
          </a:xfrm>
        </p:grpSpPr>
        <p:sp>
          <p:nvSpPr>
            <p:cNvPr id="21" name="Freeform 744">
              <a:extLst>
                <a:ext uri="{FF2B5EF4-FFF2-40B4-BE49-F238E27FC236}">
                  <a16:creationId xmlns:a16="http://schemas.microsoft.com/office/drawing/2014/main" id="{CDAE7846-C363-4CBD-A224-EDF877882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6839" y="4260851"/>
              <a:ext cx="104775" cy="96837"/>
            </a:xfrm>
            <a:custGeom>
              <a:avLst/>
              <a:gdLst>
                <a:gd name="T0" fmla="*/ 23 w 28"/>
                <a:gd name="T1" fmla="*/ 7 h 26"/>
                <a:gd name="T2" fmla="*/ 25 w 28"/>
                <a:gd name="T3" fmla="*/ 10 h 26"/>
                <a:gd name="T4" fmla="*/ 27 w 28"/>
                <a:gd name="T5" fmla="*/ 14 h 26"/>
                <a:gd name="T6" fmla="*/ 27 w 28"/>
                <a:gd name="T7" fmla="*/ 19 h 26"/>
                <a:gd name="T8" fmla="*/ 23 w 28"/>
                <a:gd name="T9" fmla="*/ 24 h 26"/>
                <a:gd name="T10" fmla="*/ 16 w 28"/>
                <a:gd name="T11" fmla="*/ 26 h 26"/>
                <a:gd name="T12" fmla="*/ 9 w 28"/>
                <a:gd name="T13" fmla="*/ 26 h 26"/>
                <a:gd name="T14" fmla="*/ 3 w 28"/>
                <a:gd name="T15" fmla="*/ 22 h 26"/>
                <a:gd name="T16" fmla="*/ 0 w 28"/>
                <a:gd name="T17" fmla="*/ 15 h 26"/>
                <a:gd name="T18" fmla="*/ 1 w 28"/>
                <a:gd name="T19" fmla="*/ 7 h 26"/>
                <a:gd name="T20" fmla="*/ 7 w 28"/>
                <a:gd name="T21" fmla="*/ 1 h 26"/>
                <a:gd name="T22" fmla="*/ 13 w 28"/>
                <a:gd name="T23" fmla="*/ 0 h 26"/>
                <a:gd name="T24" fmla="*/ 18 w 28"/>
                <a:gd name="T25" fmla="*/ 2 h 26"/>
                <a:gd name="T26" fmla="*/ 21 w 28"/>
                <a:gd name="T27" fmla="*/ 5 h 26"/>
                <a:gd name="T28" fmla="*/ 23 w 28"/>
                <a:gd name="T29" fmla="*/ 7 h 26"/>
                <a:gd name="T30" fmla="*/ 23 w 28"/>
                <a:gd name="T31" fmla="*/ 8 h 26"/>
                <a:gd name="T32" fmla="*/ 21 w 28"/>
                <a:gd name="T33" fmla="*/ 5 h 26"/>
                <a:gd name="T34" fmla="*/ 17 w 28"/>
                <a:gd name="T35" fmla="*/ 4 h 26"/>
                <a:gd name="T36" fmla="*/ 13 w 28"/>
                <a:gd name="T37" fmla="*/ 4 h 26"/>
                <a:gd name="T38" fmla="*/ 8 w 28"/>
                <a:gd name="T39" fmla="*/ 6 h 26"/>
                <a:gd name="T40" fmla="*/ 7 w 28"/>
                <a:gd name="T41" fmla="*/ 7 h 26"/>
                <a:gd name="T42" fmla="*/ 5 w 28"/>
                <a:gd name="T43" fmla="*/ 9 h 26"/>
                <a:gd name="T44" fmla="*/ 4 w 28"/>
                <a:gd name="T45" fmla="*/ 14 h 26"/>
                <a:gd name="T46" fmla="*/ 5 w 28"/>
                <a:gd name="T47" fmla="*/ 20 h 26"/>
                <a:gd name="T48" fmla="*/ 10 w 28"/>
                <a:gd name="T49" fmla="*/ 24 h 26"/>
                <a:gd name="T50" fmla="*/ 16 w 28"/>
                <a:gd name="T51" fmla="*/ 24 h 26"/>
                <a:gd name="T52" fmla="*/ 19 w 28"/>
                <a:gd name="T53" fmla="*/ 23 h 26"/>
                <a:gd name="T54" fmla="*/ 21 w 28"/>
                <a:gd name="T55" fmla="*/ 21 h 26"/>
                <a:gd name="T56" fmla="*/ 24 w 28"/>
                <a:gd name="T57" fmla="*/ 18 h 26"/>
                <a:gd name="T58" fmla="*/ 25 w 28"/>
                <a:gd name="T59" fmla="*/ 14 h 26"/>
                <a:gd name="T60" fmla="*/ 24 w 28"/>
                <a:gd name="T61" fmla="*/ 10 h 26"/>
                <a:gd name="T62" fmla="*/ 23 w 28"/>
                <a:gd name="T63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26">
                  <a:moveTo>
                    <a:pt x="23" y="7"/>
                  </a:moveTo>
                  <a:cubicBezTo>
                    <a:pt x="23" y="7"/>
                    <a:pt x="24" y="8"/>
                    <a:pt x="25" y="10"/>
                  </a:cubicBezTo>
                  <a:cubicBezTo>
                    <a:pt x="25" y="11"/>
                    <a:pt x="26" y="12"/>
                    <a:pt x="27" y="14"/>
                  </a:cubicBezTo>
                  <a:cubicBezTo>
                    <a:pt x="27" y="15"/>
                    <a:pt x="28" y="17"/>
                    <a:pt x="27" y="19"/>
                  </a:cubicBezTo>
                  <a:cubicBezTo>
                    <a:pt x="27" y="21"/>
                    <a:pt x="25" y="23"/>
                    <a:pt x="23" y="24"/>
                  </a:cubicBezTo>
                  <a:cubicBezTo>
                    <a:pt x="21" y="26"/>
                    <a:pt x="19" y="26"/>
                    <a:pt x="16" y="26"/>
                  </a:cubicBezTo>
                  <a:cubicBezTo>
                    <a:pt x="14" y="26"/>
                    <a:pt x="12" y="26"/>
                    <a:pt x="9" y="26"/>
                  </a:cubicBezTo>
                  <a:cubicBezTo>
                    <a:pt x="7" y="25"/>
                    <a:pt x="4" y="24"/>
                    <a:pt x="3" y="22"/>
                  </a:cubicBezTo>
                  <a:cubicBezTo>
                    <a:pt x="1" y="20"/>
                    <a:pt x="0" y="17"/>
                    <a:pt x="0" y="15"/>
                  </a:cubicBezTo>
                  <a:cubicBezTo>
                    <a:pt x="0" y="12"/>
                    <a:pt x="0" y="9"/>
                    <a:pt x="1" y="7"/>
                  </a:cubicBezTo>
                  <a:cubicBezTo>
                    <a:pt x="3" y="4"/>
                    <a:pt x="4" y="3"/>
                    <a:pt x="7" y="1"/>
                  </a:cubicBezTo>
                  <a:cubicBezTo>
                    <a:pt x="9" y="1"/>
                    <a:pt x="10" y="0"/>
                    <a:pt x="13" y="0"/>
                  </a:cubicBezTo>
                  <a:cubicBezTo>
                    <a:pt x="15" y="0"/>
                    <a:pt x="17" y="1"/>
                    <a:pt x="18" y="2"/>
                  </a:cubicBezTo>
                  <a:cubicBezTo>
                    <a:pt x="20" y="3"/>
                    <a:pt x="20" y="4"/>
                    <a:pt x="21" y="5"/>
                  </a:cubicBezTo>
                  <a:cubicBezTo>
                    <a:pt x="23" y="6"/>
                    <a:pt x="23" y="7"/>
                    <a:pt x="23" y="7"/>
                  </a:cubicBezTo>
                  <a:close/>
                  <a:moveTo>
                    <a:pt x="23" y="8"/>
                  </a:moveTo>
                  <a:cubicBezTo>
                    <a:pt x="23" y="8"/>
                    <a:pt x="22" y="6"/>
                    <a:pt x="21" y="5"/>
                  </a:cubicBezTo>
                  <a:cubicBezTo>
                    <a:pt x="20" y="5"/>
                    <a:pt x="19" y="4"/>
                    <a:pt x="17" y="4"/>
                  </a:cubicBezTo>
                  <a:cubicBezTo>
                    <a:pt x="16" y="4"/>
                    <a:pt x="15" y="4"/>
                    <a:pt x="13" y="4"/>
                  </a:cubicBezTo>
                  <a:cubicBezTo>
                    <a:pt x="12" y="4"/>
                    <a:pt x="10" y="5"/>
                    <a:pt x="8" y="6"/>
                  </a:cubicBezTo>
                  <a:cubicBezTo>
                    <a:pt x="8" y="6"/>
                    <a:pt x="7" y="7"/>
                    <a:pt x="7" y="7"/>
                  </a:cubicBezTo>
                  <a:cubicBezTo>
                    <a:pt x="6" y="8"/>
                    <a:pt x="6" y="8"/>
                    <a:pt x="5" y="9"/>
                  </a:cubicBezTo>
                  <a:cubicBezTo>
                    <a:pt x="4" y="11"/>
                    <a:pt x="4" y="12"/>
                    <a:pt x="4" y="14"/>
                  </a:cubicBezTo>
                  <a:cubicBezTo>
                    <a:pt x="4" y="16"/>
                    <a:pt x="4" y="19"/>
                    <a:pt x="5" y="20"/>
                  </a:cubicBezTo>
                  <a:cubicBezTo>
                    <a:pt x="6" y="23"/>
                    <a:pt x="7" y="24"/>
                    <a:pt x="10" y="24"/>
                  </a:cubicBezTo>
                  <a:cubicBezTo>
                    <a:pt x="12" y="25"/>
                    <a:pt x="14" y="25"/>
                    <a:pt x="16" y="2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2"/>
                    <a:pt x="20" y="22"/>
                    <a:pt x="21" y="21"/>
                  </a:cubicBezTo>
                  <a:cubicBezTo>
                    <a:pt x="22" y="20"/>
                    <a:pt x="23" y="19"/>
                    <a:pt x="24" y="18"/>
                  </a:cubicBezTo>
                  <a:cubicBezTo>
                    <a:pt x="25" y="17"/>
                    <a:pt x="25" y="15"/>
                    <a:pt x="25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4" y="9"/>
                    <a:pt x="23" y="8"/>
                    <a:pt x="23" y="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2" name="Freeform 745">
              <a:extLst>
                <a:ext uri="{FF2B5EF4-FFF2-40B4-BE49-F238E27FC236}">
                  <a16:creationId xmlns:a16="http://schemas.microsoft.com/office/drawing/2014/main" id="{C6B43D7F-1B83-6780-77B5-B29456CFB0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0477" y="4162426"/>
              <a:ext cx="309562" cy="312737"/>
            </a:xfrm>
            <a:custGeom>
              <a:avLst/>
              <a:gdLst>
                <a:gd name="T0" fmla="*/ 49 w 82"/>
                <a:gd name="T1" fmla="*/ 0 h 83"/>
                <a:gd name="T2" fmla="*/ 50 w 82"/>
                <a:gd name="T3" fmla="*/ 1 h 83"/>
                <a:gd name="T4" fmla="*/ 58 w 82"/>
                <a:gd name="T5" fmla="*/ 18 h 83"/>
                <a:gd name="T6" fmla="*/ 67 w 82"/>
                <a:gd name="T7" fmla="*/ 11 h 83"/>
                <a:gd name="T8" fmla="*/ 76 w 82"/>
                <a:gd name="T9" fmla="*/ 18 h 83"/>
                <a:gd name="T10" fmla="*/ 81 w 82"/>
                <a:gd name="T11" fmla="*/ 29 h 83"/>
                <a:gd name="T12" fmla="*/ 70 w 82"/>
                <a:gd name="T13" fmla="*/ 39 h 83"/>
                <a:gd name="T14" fmla="*/ 81 w 82"/>
                <a:gd name="T15" fmla="*/ 49 h 83"/>
                <a:gd name="T16" fmla="*/ 78 w 82"/>
                <a:gd name="T17" fmla="*/ 59 h 83"/>
                <a:gd name="T18" fmla="*/ 72 w 82"/>
                <a:gd name="T19" fmla="*/ 68 h 83"/>
                <a:gd name="T20" fmla="*/ 52 w 82"/>
                <a:gd name="T21" fmla="*/ 66 h 83"/>
                <a:gd name="T22" fmla="*/ 55 w 82"/>
                <a:gd name="T23" fmla="*/ 79 h 83"/>
                <a:gd name="T24" fmla="*/ 44 w 82"/>
                <a:gd name="T25" fmla="*/ 83 h 83"/>
                <a:gd name="T26" fmla="*/ 33 w 82"/>
                <a:gd name="T27" fmla="*/ 81 h 83"/>
                <a:gd name="T28" fmla="*/ 31 w 82"/>
                <a:gd name="T29" fmla="*/ 68 h 83"/>
                <a:gd name="T30" fmla="*/ 27 w 82"/>
                <a:gd name="T31" fmla="*/ 64 h 83"/>
                <a:gd name="T32" fmla="*/ 13 w 82"/>
                <a:gd name="T33" fmla="*/ 72 h 83"/>
                <a:gd name="T34" fmla="*/ 1 w 82"/>
                <a:gd name="T35" fmla="*/ 56 h 83"/>
                <a:gd name="T36" fmla="*/ 14 w 82"/>
                <a:gd name="T37" fmla="*/ 46 h 83"/>
                <a:gd name="T38" fmla="*/ 14 w 82"/>
                <a:gd name="T39" fmla="*/ 40 h 83"/>
                <a:gd name="T40" fmla="*/ 2 w 82"/>
                <a:gd name="T41" fmla="*/ 34 h 83"/>
                <a:gd name="T42" fmla="*/ 4 w 82"/>
                <a:gd name="T43" fmla="*/ 23 h 83"/>
                <a:gd name="T44" fmla="*/ 11 w 82"/>
                <a:gd name="T45" fmla="*/ 14 h 83"/>
                <a:gd name="T46" fmla="*/ 24 w 82"/>
                <a:gd name="T47" fmla="*/ 20 h 83"/>
                <a:gd name="T48" fmla="*/ 30 w 82"/>
                <a:gd name="T49" fmla="*/ 18 h 83"/>
                <a:gd name="T50" fmla="*/ 30 w 82"/>
                <a:gd name="T51" fmla="*/ 3 h 83"/>
                <a:gd name="T52" fmla="*/ 31 w 82"/>
                <a:gd name="T53" fmla="*/ 18 h 83"/>
                <a:gd name="T54" fmla="*/ 21 w 82"/>
                <a:gd name="T55" fmla="*/ 23 h 83"/>
                <a:gd name="T56" fmla="*/ 10 w 82"/>
                <a:gd name="T57" fmla="*/ 16 h 83"/>
                <a:gd name="T58" fmla="*/ 4 w 82"/>
                <a:gd name="T59" fmla="*/ 33 h 83"/>
                <a:gd name="T60" fmla="*/ 18 w 82"/>
                <a:gd name="T61" fmla="*/ 38 h 83"/>
                <a:gd name="T62" fmla="*/ 16 w 82"/>
                <a:gd name="T63" fmla="*/ 50 h 83"/>
                <a:gd name="T64" fmla="*/ 10 w 82"/>
                <a:gd name="T65" fmla="*/ 62 h 83"/>
                <a:gd name="T66" fmla="*/ 25 w 82"/>
                <a:gd name="T67" fmla="*/ 60 h 83"/>
                <a:gd name="T68" fmla="*/ 33 w 82"/>
                <a:gd name="T69" fmla="*/ 65 h 83"/>
                <a:gd name="T70" fmla="*/ 36 w 82"/>
                <a:gd name="T71" fmla="*/ 81 h 83"/>
                <a:gd name="T72" fmla="*/ 53 w 82"/>
                <a:gd name="T73" fmla="*/ 78 h 83"/>
                <a:gd name="T74" fmla="*/ 51 w 82"/>
                <a:gd name="T75" fmla="*/ 64 h 83"/>
                <a:gd name="T76" fmla="*/ 61 w 82"/>
                <a:gd name="T77" fmla="*/ 60 h 83"/>
                <a:gd name="T78" fmla="*/ 77 w 82"/>
                <a:gd name="T79" fmla="*/ 59 h 83"/>
                <a:gd name="T80" fmla="*/ 67 w 82"/>
                <a:gd name="T81" fmla="*/ 45 h 83"/>
                <a:gd name="T82" fmla="*/ 67 w 82"/>
                <a:gd name="T83" fmla="*/ 39 h 83"/>
                <a:gd name="T84" fmla="*/ 79 w 82"/>
                <a:gd name="T85" fmla="*/ 26 h 83"/>
                <a:gd name="T86" fmla="*/ 67 w 82"/>
                <a:gd name="T87" fmla="*/ 13 h 83"/>
                <a:gd name="T88" fmla="*/ 58 w 82"/>
                <a:gd name="T89" fmla="*/ 22 h 83"/>
                <a:gd name="T90" fmla="*/ 48 w 82"/>
                <a:gd name="T91" fmla="*/ 16 h 83"/>
                <a:gd name="T92" fmla="*/ 47 w 82"/>
                <a:gd name="T93" fmla="*/ 1 h 83"/>
                <a:gd name="T94" fmla="*/ 30 w 82"/>
                <a:gd name="T95" fmla="*/ 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83">
                  <a:moveTo>
                    <a:pt x="29" y="3"/>
                  </a:moveTo>
                  <a:cubicBezTo>
                    <a:pt x="39" y="1"/>
                    <a:pt x="39" y="1"/>
                    <a:pt x="39" y="1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50" y="0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9" y="10"/>
                    <a:pt x="70" y="10"/>
                  </a:cubicBezTo>
                  <a:cubicBezTo>
                    <a:pt x="76" y="18"/>
                    <a:pt x="76" y="18"/>
                    <a:pt x="76" y="18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2" y="27"/>
                    <a:pt x="82" y="28"/>
                    <a:pt x="81" y="29"/>
                  </a:cubicBezTo>
                  <a:cubicBezTo>
                    <a:pt x="81" y="29"/>
                    <a:pt x="81" y="29"/>
                    <a:pt x="81" y="29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8" y="43"/>
                    <a:pt x="68" y="43"/>
                    <a:pt x="68" y="43"/>
                  </a:cubicBezTo>
                  <a:cubicBezTo>
                    <a:pt x="72" y="45"/>
                    <a:pt x="77" y="47"/>
                    <a:pt x="81" y="49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2" y="49"/>
                    <a:pt x="82" y="50"/>
                    <a:pt x="82" y="50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73" y="68"/>
                    <a:pt x="73" y="68"/>
                    <a:pt x="72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69" y="66"/>
                    <a:pt x="65" y="64"/>
                    <a:pt x="61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59" y="64"/>
                    <a:pt x="55" y="64"/>
                    <a:pt x="52" y="66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53" y="70"/>
                    <a:pt x="54" y="74"/>
                    <a:pt x="55" y="79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80"/>
                    <a:pt x="55" y="80"/>
                    <a:pt x="54" y="81"/>
                  </a:cubicBezTo>
                  <a:cubicBezTo>
                    <a:pt x="54" y="81"/>
                    <a:pt x="54" y="81"/>
                    <a:pt x="54" y="81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34" y="83"/>
                    <a:pt x="34" y="83"/>
                    <a:pt x="34" y="83"/>
                  </a:cubicBezTo>
                  <a:cubicBezTo>
                    <a:pt x="34" y="83"/>
                    <a:pt x="33" y="82"/>
                    <a:pt x="33" y="82"/>
                  </a:cubicBezTo>
                  <a:cubicBezTo>
                    <a:pt x="33" y="81"/>
                    <a:pt x="33" y="81"/>
                    <a:pt x="33" y="81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3" y="69"/>
                    <a:pt x="31" y="69"/>
                    <a:pt x="31" y="68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5" y="63"/>
                    <a:pt x="25" y="63"/>
                    <a:pt x="25" y="63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3" y="66"/>
                    <a:pt x="19" y="69"/>
                    <a:pt x="16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5" y="73"/>
                    <a:pt x="14" y="73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1" y="55"/>
                    <a:pt x="1" y="54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4"/>
                    <a:pt x="0" y="33"/>
                    <a:pt x="1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3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0"/>
                    <a:pt x="23" y="20"/>
                    <a:pt x="24" y="20"/>
                  </a:cubicBezTo>
                  <a:cubicBezTo>
                    <a:pt x="24" y="20"/>
                    <a:pt x="25" y="19"/>
                    <a:pt x="26" y="19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lose/>
                  <a:moveTo>
                    <a:pt x="30" y="3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8"/>
                    <a:pt x="31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0" y="19"/>
                    <a:pt x="28" y="20"/>
                    <a:pt x="27" y="21"/>
                  </a:cubicBezTo>
                  <a:cubicBezTo>
                    <a:pt x="26" y="21"/>
                    <a:pt x="25" y="22"/>
                    <a:pt x="24" y="22"/>
                  </a:cubicBezTo>
                  <a:cubicBezTo>
                    <a:pt x="24" y="22"/>
                    <a:pt x="22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8" y="32"/>
                    <a:pt x="12" y="34"/>
                    <a:pt x="16" y="36"/>
                  </a:cubicBezTo>
                  <a:cubicBezTo>
                    <a:pt x="17" y="36"/>
                    <a:pt x="18" y="37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7" y="49"/>
                    <a:pt x="17" y="50"/>
                    <a:pt x="16" y="50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7" y="66"/>
                    <a:pt x="21" y="63"/>
                    <a:pt x="25" y="60"/>
                  </a:cubicBezTo>
                  <a:cubicBezTo>
                    <a:pt x="26" y="60"/>
                    <a:pt x="27" y="60"/>
                    <a:pt x="27" y="60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4" y="66"/>
                    <a:pt x="34" y="65"/>
                    <a:pt x="34" y="66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53" y="80"/>
                    <a:pt x="53" y="80"/>
                    <a:pt x="53" y="80"/>
                  </a:cubicBezTo>
                  <a:cubicBezTo>
                    <a:pt x="51" y="75"/>
                    <a:pt x="51" y="70"/>
                    <a:pt x="51" y="65"/>
                  </a:cubicBezTo>
                  <a:cubicBezTo>
                    <a:pt x="51" y="64"/>
                    <a:pt x="51" y="64"/>
                    <a:pt x="51" y="64"/>
                  </a:cubicBezTo>
                  <a:cubicBezTo>
                    <a:pt x="54" y="63"/>
                    <a:pt x="58" y="62"/>
                    <a:pt x="60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5" y="62"/>
                    <a:pt x="69" y="65"/>
                    <a:pt x="73" y="67"/>
                  </a:cubicBezTo>
                  <a:cubicBezTo>
                    <a:pt x="72" y="67"/>
                    <a:pt x="72" y="67"/>
                    <a:pt x="72" y="67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76" y="49"/>
                    <a:pt x="71" y="47"/>
                    <a:pt x="67" y="45"/>
                  </a:cubicBezTo>
                  <a:cubicBezTo>
                    <a:pt x="66" y="45"/>
                    <a:pt x="66" y="44"/>
                    <a:pt x="66" y="44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7" y="33"/>
                    <a:pt x="67" y="33"/>
                    <a:pt x="68" y="32"/>
                  </a:cubicBezTo>
                  <a:cubicBezTo>
                    <a:pt x="79" y="26"/>
                    <a:pt x="79" y="26"/>
                    <a:pt x="79" y="26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66" y="16"/>
                    <a:pt x="62" y="19"/>
                    <a:pt x="58" y="21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7" y="22"/>
                    <a:pt x="57" y="22"/>
                    <a:pt x="56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7" y="15"/>
                    <a:pt x="47" y="15"/>
                    <a:pt x="47" y="14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39" y="2"/>
                    <a:pt x="39" y="2"/>
                    <a:pt x="39" y="2"/>
                  </a:cubicBezTo>
                  <a:lnTo>
                    <a:pt x="30" y="3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3" name="Freeform 746">
              <a:extLst>
                <a:ext uri="{FF2B5EF4-FFF2-40B4-BE49-F238E27FC236}">
                  <a16:creationId xmlns:a16="http://schemas.microsoft.com/office/drawing/2014/main" id="{F90ABA42-66BF-48DC-A61A-874C750135D3}"/>
                </a:ext>
              </a:extLst>
            </p:cNvPr>
            <p:cNvSpPr/>
            <p:nvPr/>
          </p:nvSpPr>
          <p:spPr bwMode="auto">
            <a:xfrm>
              <a:off x="1295402" y="4162426"/>
              <a:ext cx="255587" cy="90487"/>
            </a:xfrm>
            <a:custGeom>
              <a:avLst/>
              <a:gdLst>
                <a:gd name="T0" fmla="*/ 0 w 68"/>
                <a:gd name="T1" fmla="*/ 14 h 24"/>
                <a:gd name="T2" fmla="*/ 12 w 68"/>
                <a:gd name="T3" fmla="*/ 20 h 24"/>
                <a:gd name="T4" fmla="*/ 24 w 68"/>
                <a:gd name="T5" fmla="*/ 17 h 24"/>
                <a:gd name="T6" fmla="*/ 21 w 68"/>
                <a:gd name="T7" fmla="*/ 3 h 24"/>
                <a:gd name="T8" fmla="*/ 37 w 68"/>
                <a:gd name="T9" fmla="*/ 1 h 24"/>
                <a:gd name="T10" fmla="*/ 35 w 68"/>
                <a:gd name="T11" fmla="*/ 15 h 24"/>
                <a:gd name="T12" fmla="*/ 45 w 68"/>
                <a:gd name="T13" fmla="*/ 22 h 24"/>
                <a:gd name="T14" fmla="*/ 60 w 68"/>
                <a:gd name="T15" fmla="*/ 11 h 24"/>
                <a:gd name="T16" fmla="*/ 68 w 68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24">
                  <a:moveTo>
                    <a:pt x="0" y="14"/>
                  </a:moveTo>
                  <a:cubicBezTo>
                    <a:pt x="1" y="16"/>
                    <a:pt x="8" y="19"/>
                    <a:pt x="12" y="20"/>
                  </a:cubicBezTo>
                  <a:cubicBezTo>
                    <a:pt x="17" y="22"/>
                    <a:pt x="18" y="19"/>
                    <a:pt x="24" y="17"/>
                  </a:cubicBezTo>
                  <a:cubicBezTo>
                    <a:pt x="23" y="14"/>
                    <a:pt x="20" y="5"/>
                    <a:pt x="21" y="3"/>
                  </a:cubicBezTo>
                  <a:cubicBezTo>
                    <a:pt x="24" y="0"/>
                    <a:pt x="33" y="1"/>
                    <a:pt x="37" y="1"/>
                  </a:cubicBezTo>
                  <a:cubicBezTo>
                    <a:pt x="37" y="6"/>
                    <a:pt x="36" y="11"/>
                    <a:pt x="35" y="15"/>
                  </a:cubicBezTo>
                  <a:cubicBezTo>
                    <a:pt x="38" y="17"/>
                    <a:pt x="42" y="20"/>
                    <a:pt x="45" y="22"/>
                  </a:cubicBezTo>
                  <a:cubicBezTo>
                    <a:pt x="50" y="18"/>
                    <a:pt x="54" y="13"/>
                    <a:pt x="60" y="11"/>
                  </a:cubicBezTo>
                  <a:cubicBezTo>
                    <a:pt x="63" y="15"/>
                    <a:pt x="65" y="20"/>
                    <a:pt x="68" y="2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4" name="Freeform 747">
              <a:extLst>
                <a:ext uri="{FF2B5EF4-FFF2-40B4-BE49-F238E27FC236}">
                  <a16:creationId xmlns:a16="http://schemas.microsoft.com/office/drawing/2014/main" id="{437B4F7C-041D-81A9-35E0-23AD0B7C5903}"/>
                </a:ext>
              </a:extLst>
            </p:cNvPr>
            <p:cNvSpPr/>
            <p:nvPr/>
          </p:nvSpPr>
          <p:spPr bwMode="auto">
            <a:xfrm>
              <a:off x="1287464" y="4181476"/>
              <a:ext cx="104775" cy="71437"/>
            </a:xfrm>
            <a:custGeom>
              <a:avLst/>
              <a:gdLst>
                <a:gd name="T0" fmla="*/ 0 w 28"/>
                <a:gd name="T1" fmla="*/ 12 h 19"/>
                <a:gd name="T2" fmla="*/ 10 w 28"/>
                <a:gd name="T3" fmla="*/ 17 h 19"/>
                <a:gd name="T4" fmla="*/ 18 w 28"/>
                <a:gd name="T5" fmla="*/ 17 h 19"/>
                <a:gd name="T6" fmla="*/ 23 w 28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9">
                  <a:moveTo>
                    <a:pt x="0" y="12"/>
                  </a:moveTo>
                  <a:cubicBezTo>
                    <a:pt x="4" y="14"/>
                    <a:pt x="7" y="15"/>
                    <a:pt x="10" y="17"/>
                  </a:cubicBezTo>
                  <a:cubicBezTo>
                    <a:pt x="16" y="19"/>
                    <a:pt x="13" y="19"/>
                    <a:pt x="18" y="17"/>
                  </a:cubicBezTo>
                  <a:cubicBezTo>
                    <a:pt x="28" y="12"/>
                    <a:pt x="23" y="8"/>
                    <a:pt x="23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5" name="Freeform 748">
              <a:extLst>
                <a:ext uri="{FF2B5EF4-FFF2-40B4-BE49-F238E27FC236}">
                  <a16:creationId xmlns:a16="http://schemas.microsoft.com/office/drawing/2014/main" id="{C860AD64-EBDF-5879-E00D-D14D9238CDD0}"/>
                </a:ext>
              </a:extLst>
            </p:cNvPr>
            <p:cNvSpPr/>
            <p:nvPr/>
          </p:nvSpPr>
          <p:spPr bwMode="auto">
            <a:xfrm>
              <a:off x="1381127" y="4165601"/>
              <a:ext cx="4762" cy="53975"/>
            </a:xfrm>
            <a:custGeom>
              <a:avLst/>
              <a:gdLst>
                <a:gd name="T0" fmla="*/ 0 w 1"/>
                <a:gd name="T1" fmla="*/ 0 h 14"/>
                <a:gd name="T2" fmla="*/ 1 w 1"/>
                <a:gd name="T3" fmla="*/ 14 h 14"/>
                <a:gd name="T4" fmla="*/ 0 w 1"/>
                <a:gd name="T5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">
                  <a:moveTo>
                    <a:pt x="0" y="0"/>
                  </a:moveTo>
                  <a:cubicBezTo>
                    <a:pt x="0" y="5"/>
                    <a:pt x="0" y="10"/>
                    <a:pt x="1" y="14"/>
                  </a:cubicBezTo>
                  <a:cubicBezTo>
                    <a:pt x="1" y="11"/>
                    <a:pt x="1" y="8"/>
                    <a:pt x="0" y="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6" name="Freeform 749">
              <a:extLst>
                <a:ext uri="{FF2B5EF4-FFF2-40B4-BE49-F238E27FC236}">
                  <a16:creationId xmlns:a16="http://schemas.microsoft.com/office/drawing/2014/main" id="{6EFC0383-EC10-799E-7F93-2617D481A8EB}"/>
                </a:ext>
              </a:extLst>
            </p:cNvPr>
            <p:cNvSpPr/>
            <p:nvPr/>
          </p:nvSpPr>
          <p:spPr bwMode="auto">
            <a:xfrm>
              <a:off x="1339852" y="4214813"/>
              <a:ext cx="120650" cy="142875"/>
            </a:xfrm>
            <a:custGeom>
              <a:avLst/>
              <a:gdLst>
                <a:gd name="T0" fmla="*/ 17 w 32"/>
                <a:gd name="T1" fmla="*/ 34 h 38"/>
                <a:gd name="T2" fmla="*/ 28 w 32"/>
                <a:gd name="T3" fmla="*/ 21 h 38"/>
                <a:gd name="T4" fmla="*/ 19 w 32"/>
                <a:gd name="T5" fmla="*/ 37 h 38"/>
                <a:gd name="T6" fmla="*/ 17 w 32"/>
                <a:gd name="T7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8">
                  <a:moveTo>
                    <a:pt x="17" y="34"/>
                  </a:moveTo>
                  <a:cubicBezTo>
                    <a:pt x="0" y="38"/>
                    <a:pt x="17" y="0"/>
                    <a:pt x="28" y="21"/>
                  </a:cubicBezTo>
                  <a:cubicBezTo>
                    <a:pt x="32" y="28"/>
                    <a:pt x="27" y="38"/>
                    <a:pt x="19" y="37"/>
                  </a:cubicBezTo>
                  <a:cubicBezTo>
                    <a:pt x="9" y="35"/>
                    <a:pt x="7" y="22"/>
                    <a:pt x="17" y="1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7" name="Freeform 750">
              <a:extLst>
                <a:ext uri="{FF2B5EF4-FFF2-40B4-BE49-F238E27FC236}">
                  <a16:creationId xmlns:a16="http://schemas.microsoft.com/office/drawing/2014/main" id="{F1888DA3-CD37-6521-8BF7-A96E4F92DAAB}"/>
                </a:ext>
              </a:extLst>
            </p:cNvPr>
            <p:cNvSpPr/>
            <p:nvPr/>
          </p:nvSpPr>
          <p:spPr bwMode="auto">
            <a:xfrm>
              <a:off x="1476377" y="4294188"/>
              <a:ext cx="77787" cy="117475"/>
            </a:xfrm>
            <a:custGeom>
              <a:avLst/>
              <a:gdLst>
                <a:gd name="T0" fmla="*/ 10 w 21"/>
                <a:gd name="T1" fmla="*/ 0 h 31"/>
                <a:gd name="T2" fmla="*/ 8 w 21"/>
                <a:gd name="T3" fmla="*/ 12 h 31"/>
                <a:gd name="T4" fmla="*/ 20 w 21"/>
                <a:gd name="T5" fmla="*/ 16 h 31"/>
                <a:gd name="T6" fmla="*/ 13 w 21"/>
                <a:gd name="T7" fmla="*/ 31 h 31"/>
                <a:gd name="T8" fmla="*/ 0 w 21"/>
                <a:gd name="T9" fmla="*/ 25 h 31"/>
                <a:gd name="T10" fmla="*/ 14 w 21"/>
                <a:gd name="T11" fmla="*/ 29 h 31"/>
                <a:gd name="T12" fmla="*/ 20 w 21"/>
                <a:gd name="T13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1">
                  <a:moveTo>
                    <a:pt x="10" y="0"/>
                  </a:moveTo>
                  <a:cubicBezTo>
                    <a:pt x="10" y="4"/>
                    <a:pt x="10" y="8"/>
                    <a:pt x="8" y="12"/>
                  </a:cubicBezTo>
                  <a:cubicBezTo>
                    <a:pt x="12" y="13"/>
                    <a:pt x="19" y="12"/>
                    <a:pt x="20" y="16"/>
                  </a:cubicBezTo>
                  <a:cubicBezTo>
                    <a:pt x="21" y="19"/>
                    <a:pt x="15" y="29"/>
                    <a:pt x="13" y="31"/>
                  </a:cubicBezTo>
                  <a:cubicBezTo>
                    <a:pt x="9" y="28"/>
                    <a:pt x="4" y="27"/>
                    <a:pt x="0" y="25"/>
                  </a:cubicBezTo>
                  <a:cubicBezTo>
                    <a:pt x="5" y="25"/>
                    <a:pt x="11" y="26"/>
                    <a:pt x="14" y="29"/>
                  </a:cubicBezTo>
                  <a:cubicBezTo>
                    <a:pt x="14" y="24"/>
                    <a:pt x="18" y="19"/>
                    <a:pt x="20" y="1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28" name="Freeform 751">
              <a:extLst>
                <a:ext uri="{FF2B5EF4-FFF2-40B4-BE49-F238E27FC236}">
                  <a16:creationId xmlns:a16="http://schemas.microsoft.com/office/drawing/2014/main" id="{88B02984-30C9-F188-3F98-1D838A2A77D7}"/>
                </a:ext>
              </a:extLst>
            </p:cNvPr>
            <p:cNvSpPr/>
            <p:nvPr/>
          </p:nvSpPr>
          <p:spPr bwMode="auto">
            <a:xfrm>
              <a:off x="1438277" y="4384676"/>
              <a:ext cx="52387" cy="82550"/>
            </a:xfrm>
            <a:custGeom>
              <a:avLst/>
              <a:gdLst>
                <a:gd name="T0" fmla="*/ 13 w 14"/>
                <a:gd name="T1" fmla="*/ 0 h 22"/>
                <a:gd name="T2" fmla="*/ 1 w 14"/>
                <a:gd name="T3" fmla="*/ 6 h 22"/>
                <a:gd name="T4" fmla="*/ 5 w 14"/>
                <a:gd name="T5" fmla="*/ 22 h 22"/>
                <a:gd name="T6" fmla="*/ 3 w 14"/>
                <a:gd name="T7" fmla="*/ 4 h 22"/>
                <a:gd name="T8" fmla="*/ 14 w 14"/>
                <a:gd name="T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2">
                  <a:moveTo>
                    <a:pt x="13" y="0"/>
                  </a:moveTo>
                  <a:cubicBezTo>
                    <a:pt x="10" y="1"/>
                    <a:pt x="2" y="2"/>
                    <a:pt x="1" y="6"/>
                  </a:cubicBezTo>
                  <a:cubicBezTo>
                    <a:pt x="0" y="9"/>
                    <a:pt x="5" y="18"/>
                    <a:pt x="5" y="22"/>
                  </a:cubicBezTo>
                  <a:cubicBezTo>
                    <a:pt x="5" y="15"/>
                    <a:pt x="5" y="9"/>
                    <a:pt x="3" y="4"/>
                  </a:cubicBezTo>
                  <a:cubicBezTo>
                    <a:pt x="6" y="3"/>
                    <a:pt x="10" y="2"/>
                    <a:pt x="14" y="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0872A2E-7609-2C66-DEF3-68EA038D3799}"/>
              </a:ext>
            </a:extLst>
          </p:cNvPr>
          <p:cNvGrpSpPr/>
          <p:nvPr/>
        </p:nvGrpSpPr>
        <p:grpSpPr>
          <a:xfrm rot="19981607">
            <a:off x="10971072" y="5204225"/>
            <a:ext cx="930345" cy="632045"/>
            <a:chOff x="1260477" y="4162426"/>
            <a:chExt cx="309562" cy="312737"/>
          </a:xfrm>
        </p:grpSpPr>
        <p:sp>
          <p:nvSpPr>
            <p:cNvPr id="30" name="Freeform 744">
              <a:extLst>
                <a:ext uri="{FF2B5EF4-FFF2-40B4-BE49-F238E27FC236}">
                  <a16:creationId xmlns:a16="http://schemas.microsoft.com/office/drawing/2014/main" id="{8A00E81B-6C7A-2C67-865B-788B4F0666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6839" y="4260851"/>
              <a:ext cx="104775" cy="96837"/>
            </a:xfrm>
            <a:custGeom>
              <a:avLst/>
              <a:gdLst>
                <a:gd name="T0" fmla="*/ 23 w 28"/>
                <a:gd name="T1" fmla="*/ 7 h 26"/>
                <a:gd name="T2" fmla="*/ 25 w 28"/>
                <a:gd name="T3" fmla="*/ 10 h 26"/>
                <a:gd name="T4" fmla="*/ 27 w 28"/>
                <a:gd name="T5" fmla="*/ 14 h 26"/>
                <a:gd name="T6" fmla="*/ 27 w 28"/>
                <a:gd name="T7" fmla="*/ 19 h 26"/>
                <a:gd name="T8" fmla="*/ 23 w 28"/>
                <a:gd name="T9" fmla="*/ 24 h 26"/>
                <a:gd name="T10" fmla="*/ 16 w 28"/>
                <a:gd name="T11" fmla="*/ 26 h 26"/>
                <a:gd name="T12" fmla="*/ 9 w 28"/>
                <a:gd name="T13" fmla="*/ 26 h 26"/>
                <a:gd name="T14" fmla="*/ 3 w 28"/>
                <a:gd name="T15" fmla="*/ 22 h 26"/>
                <a:gd name="T16" fmla="*/ 0 w 28"/>
                <a:gd name="T17" fmla="*/ 15 h 26"/>
                <a:gd name="T18" fmla="*/ 1 w 28"/>
                <a:gd name="T19" fmla="*/ 7 h 26"/>
                <a:gd name="T20" fmla="*/ 7 w 28"/>
                <a:gd name="T21" fmla="*/ 1 h 26"/>
                <a:gd name="T22" fmla="*/ 13 w 28"/>
                <a:gd name="T23" fmla="*/ 0 h 26"/>
                <a:gd name="T24" fmla="*/ 18 w 28"/>
                <a:gd name="T25" fmla="*/ 2 h 26"/>
                <a:gd name="T26" fmla="*/ 21 w 28"/>
                <a:gd name="T27" fmla="*/ 5 h 26"/>
                <a:gd name="T28" fmla="*/ 23 w 28"/>
                <a:gd name="T29" fmla="*/ 7 h 26"/>
                <a:gd name="T30" fmla="*/ 23 w 28"/>
                <a:gd name="T31" fmla="*/ 8 h 26"/>
                <a:gd name="T32" fmla="*/ 21 w 28"/>
                <a:gd name="T33" fmla="*/ 5 h 26"/>
                <a:gd name="T34" fmla="*/ 17 w 28"/>
                <a:gd name="T35" fmla="*/ 4 h 26"/>
                <a:gd name="T36" fmla="*/ 13 w 28"/>
                <a:gd name="T37" fmla="*/ 4 h 26"/>
                <a:gd name="T38" fmla="*/ 8 w 28"/>
                <a:gd name="T39" fmla="*/ 6 h 26"/>
                <a:gd name="T40" fmla="*/ 7 w 28"/>
                <a:gd name="T41" fmla="*/ 7 h 26"/>
                <a:gd name="T42" fmla="*/ 5 w 28"/>
                <a:gd name="T43" fmla="*/ 9 h 26"/>
                <a:gd name="T44" fmla="*/ 4 w 28"/>
                <a:gd name="T45" fmla="*/ 14 h 26"/>
                <a:gd name="T46" fmla="*/ 5 w 28"/>
                <a:gd name="T47" fmla="*/ 20 h 26"/>
                <a:gd name="T48" fmla="*/ 10 w 28"/>
                <a:gd name="T49" fmla="*/ 24 h 26"/>
                <a:gd name="T50" fmla="*/ 16 w 28"/>
                <a:gd name="T51" fmla="*/ 24 h 26"/>
                <a:gd name="T52" fmla="*/ 19 w 28"/>
                <a:gd name="T53" fmla="*/ 23 h 26"/>
                <a:gd name="T54" fmla="*/ 21 w 28"/>
                <a:gd name="T55" fmla="*/ 21 h 26"/>
                <a:gd name="T56" fmla="*/ 24 w 28"/>
                <a:gd name="T57" fmla="*/ 18 h 26"/>
                <a:gd name="T58" fmla="*/ 25 w 28"/>
                <a:gd name="T59" fmla="*/ 14 h 26"/>
                <a:gd name="T60" fmla="*/ 24 w 28"/>
                <a:gd name="T61" fmla="*/ 10 h 26"/>
                <a:gd name="T62" fmla="*/ 23 w 28"/>
                <a:gd name="T63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26">
                  <a:moveTo>
                    <a:pt x="23" y="7"/>
                  </a:moveTo>
                  <a:cubicBezTo>
                    <a:pt x="23" y="7"/>
                    <a:pt x="24" y="8"/>
                    <a:pt x="25" y="10"/>
                  </a:cubicBezTo>
                  <a:cubicBezTo>
                    <a:pt x="25" y="11"/>
                    <a:pt x="26" y="12"/>
                    <a:pt x="27" y="14"/>
                  </a:cubicBezTo>
                  <a:cubicBezTo>
                    <a:pt x="27" y="15"/>
                    <a:pt x="28" y="17"/>
                    <a:pt x="27" y="19"/>
                  </a:cubicBezTo>
                  <a:cubicBezTo>
                    <a:pt x="27" y="21"/>
                    <a:pt x="25" y="23"/>
                    <a:pt x="23" y="24"/>
                  </a:cubicBezTo>
                  <a:cubicBezTo>
                    <a:pt x="21" y="26"/>
                    <a:pt x="19" y="26"/>
                    <a:pt x="16" y="26"/>
                  </a:cubicBezTo>
                  <a:cubicBezTo>
                    <a:pt x="14" y="26"/>
                    <a:pt x="12" y="26"/>
                    <a:pt x="9" y="26"/>
                  </a:cubicBezTo>
                  <a:cubicBezTo>
                    <a:pt x="7" y="25"/>
                    <a:pt x="4" y="24"/>
                    <a:pt x="3" y="22"/>
                  </a:cubicBezTo>
                  <a:cubicBezTo>
                    <a:pt x="1" y="20"/>
                    <a:pt x="0" y="17"/>
                    <a:pt x="0" y="15"/>
                  </a:cubicBezTo>
                  <a:cubicBezTo>
                    <a:pt x="0" y="12"/>
                    <a:pt x="0" y="9"/>
                    <a:pt x="1" y="7"/>
                  </a:cubicBezTo>
                  <a:cubicBezTo>
                    <a:pt x="3" y="4"/>
                    <a:pt x="4" y="3"/>
                    <a:pt x="7" y="1"/>
                  </a:cubicBezTo>
                  <a:cubicBezTo>
                    <a:pt x="9" y="1"/>
                    <a:pt x="10" y="0"/>
                    <a:pt x="13" y="0"/>
                  </a:cubicBezTo>
                  <a:cubicBezTo>
                    <a:pt x="15" y="0"/>
                    <a:pt x="17" y="1"/>
                    <a:pt x="18" y="2"/>
                  </a:cubicBezTo>
                  <a:cubicBezTo>
                    <a:pt x="20" y="3"/>
                    <a:pt x="20" y="4"/>
                    <a:pt x="21" y="5"/>
                  </a:cubicBezTo>
                  <a:cubicBezTo>
                    <a:pt x="23" y="6"/>
                    <a:pt x="23" y="7"/>
                    <a:pt x="23" y="7"/>
                  </a:cubicBezTo>
                  <a:close/>
                  <a:moveTo>
                    <a:pt x="23" y="8"/>
                  </a:moveTo>
                  <a:cubicBezTo>
                    <a:pt x="23" y="8"/>
                    <a:pt x="22" y="6"/>
                    <a:pt x="21" y="5"/>
                  </a:cubicBezTo>
                  <a:cubicBezTo>
                    <a:pt x="20" y="5"/>
                    <a:pt x="19" y="4"/>
                    <a:pt x="17" y="4"/>
                  </a:cubicBezTo>
                  <a:cubicBezTo>
                    <a:pt x="16" y="4"/>
                    <a:pt x="15" y="4"/>
                    <a:pt x="13" y="4"/>
                  </a:cubicBezTo>
                  <a:cubicBezTo>
                    <a:pt x="12" y="4"/>
                    <a:pt x="10" y="5"/>
                    <a:pt x="8" y="6"/>
                  </a:cubicBezTo>
                  <a:cubicBezTo>
                    <a:pt x="8" y="6"/>
                    <a:pt x="7" y="7"/>
                    <a:pt x="7" y="7"/>
                  </a:cubicBezTo>
                  <a:cubicBezTo>
                    <a:pt x="6" y="8"/>
                    <a:pt x="6" y="8"/>
                    <a:pt x="5" y="9"/>
                  </a:cubicBezTo>
                  <a:cubicBezTo>
                    <a:pt x="4" y="11"/>
                    <a:pt x="4" y="12"/>
                    <a:pt x="4" y="14"/>
                  </a:cubicBezTo>
                  <a:cubicBezTo>
                    <a:pt x="4" y="16"/>
                    <a:pt x="4" y="19"/>
                    <a:pt x="5" y="20"/>
                  </a:cubicBezTo>
                  <a:cubicBezTo>
                    <a:pt x="6" y="23"/>
                    <a:pt x="7" y="24"/>
                    <a:pt x="10" y="24"/>
                  </a:cubicBezTo>
                  <a:cubicBezTo>
                    <a:pt x="12" y="25"/>
                    <a:pt x="14" y="25"/>
                    <a:pt x="16" y="2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2"/>
                    <a:pt x="20" y="22"/>
                    <a:pt x="21" y="21"/>
                  </a:cubicBezTo>
                  <a:cubicBezTo>
                    <a:pt x="22" y="20"/>
                    <a:pt x="23" y="19"/>
                    <a:pt x="24" y="18"/>
                  </a:cubicBezTo>
                  <a:cubicBezTo>
                    <a:pt x="25" y="17"/>
                    <a:pt x="25" y="15"/>
                    <a:pt x="25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4" y="9"/>
                    <a:pt x="23" y="8"/>
                    <a:pt x="23" y="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1" name="Freeform 745">
              <a:extLst>
                <a:ext uri="{FF2B5EF4-FFF2-40B4-BE49-F238E27FC236}">
                  <a16:creationId xmlns:a16="http://schemas.microsoft.com/office/drawing/2014/main" id="{4C630D80-B675-0C46-D26B-4C7ED0D5D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0477" y="4162426"/>
              <a:ext cx="309562" cy="312737"/>
            </a:xfrm>
            <a:custGeom>
              <a:avLst/>
              <a:gdLst>
                <a:gd name="T0" fmla="*/ 49 w 82"/>
                <a:gd name="T1" fmla="*/ 0 h 83"/>
                <a:gd name="T2" fmla="*/ 50 w 82"/>
                <a:gd name="T3" fmla="*/ 1 h 83"/>
                <a:gd name="T4" fmla="*/ 58 w 82"/>
                <a:gd name="T5" fmla="*/ 18 h 83"/>
                <a:gd name="T6" fmla="*/ 67 w 82"/>
                <a:gd name="T7" fmla="*/ 11 h 83"/>
                <a:gd name="T8" fmla="*/ 76 w 82"/>
                <a:gd name="T9" fmla="*/ 18 h 83"/>
                <a:gd name="T10" fmla="*/ 81 w 82"/>
                <a:gd name="T11" fmla="*/ 29 h 83"/>
                <a:gd name="T12" fmla="*/ 70 w 82"/>
                <a:gd name="T13" fmla="*/ 39 h 83"/>
                <a:gd name="T14" fmla="*/ 81 w 82"/>
                <a:gd name="T15" fmla="*/ 49 h 83"/>
                <a:gd name="T16" fmla="*/ 78 w 82"/>
                <a:gd name="T17" fmla="*/ 59 h 83"/>
                <a:gd name="T18" fmla="*/ 72 w 82"/>
                <a:gd name="T19" fmla="*/ 68 h 83"/>
                <a:gd name="T20" fmla="*/ 52 w 82"/>
                <a:gd name="T21" fmla="*/ 66 h 83"/>
                <a:gd name="T22" fmla="*/ 55 w 82"/>
                <a:gd name="T23" fmla="*/ 79 h 83"/>
                <a:gd name="T24" fmla="*/ 44 w 82"/>
                <a:gd name="T25" fmla="*/ 83 h 83"/>
                <a:gd name="T26" fmla="*/ 33 w 82"/>
                <a:gd name="T27" fmla="*/ 81 h 83"/>
                <a:gd name="T28" fmla="*/ 31 w 82"/>
                <a:gd name="T29" fmla="*/ 68 h 83"/>
                <a:gd name="T30" fmla="*/ 27 w 82"/>
                <a:gd name="T31" fmla="*/ 64 h 83"/>
                <a:gd name="T32" fmla="*/ 13 w 82"/>
                <a:gd name="T33" fmla="*/ 72 h 83"/>
                <a:gd name="T34" fmla="*/ 1 w 82"/>
                <a:gd name="T35" fmla="*/ 56 h 83"/>
                <a:gd name="T36" fmla="*/ 14 w 82"/>
                <a:gd name="T37" fmla="*/ 46 h 83"/>
                <a:gd name="T38" fmla="*/ 14 w 82"/>
                <a:gd name="T39" fmla="*/ 40 h 83"/>
                <a:gd name="T40" fmla="*/ 2 w 82"/>
                <a:gd name="T41" fmla="*/ 34 h 83"/>
                <a:gd name="T42" fmla="*/ 4 w 82"/>
                <a:gd name="T43" fmla="*/ 23 h 83"/>
                <a:gd name="T44" fmla="*/ 11 w 82"/>
                <a:gd name="T45" fmla="*/ 14 h 83"/>
                <a:gd name="T46" fmla="*/ 24 w 82"/>
                <a:gd name="T47" fmla="*/ 20 h 83"/>
                <a:gd name="T48" fmla="*/ 30 w 82"/>
                <a:gd name="T49" fmla="*/ 18 h 83"/>
                <a:gd name="T50" fmla="*/ 30 w 82"/>
                <a:gd name="T51" fmla="*/ 3 h 83"/>
                <a:gd name="T52" fmla="*/ 31 w 82"/>
                <a:gd name="T53" fmla="*/ 18 h 83"/>
                <a:gd name="T54" fmla="*/ 21 w 82"/>
                <a:gd name="T55" fmla="*/ 23 h 83"/>
                <a:gd name="T56" fmla="*/ 10 w 82"/>
                <a:gd name="T57" fmla="*/ 16 h 83"/>
                <a:gd name="T58" fmla="*/ 4 w 82"/>
                <a:gd name="T59" fmla="*/ 33 h 83"/>
                <a:gd name="T60" fmla="*/ 18 w 82"/>
                <a:gd name="T61" fmla="*/ 38 h 83"/>
                <a:gd name="T62" fmla="*/ 16 w 82"/>
                <a:gd name="T63" fmla="*/ 50 h 83"/>
                <a:gd name="T64" fmla="*/ 10 w 82"/>
                <a:gd name="T65" fmla="*/ 62 h 83"/>
                <a:gd name="T66" fmla="*/ 25 w 82"/>
                <a:gd name="T67" fmla="*/ 60 h 83"/>
                <a:gd name="T68" fmla="*/ 33 w 82"/>
                <a:gd name="T69" fmla="*/ 65 h 83"/>
                <a:gd name="T70" fmla="*/ 36 w 82"/>
                <a:gd name="T71" fmla="*/ 81 h 83"/>
                <a:gd name="T72" fmla="*/ 53 w 82"/>
                <a:gd name="T73" fmla="*/ 78 h 83"/>
                <a:gd name="T74" fmla="*/ 51 w 82"/>
                <a:gd name="T75" fmla="*/ 64 h 83"/>
                <a:gd name="T76" fmla="*/ 61 w 82"/>
                <a:gd name="T77" fmla="*/ 60 h 83"/>
                <a:gd name="T78" fmla="*/ 77 w 82"/>
                <a:gd name="T79" fmla="*/ 59 h 83"/>
                <a:gd name="T80" fmla="*/ 67 w 82"/>
                <a:gd name="T81" fmla="*/ 45 h 83"/>
                <a:gd name="T82" fmla="*/ 67 w 82"/>
                <a:gd name="T83" fmla="*/ 39 h 83"/>
                <a:gd name="T84" fmla="*/ 79 w 82"/>
                <a:gd name="T85" fmla="*/ 26 h 83"/>
                <a:gd name="T86" fmla="*/ 67 w 82"/>
                <a:gd name="T87" fmla="*/ 13 h 83"/>
                <a:gd name="T88" fmla="*/ 58 w 82"/>
                <a:gd name="T89" fmla="*/ 22 h 83"/>
                <a:gd name="T90" fmla="*/ 48 w 82"/>
                <a:gd name="T91" fmla="*/ 16 h 83"/>
                <a:gd name="T92" fmla="*/ 47 w 82"/>
                <a:gd name="T93" fmla="*/ 1 h 83"/>
                <a:gd name="T94" fmla="*/ 30 w 82"/>
                <a:gd name="T95" fmla="*/ 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83">
                  <a:moveTo>
                    <a:pt x="29" y="3"/>
                  </a:moveTo>
                  <a:cubicBezTo>
                    <a:pt x="39" y="1"/>
                    <a:pt x="39" y="1"/>
                    <a:pt x="39" y="1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50" y="0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9" y="10"/>
                    <a:pt x="70" y="10"/>
                  </a:cubicBezTo>
                  <a:cubicBezTo>
                    <a:pt x="76" y="18"/>
                    <a:pt x="76" y="18"/>
                    <a:pt x="76" y="18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2" y="27"/>
                    <a:pt x="82" y="28"/>
                    <a:pt x="81" y="29"/>
                  </a:cubicBezTo>
                  <a:cubicBezTo>
                    <a:pt x="81" y="29"/>
                    <a:pt x="81" y="29"/>
                    <a:pt x="81" y="29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8" y="43"/>
                    <a:pt x="68" y="43"/>
                    <a:pt x="68" y="43"/>
                  </a:cubicBezTo>
                  <a:cubicBezTo>
                    <a:pt x="72" y="45"/>
                    <a:pt x="77" y="47"/>
                    <a:pt x="81" y="49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2" y="49"/>
                    <a:pt x="82" y="50"/>
                    <a:pt x="82" y="50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73" y="68"/>
                    <a:pt x="73" y="68"/>
                    <a:pt x="72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69" y="66"/>
                    <a:pt x="65" y="64"/>
                    <a:pt x="61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59" y="64"/>
                    <a:pt x="55" y="64"/>
                    <a:pt x="52" y="66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53" y="70"/>
                    <a:pt x="54" y="74"/>
                    <a:pt x="55" y="79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80"/>
                    <a:pt x="55" y="80"/>
                    <a:pt x="54" y="81"/>
                  </a:cubicBezTo>
                  <a:cubicBezTo>
                    <a:pt x="54" y="81"/>
                    <a:pt x="54" y="81"/>
                    <a:pt x="54" y="81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34" y="83"/>
                    <a:pt x="34" y="83"/>
                    <a:pt x="34" y="83"/>
                  </a:cubicBezTo>
                  <a:cubicBezTo>
                    <a:pt x="34" y="83"/>
                    <a:pt x="33" y="82"/>
                    <a:pt x="33" y="82"/>
                  </a:cubicBezTo>
                  <a:cubicBezTo>
                    <a:pt x="33" y="81"/>
                    <a:pt x="33" y="81"/>
                    <a:pt x="33" y="81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3" y="69"/>
                    <a:pt x="31" y="69"/>
                    <a:pt x="31" y="68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5" y="63"/>
                    <a:pt x="25" y="63"/>
                    <a:pt x="25" y="63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3" y="66"/>
                    <a:pt x="19" y="69"/>
                    <a:pt x="16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5" y="73"/>
                    <a:pt x="14" y="73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1" y="55"/>
                    <a:pt x="1" y="54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4"/>
                    <a:pt x="0" y="33"/>
                    <a:pt x="1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3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0"/>
                    <a:pt x="23" y="20"/>
                    <a:pt x="24" y="20"/>
                  </a:cubicBezTo>
                  <a:cubicBezTo>
                    <a:pt x="24" y="20"/>
                    <a:pt x="25" y="19"/>
                    <a:pt x="26" y="19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lose/>
                  <a:moveTo>
                    <a:pt x="30" y="3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8"/>
                    <a:pt x="31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0" y="19"/>
                    <a:pt x="28" y="20"/>
                    <a:pt x="27" y="21"/>
                  </a:cubicBezTo>
                  <a:cubicBezTo>
                    <a:pt x="26" y="21"/>
                    <a:pt x="25" y="22"/>
                    <a:pt x="24" y="22"/>
                  </a:cubicBezTo>
                  <a:cubicBezTo>
                    <a:pt x="24" y="22"/>
                    <a:pt x="22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8" y="32"/>
                    <a:pt x="12" y="34"/>
                    <a:pt x="16" y="36"/>
                  </a:cubicBezTo>
                  <a:cubicBezTo>
                    <a:pt x="17" y="36"/>
                    <a:pt x="18" y="37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7" y="49"/>
                    <a:pt x="17" y="50"/>
                    <a:pt x="16" y="50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7" y="66"/>
                    <a:pt x="21" y="63"/>
                    <a:pt x="25" y="60"/>
                  </a:cubicBezTo>
                  <a:cubicBezTo>
                    <a:pt x="26" y="60"/>
                    <a:pt x="27" y="60"/>
                    <a:pt x="27" y="60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4" y="66"/>
                    <a:pt x="34" y="65"/>
                    <a:pt x="34" y="66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53" y="80"/>
                    <a:pt x="53" y="80"/>
                    <a:pt x="53" y="80"/>
                  </a:cubicBezTo>
                  <a:cubicBezTo>
                    <a:pt x="51" y="75"/>
                    <a:pt x="51" y="70"/>
                    <a:pt x="51" y="65"/>
                  </a:cubicBezTo>
                  <a:cubicBezTo>
                    <a:pt x="51" y="64"/>
                    <a:pt x="51" y="64"/>
                    <a:pt x="51" y="64"/>
                  </a:cubicBezTo>
                  <a:cubicBezTo>
                    <a:pt x="54" y="63"/>
                    <a:pt x="58" y="62"/>
                    <a:pt x="60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5" y="62"/>
                    <a:pt x="69" y="65"/>
                    <a:pt x="73" y="67"/>
                  </a:cubicBezTo>
                  <a:cubicBezTo>
                    <a:pt x="72" y="67"/>
                    <a:pt x="72" y="67"/>
                    <a:pt x="72" y="67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76" y="49"/>
                    <a:pt x="71" y="47"/>
                    <a:pt x="67" y="45"/>
                  </a:cubicBezTo>
                  <a:cubicBezTo>
                    <a:pt x="66" y="45"/>
                    <a:pt x="66" y="44"/>
                    <a:pt x="66" y="44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7" y="33"/>
                    <a:pt x="67" y="33"/>
                    <a:pt x="68" y="32"/>
                  </a:cubicBezTo>
                  <a:cubicBezTo>
                    <a:pt x="79" y="26"/>
                    <a:pt x="79" y="26"/>
                    <a:pt x="79" y="26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66" y="16"/>
                    <a:pt x="62" y="19"/>
                    <a:pt x="58" y="21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7" y="22"/>
                    <a:pt x="57" y="22"/>
                    <a:pt x="56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7" y="15"/>
                    <a:pt x="47" y="15"/>
                    <a:pt x="47" y="14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39" y="2"/>
                    <a:pt x="39" y="2"/>
                    <a:pt x="39" y="2"/>
                  </a:cubicBezTo>
                  <a:lnTo>
                    <a:pt x="30" y="3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2" name="Freeform 746">
              <a:extLst>
                <a:ext uri="{FF2B5EF4-FFF2-40B4-BE49-F238E27FC236}">
                  <a16:creationId xmlns:a16="http://schemas.microsoft.com/office/drawing/2014/main" id="{73BB37F5-88A8-BC91-0A56-9E10B27D7493}"/>
                </a:ext>
              </a:extLst>
            </p:cNvPr>
            <p:cNvSpPr/>
            <p:nvPr/>
          </p:nvSpPr>
          <p:spPr bwMode="auto">
            <a:xfrm>
              <a:off x="1295402" y="4162426"/>
              <a:ext cx="255587" cy="90487"/>
            </a:xfrm>
            <a:custGeom>
              <a:avLst/>
              <a:gdLst>
                <a:gd name="T0" fmla="*/ 0 w 68"/>
                <a:gd name="T1" fmla="*/ 14 h 24"/>
                <a:gd name="T2" fmla="*/ 12 w 68"/>
                <a:gd name="T3" fmla="*/ 20 h 24"/>
                <a:gd name="T4" fmla="*/ 24 w 68"/>
                <a:gd name="T5" fmla="*/ 17 h 24"/>
                <a:gd name="T6" fmla="*/ 21 w 68"/>
                <a:gd name="T7" fmla="*/ 3 h 24"/>
                <a:gd name="T8" fmla="*/ 37 w 68"/>
                <a:gd name="T9" fmla="*/ 1 h 24"/>
                <a:gd name="T10" fmla="*/ 35 w 68"/>
                <a:gd name="T11" fmla="*/ 15 h 24"/>
                <a:gd name="T12" fmla="*/ 45 w 68"/>
                <a:gd name="T13" fmla="*/ 22 h 24"/>
                <a:gd name="T14" fmla="*/ 60 w 68"/>
                <a:gd name="T15" fmla="*/ 11 h 24"/>
                <a:gd name="T16" fmla="*/ 68 w 68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24">
                  <a:moveTo>
                    <a:pt x="0" y="14"/>
                  </a:moveTo>
                  <a:cubicBezTo>
                    <a:pt x="1" y="16"/>
                    <a:pt x="8" y="19"/>
                    <a:pt x="12" y="20"/>
                  </a:cubicBezTo>
                  <a:cubicBezTo>
                    <a:pt x="17" y="22"/>
                    <a:pt x="18" y="19"/>
                    <a:pt x="24" y="17"/>
                  </a:cubicBezTo>
                  <a:cubicBezTo>
                    <a:pt x="23" y="14"/>
                    <a:pt x="20" y="5"/>
                    <a:pt x="21" y="3"/>
                  </a:cubicBezTo>
                  <a:cubicBezTo>
                    <a:pt x="24" y="0"/>
                    <a:pt x="33" y="1"/>
                    <a:pt x="37" y="1"/>
                  </a:cubicBezTo>
                  <a:cubicBezTo>
                    <a:pt x="37" y="6"/>
                    <a:pt x="36" y="11"/>
                    <a:pt x="35" y="15"/>
                  </a:cubicBezTo>
                  <a:cubicBezTo>
                    <a:pt x="38" y="17"/>
                    <a:pt x="42" y="20"/>
                    <a:pt x="45" y="22"/>
                  </a:cubicBezTo>
                  <a:cubicBezTo>
                    <a:pt x="50" y="18"/>
                    <a:pt x="54" y="13"/>
                    <a:pt x="60" y="11"/>
                  </a:cubicBezTo>
                  <a:cubicBezTo>
                    <a:pt x="63" y="15"/>
                    <a:pt x="65" y="20"/>
                    <a:pt x="68" y="2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3" name="Freeform 747">
              <a:extLst>
                <a:ext uri="{FF2B5EF4-FFF2-40B4-BE49-F238E27FC236}">
                  <a16:creationId xmlns:a16="http://schemas.microsoft.com/office/drawing/2014/main" id="{B4AC28B8-BA11-76BA-2BF4-4AF9CFAFE289}"/>
                </a:ext>
              </a:extLst>
            </p:cNvPr>
            <p:cNvSpPr/>
            <p:nvPr/>
          </p:nvSpPr>
          <p:spPr bwMode="auto">
            <a:xfrm>
              <a:off x="1287464" y="4181476"/>
              <a:ext cx="104775" cy="71437"/>
            </a:xfrm>
            <a:custGeom>
              <a:avLst/>
              <a:gdLst>
                <a:gd name="T0" fmla="*/ 0 w 28"/>
                <a:gd name="T1" fmla="*/ 12 h 19"/>
                <a:gd name="T2" fmla="*/ 10 w 28"/>
                <a:gd name="T3" fmla="*/ 17 h 19"/>
                <a:gd name="T4" fmla="*/ 18 w 28"/>
                <a:gd name="T5" fmla="*/ 17 h 19"/>
                <a:gd name="T6" fmla="*/ 23 w 28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9">
                  <a:moveTo>
                    <a:pt x="0" y="12"/>
                  </a:moveTo>
                  <a:cubicBezTo>
                    <a:pt x="4" y="14"/>
                    <a:pt x="7" y="15"/>
                    <a:pt x="10" y="17"/>
                  </a:cubicBezTo>
                  <a:cubicBezTo>
                    <a:pt x="16" y="19"/>
                    <a:pt x="13" y="19"/>
                    <a:pt x="18" y="17"/>
                  </a:cubicBezTo>
                  <a:cubicBezTo>
                    <a:pt x="28" y="12"/>
                    <a:pt x="23" y="8"/>
                    <a:pt x="23" y="0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4" name="Freeform 748">
              <a:extLst>
                <a:ext uri="{FF2B5EF4-FFF2-40B4-BE49-F238E27FC236}">
                  <a16:creationId xmlns:a16="http://schemas.microsoft.com/office/drawing/2014/main" id="{5FB13409-9417-AA12-FBB5-27233D2C9E27}"/>
                </a:ext>
              </a:extLst>
            </p:cNvPr>
            <p:cNvSpPr/>
            <p:nvPr/>
          </p:nvSpPr>
          <p:spPr bwMode="auto">
            <a:xfrm>
              <a:off x="1381127" y="4165601"/>
              <a:ext cx="4762" cy="53975"/>
            </a:xfrm>
            <a:custGeom>
              <a:avLst/>
              <a:gdLst>
                <a:gd name="T0" fmla="*/ 0 w 1"/>
                <a:gd name="T1" fmla="*/ 0 h 14"/>
                <a:gd name="T2" fmla="*/ 1 w 1"/>
                <a:gd name="T3" fmla="*/ 14 h 14"/>
                <a:gd name="T4" fmla="*/ 0 w 1"/>
                <a:gd name="T5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">
                  <a:moveTo>
                    <a:pt x="0" y="0"/>
                  </a:moveTo>
                  <a:cubicBezTo>
                    <a:pt x="0" y="5"/>
                    <a:pt x="0" y="10"/>
                    <a:pt x="1" y="14"/>
                  </a:cubicBezTo>
                  <a:cubicBezTo>
                    <a:pt x="1" y="11"/>
                    <a:pt x="1" y="8"/>
                    <a:pt x="0" y="4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5" name="Freeform 749">
              <a:extLst>
                <a:ext uri="{FF2B5EF4-FFF2-40B4-BE49-F238E27FC236}">
                  <a16:creationId xmlns:a16="http://schemas.microsoft.com/office/drawing/2014/main" id="{8AC1256C-48A2-7837-6943-D0CEB4AFC62A}"/>
                </a:ext>
              </a:extLst>
            </p:cNvPr>
            <p:cNvSpPr/>
            <p:nvPr/>
          </p:nvSpPr>
          <p:spPr bwMode="auto">
            <a:xfrm>
              <a:off x="1339852" y="4214813"/>
              <a:ext cx="120650" cy="142875"/>
            </a:xfrm>
            <a:custGeom>
              <a:avLst/>
              <a:gdLst>
                <a:gd name="T0" fmla="*/ 17 w 32"/>
                <a:gd name="T1" fmla="*/ 34 h 38"/>
                <a:gd name="T2" fmla="*/ 28 w 32"/>
                <a:gd name="T3" fmla="*/ 21 h 38"/>
                <a:gd name="T4" fmla="*/ 19 w 32"/>
                <a:gd name="T5" fmla="*/ 37 h 38"/>
                <a:gd name="T6" fmla="*/ 17 w 32"/>
                <a:gd name="T7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8">
                  <a:moveTo>
                    <a:pt x="17" y="34"/>
                  </a:moveTo>
                  <a:cubicBezTo>
                    <a:pt x="0" y="38"/>
                    <a:pt x="17" y="0"/>
                    <a:pt x="28" y="21"/>
                  </a:cubicBezTo>
                  <a:cubicBezTo>
                    <a:pt x="32" y="28"/>
                    <a:pt x="27" y="38"/>
                    <a:pt x="19" y="37"/>
                  </a:cubicBezTo>
                  <a:cubicBezTo>
                    <a:pt x="9" y="35"/>
                    <a:pt x="7" y="22"/>
                    <a:pt x="17" y="19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6" name="Freeform 750">
              <a:extLst>
                <a:ext uri="{FF2B5EF4-FFF2-40B4-BE49-F238E27FC236}">
                  <a16:creationId xmlns:a16="http://schemas.microsoft.com/office/drawing/2014/main" id="{69511A1F-9F2E-438D-635B-A640A25F83D9}"/>
                </a:ext>
              </a:extLst>
            </p:cNvPr>
            <p:cNvSpPr/>
            <p:nvPr/>
          </p:nvSpPr>
          <p:spPr bwMode="auto">
            <a:xfrm>
              <a:off x="1476377" y="4294188"/>
              <a:ext cx="77787" cy="117475"/>
            </a:xfrm>
            <a:custGeom>
              <a:avLst/>
              <a:gdLst>
                <a:gd name="T0" fmla="*/ 10 w 21"/>
                <a:gd name="T1" fmla="*/ 0 h 31"/>
                <a:gd name="T2" fmla="*/ 8 w 21"/>
                <a:gd name="T3" fmla="*/ 12 h 31"/>
                <a:gd name="T4" fmla="*/ 20 w 21"/>
                <a:gd name="T5" fmla="*/ 16 h 31"/>
                <a:gd name="T6" fmla="*/ 13 w 21"/>
                <a:gd name="T7" fmla="*/ 31 h 31"/>
                <a:gd name="T8" fmla="*/ 0 w 21"/>
                <a:gd name="T9" fmla="*/ 25 h 31"/>
                <a:gd name="T10" fmla="*/ 14 w 21"/>
                <a:gd name="T11" fmla="*/ 29 h 31"/>
                <a:gd name="T12" fmla="*/ 20 w 21"/>
                <a:gd name="T13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1">
                  <a:moveTo>
                    <a:pt x="10" y="0"/>
                  </a:moveTo>
                  <a:cubicBezTo>
                    <a:pt x="10" y="4"/>
                    <a:pt x="10" y="8"/>
                    <a:pt x="8" y="12"/>
                  </a:cubicBezTo>
                  <a:cubicBezTo>
                    <a:pt x="12" y="13"/>
                    <a:pt x="19" y="12"/>
                    <a:pt x="20" y="16"/>
                  </a:cubicBezTo>
                  <a:cubicBezTo>
                    <a:pt x="21" y="19"/>
                    <a:pt x="15" y="29"/>
                    <a:pt x="13" y="31"/>
                  </a:cubicBezTo>
                  <a:cubicBezTo>
                    <a:pt x="9" y="28"/>
                    <a:pt x="4" y="27"/>
                    <a:pt x="0" y="25"/>
                  </a:cubicBezTo>
                  <a:cubicBezTo>
                    <a:pt x="5" y="25"/>
                    <a:pt x="11" y="26"/>
                    <a:pt x="14" y="29"/>
                  </a:cubicBezTo>
                  <a:cubicBezTo>
                    <a:pt x="14" y="24"/>
                    <a:pt x="18" y="19"/>
                    <a:pt x="20" y="16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  <p:sp>
          <p:nvSpPr>
            <p:cNvPr id="37" name="Freeform 751">
              <a:extLst>
                <a:ext uri="{FF2B5EF4-FFF2-40B4-BE49-F238E27FC236}">
                  <a16:creationId xmlns:a16="http://schemas.microsoft.com/office/drawing/2014/main" id="{FA7B76E0-A332-721B-F457-C5A5CC56DB2E}"/>
                </a:ext>
              </a:extLst>
            </p:cNvPr>
            <p:cNvSpPr/>
            <p:nvPr/>
          </p:nvSpPr>
          <p:spPr bwMode="auto">
            <a:xfrm>
              <a:off x="1438277" y="4384676"/>
              <a:ext cx="52387" cy="82550"/>
            </a:xfrm>
            <a:custGeom>
              <a:avLst/>
              <a:gdLst>
                <a:gd name="T0" fmla="*/ 13 w 14"/>
                <a:gd name="T1" fmla="*/ 0 h 22"/>
                <a:gd name="T2" fmla="*/ 1 w 14"/>
                <a:gd name="T3" fmla="*/ 6 h 22"/>
                <a:gd name="T4" fmla="*/ 5 w 14"/>
                <a:gd name="T5" fmla="*/ 22 h 22"/>
                <a:gd name="T6" fmla="*/ 3 w 14"/>
                <a:gd name="T7" fmla="*/ 4 h 22"/>
                <a:gd name="T8" fmla="*/ 14 w 14"/>
                <a:gd name="T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2">
                  <a:moveTo>
                    <a:pt x="13" y="0"/>
                  </a:moveTo>
                  <a:cubicBezTo>
                    <a:pt x="10" y="1"/>
                    <a:pt x="2" y="2"/>
                    <a:pt x="1" y="6"/>
                  </a:cubicBezTo>
                  <a:cubicBezTo>
                    <a:pt x="0" y="9"/>
                    <a:pt x="5" y="18"/>
                    <a:pt x="5" y="22"/>
                  </a:cubicBezTo>
                  <a:cubicBezTo>
                    <a:pt x="5" y="15"/>
                    <a:pt x="5" y="9"/>
                    <a:pt x="3" y="4"/>
                  </a:cubicBezTo>
                  <a:cubicBezTo>
                    <a:pt x="6" y="3"/>
                    <a:pt x="10" y="2"/>
                    <a:pt x="14" y="2"/>
                  </a:cubicBezTo>
                </a:path>
              </a:pathLst>
            </a:custGeom>
            <a:noFill/>
            <a:ln w="3175" cap="rnd">
              <a:solidFill>
                <a:srgbClr val="66666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仓耳青禾体-谷力 W05"/>
                <a:ea typeface="仓耳青禾体-谷力 W05"/>
                <a:cs typeface="+mn-ea"/>
                <a:sym typeface="+mn-lt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AE0D7159-5417-FD6C-3D45-0083EA3E8850}"/>
              </a:ext>
            </a:extLst>
          </p:cNvPr>
          <p:cNvSpPr txBox="1"/>
          <p:nvPr/>
        </p:nvSpPr>
        <p:spPr>
          <a:xfrm>
            <a:off x="527900" y="339365"/>
            <a:ext cx="8502977" cy="942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论文提供了两个关键证据来支持“激励错位”的论点。</a:t>
            </a:r>
          </a:p>
          <a:p>
            <a:r>
              <a:rPr lang="zh-CN" altLang="en-US" b="1" dirty="0"/>
              <a:t>证据一：主流基准测试分析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3F834F4A-A48D-70FA-508C-3F47F69FF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340155"/>
              </p:ext>
            </p:extLst>
          </p:nvPr>
        </p:nvGraphicFramePr>
        <p:xfrm>
          <a:off x="527900" y="942400"/>
          <a:ext cx="10515600" cy="3444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954936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61537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118279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16690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基准测试 </a:t>
                      </a:r>
                      <a:r>
                        <a:rPr lang="en-US" altLang="zh-CN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Benchmark)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JetBrains Mono Light" panose="02000009000000000000" pitchFamily="49" charset="0"/>
                        <a:ea typeface="JetBrains Mono Light" panose="02000009000000000000" pitchFamily="49" charset="0"/>
                        <a:cs typeface="JetBrains Mono Light" panose="02000009000000000000" pitchFamily="49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评分方法 </a:t>
                      </a:r>
                      <a:r>
                        <a:rPr lang="en-US" altLang="zh-CN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Scoring method)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JetBrains Mono Light" panose="02000009000000000000" pitchFamily="49" charset="0"/>
                        <a:ea typeface="JetBrains Mono Light" panose="02000009000000000000" pitchFamily="49" charset="0"/>
                        <a:cs typeface="JetBrains Mono Light" panose="02000009000000000000" pitchFamily="49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二元评分 </a:t>
                      </a:r>
                      <a:r>
                        <a:rPr lang="en-US" altLang="zh-CN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Binary grading?)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JetBrains Mono Light" panose="02000009000000000000" pitchFamily="49" charset="0"/>
                        <a:ea typeface="JetBrains Mono Light" panose="02000009000000000000" pitchFamily="49" charset="0"/>
                        <a:cs typeface="JetBrains Mono Light" panose="02000009000000000000" pitchFamily="49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IDK </a:t>
                      </a:r>
                      <a:r>
                        <a:rPr lang="zh-CN" alt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得分 </a:t>
                      </a:r>
                      <a:r>
                        <a:rPr lang="en-US" altLang="zh-CN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IDK credit?)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JetBrains Mono Light" panose="02000009000000000000" pitchFamily="49" charset="0"/>
                        <a:ea typeface="JetBrains Mono Light" panose="02000009000000000000" pitchFamily="49" charset="0"/>
                        <a:cs typeface="JetBrains Mono Light" panose="02000009000000000000" pitchFamily="49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GPQA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多项选择准确率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是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无 </a:t>
                      </a:r>
                      <a:r>
                        <a:rPr lang="en-US" altLang="zh-CN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None)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405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MMLU-Pro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多项选择准确率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是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无 </a:t>
                      </a:r>
                      <a:r>
                        <a:rPr lang="en-US" altLang="zh-CN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None)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031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IFEval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指令遵循验证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是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无 </a:t>
                      </a:r>
                      <a:r>
                        <a:rPr lang="en-US" altLang="zh-CN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None)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785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Omni-MATH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等价性评分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是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无 </a:t>
                      </a:r>
                      <a:r>
                        <a:rPr lang="en-US" altLang="zh-CN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None)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01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SWE-bench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补丁通过单元测试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是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无 </a:t>
                      </a:r>
                      <a:r>
                        <a:rPr lang="en-US" altLang="zh-CN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None)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93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HLE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等价性评分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是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无 </a:t>
                      </a:r>
                      <a:r>
                        <a:rPr lang="en-US" altLang="zh-CN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None)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09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 err="1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WildBench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JetBrains Mono Light" panose="02000009000000000000" pitchFamily="49" charset="0"/>
                        <a:ea typeface="JetBrains Mono Light" panose="02000009000000000000" pitchFamily="49" charset="0"/>
                        <a:cs typeface="JetBrains Mono Light" panose="02000009000000000000" pitchFamily="49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LM </a:t>
                      </a: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评分 </a:t>
                      </a:r>
                      <a:r>
                        <a:rPr lang="en-US" altLang="zh-CN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(1-10)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否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部分 </a:t>
                      </a:r>
                      <a:r>
                        <a:rPr lang="en-US" altLang="zh-CN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JetBrains Mono Light" panose="02000009000000000000" pitchFamily="49" charset="0"/>
                          <a:ea typeface="JetBrains Mono Light" panose="02000009000000000000" pitchFamily="49" charset="0"/>
                          <a:cs typeface="JetBrains Mono Light" panose="02000009000000000000" pitchFamily="49" charset="0"/>
                        </a:rPr>
                        <a:t>Partial)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790023"/>
                  </a:ext>
                </a:extLst>
              </a:tr>
            </a:tbl>
          </a:graphicData>
        </a:graphic>
      </p:graphicFrame>
      <p:sp>
        <p:nvSpPr>
          <p:cNvPr id="40" name="文本框 39">
            <a:extLst>
              <a:ext uri="{FF2B5EF4-FFF2-40B4-BE49-F238E27FC236}">
                <a16:creationId xmlns:a16="http://schemas.microsoft.com/office/drawing/2014/main" id="{F6B5CA65-95A1-4787-6514-8362408E75B8}"/>
              </a:ext>
            </a:extLst>
          </p:cNvPr>
          <p:cNvSpPr txBox="1"/>
          <p:nvPr/>
        </p:nvSpPr>
        <p:spPr>
          <a:xfrm>
            <a:off x="526956" y="4429272"/>
            <a:ext cx="9165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如表所示，绝大多数</a:t>
            </a:r>
            <a:r>
              <a:rPr lang="zh-CN" altLang="en-US" i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定义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的基准测试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GPQA, MMLU, SWE-bench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等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都采用严格的二元评分，对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“IDK” SOTA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回复给予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分。这在客观上创造了对“猜测”的强烈激励。</a:t>
            </a:r>
          </a:p>
        </p:txBody>
      </p:sp>
    </p:spTree>
    <p:extLst>
      <p:ext uri="{BB962C8B-B14F-4D97-AF65-F5344CB8AC3E}">
        <p14:creationId xmlns:p14="http://schemas.microsoft.com/office/powerpoint/2010/main" val="38416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338B-400D-DBCF-A6C6-0BED85C3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3">
            <a:extLst>
              <a:ext uri="{FF2B5EF4-FFF2-40B4-BE49-F238E27FC236}">
                <a16:creationId xmlns:a16="http://schemas.microsoft.com/office/drawing/2014/main" id="{EE499947-8838-E505-6201-5B60C366D6FF}"/>
              </a:ext>
            </a:extLst>
          </p:cNvPr>
          <p:cNvSpPr/>
          <p:nvPr/>
        </p:nvSpPr>
        <p:spPr bwMode="auto">
          <a:xfrm>
            <a:off x="10179403" y="5481404"/>
            <a:ext cx="127939" cy="129314"/>
          </a:xfrm>
          <a:custGeom>
            <a:avLst/>
            <a:gdLst>
              <a:gd name="T0" fmla="*/ 11 w 45"/>
              <a:gd name="T1" fmla="*/ 42 h 45"/>
              <a:gd name="T2" fmla="*/ 8 w 45"/>
              <a:gd name="T3" fmla="*/ 45 h 45"/>
              <a:gd name="T4" fmla="*/ 37 w 45"/>
              <a:gd name="T5" fmla="*/ 45 h 45"/>
              <a:gd name="T6" fmla="*/ 33 w 45"/>
              <a:gd name="T7" fmla="*/ 42 h 45"/>
              <a:gd name="T8" fmla="*/ 45 w 45"/>
              <a:gd name="T9" fmla="*/ 22 h 45"/>
              <a:gd name="T10" fmla="*/ 22 w 45"/>
              <a:gd name="T11" fmla="*/ 0 h 45"/>
              <a:gd name="T12" fmla="*/ 0 w 45"/>
              <a:gd name="T13" fmla="*/ 22 h 45"/>
              <a:gd name="T14" fmla="*/ 11 w 45"/>
              <a:gd name="T15" fmla="*/ 42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5" h="45">
                <a:moveTo>
                  <a:pt x="11" y="42"/>
                </a:moveTo>
                <a:cubicBezTo>
                  <a:pt x="10" y="42"/>
                  <a:pt x="9" y="43"/>
                  <a:pt x="8" y="45"/>
                </a:cubicBezTo>
                <a:cubicBezTo>
                  <a:pt x="37" y="45"/>
                  <a:pt x="37" y="45"/>
                  <a:pt x="37" y="45"/>
                </a:cubicBezTo>
                <a:cubicBezTo>
                  <a:pt x="36" y="43"/>
                  <a:pt x="34" y="42"/>
                  <a:pt x="33" y="42"/>
                </a:cubicBezTo>
                <a:cubicBezTo>
                  <a:pt x="40" y="38"/>
                  <a:pt x="45" y="30"/>
                  <a:pt x="45" y="22"/>
                </a:cubicBezTo>
                <a:cubicBezTo>
                  <a:pt x="45" y="10"/>
                  <a:pt x="35" y="0"/>
                  <a:pt x="22" y="0"/>
                </a:cubicBezTo>
                <a:cubicBezTo>
                  <a:pt x="10" y="0"/>
                  <a:pt x="0" y="10"/>
                  <a:pt x="0" y="22"/>
                </a:cubicBezTo>
                <a:cubicBezTo>
                  <a:pt x="0" y="30"/>
                  <a:pt x="4" y="38"/>
                  <a:pt x="11" y="42"/>
                </a:cubicBez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2185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仓耳青禾体-谷力 W05"/>
              <a:ea typeface="仓耳青禾体-谷力 W05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1C0AB6-6745-0C59-DD7E-3F9EAA5750D4}"/>
              </a:ext>
            </a:extLst>
          </p:cNvPr>
          <p:cNvSpPr txBox="1"/>
          <p:nvPr/>
        </p:nvSpPr>
        <p:spPr>
          <a:xfrm>
            <a:off x="565609" y="621841"/>
            <a:ext cx="59294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/>
              <a:t>证据二：模型校准的恶化</a:t>
            </a:r>
            <a:endParaRPr lang="zh-CN" altLang="en-US" dirty="0"/>
          </a:p>
          <a:p>
            <a:pPr indent="457200" algn="just"/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如果“应试者”假说是正确的，那么我们应该观察到，模型在经过后训练后，会变得比预训练时更加过度自信。下图提供了确凿证据。</a:t>
            </a:r>
          </a:p>
          <a:p>
            <a:pPr indent="457200" algn="just"/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此图比较了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GPT-4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在预训练后和经过强化学习后训练后的校准曲线。   </a:t>
            </a:r>
          </a:p>
          <a:p>
            <a:pPr indent="457200" algn="just"/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左图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(Pre-train): 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表现出极好的校准性。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P</a:t>
            </a:r>
            <a:r>
              <a:rPr lang="en-US" altLang="zh-CN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实际正确率</a:t>
            </a:r>
            <a:r>
              <a:rPr lang="en-US" altLang="zh-CN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与 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P</a:t>
            </a:r>
            <a:r>
              <a:rPr lang="en-US" altLang="zh-CN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模型置信度</a:t>
            </a:r>
            <a:r>
              <a:rPr lang="en-US" altLang="zh-CN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的曲线几乎完美贴合。其期望校准误差极低：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0.007 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   </a:t>
            </a:r>
          </a:p>
          <a:p>
            <a:pPr indent="457200" algn="just"/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右图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(Post-train/PPO): 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表现出糟糕的校准性，且严重过度自信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(overconfident)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。当模型认为自己有 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80% 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置信度时，其实际正确率可能只有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60%</a:t>
            </a:r>
            <a:r>
              <a:rPr lang="zh-CN" altLang="en-US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。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ECE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显著增加了十倍：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0.074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   </a:t>
            </a:r>
          </a:p>
          <a:p>
            <a:pPr indent="457200" algn="just"/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这一证据具有颠覆性。它有力地表明：</a:t>
            </a:r>
          </a:p>
          <a:p>
            <a:pPr indent="457200" algn="just"/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预训练</a:t>
            </a:r>
            <a:r>
              <a:rPr lang="en-US" altLang="zh-CN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最小化交叉熵</a:t>
            </a:r>
            <a:r>
              <a:rPr lang="en-US" altLang="zh-CN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确实如定理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1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的那样，产生了校准良好的模型。当前的“对齐”过程</a:t>
            </a:r>
            <a:r>
              <a:rPr lang="en-US" altLang="zh-CN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RLHF/PPO</a:t>
            </a:r>
            <a:r>
              <a:rPr lang="en-US" altLang="zh-CN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实际上是导致模型过度自信的原因。这种现象的发生，是因为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RLHF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正在根据那些奖励“猜测”的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0-1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基准来优化模型。为了在</a:t>
            </a:r>
            <a:r>
              <a:rPr lang="en-US" altLang="zh-CN" sz="1700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MMLU</a:t>
            </a:r>
            <a:r>
              <a:rPr lang="zh-CN" altLang="en-US" sz="17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上获得高分，模型必须学会在不确定时也表现得自信。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9239909-862B-FDEE-69CA-10F21A2BB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621841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15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066AB-2AF4-076A-C083-92049015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1226BC-19A2-3F49-4057-5817ECDEE7FB}"/>
              </a:ext>
            </a:extLst>
          </p:cNvPr>
          <p:cNvSpPr txBox="1"/>
          <p:nvPr/>
        </p:nvSpPr>
        <p:spPr>
          <a:xfrm>
            <a:off x="509048" y="1028343"/>
            <a:ext cx="103883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缓解措施与未来方向：显式置信度目标</a:t>
            </a:r>
          </a:p>
          <a:p>
            <a:pPr indent="457200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鉴于论文诊断幻觉的持续存在是一个“社会技术性”问题，提出的解决方案必须是社会技术性的。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endParaRPr lang="zh-CN" altLang="en-US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解决方案：修改主流基准</a:t>
            </a:r>
          </a:p>
          <a:p>
            <a:pPr indent="457200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论文认为，仅仅创建新的、小众的“幻觉评估”是无效的，因为它们的影响力远不及那些定义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SOTA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的主流基准。因此，解决方案必须是修改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(Modify)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现有的主流评估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如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MMLU, SWE-bench</a:t>
            </a:r>
            <a:r>
              <a:rPr lang="zh-CN" altLang="en-US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，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GPQA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。</a:t>
            </a:r>
            <a:endParaRPr lang="en-US" altLang="zh-CN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  </a:t>
            </a:r>
          </a:p>
          <a:p>
            <a:r>
              <a:rPr lang="zh-CN" altLang="en-US" b="1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实施方法：显式置信度目标</a:t>
            </a:r>
            <a:endParaRPr lang="en-US" altLang="zh-CN" b="1" dirty="0"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indent="457200"/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论文提议在评估提示中引入显式置信度目标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(explicit confidence targets)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，这借鉴了对人类考试的设计 。   </a:t>
            </a:r>
          </a:p>
          <a:p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示例提示：    </a:t>
            </a:r>
          </a:p>
          <a:p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"Answer only if you are &gt; 90% confident, since mistakes are penalized 9 points 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即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t/(1−t))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，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while correct answers receive 1 point, and an answer of 'I don't know' receives 0 points."</a:t>
            </a:r>
          </a:p>
          <a:p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机制：通过在评估中明确设定置信度阈值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t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例如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t=0.5,t=0.75,t=0.9</a:t>
            </a:r>
            <a:r>
              <a:rPr lang="en-US" altLang="zh-CN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)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，评估者可以测试模型在不同风险偏好下的表现。一个诚实且校准良好的模型应该在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t=0.5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时回答更多问题，而在 </a:t>
            </a:r>
            <a:r>
              <a:rPr lang="en-US" altLang="zh-CN" dirty="0"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t=0.95 </a:t>
            </a:r>
            <a:r>
              <a:rPr lang="zh-CN" altLang="en-US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时回答更少问题。</a:t>
            </a:r>
          </a:p>
        </p:txBody>
      </p:sp>
    </p:spTree>
    <p:extLst>
      <p:ext uri="{BB962C8B-B14F-4D97-AF65-F5344CB8AC3E}">
        <p14:creationId xmlns:p14="http://schemas.microsoft.com/office/powerpoint/2010/main" val="171474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2065</Words>
  <Application>Microsoft Office PowerPoint</Application>
  <PresentationFormat>宽屏</PresentationFormat>
  <Paragraphs>108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仓耳青禾体-谷力 W05</vt:lpstr>
      <vt:lpstr>等线</vt:lpstr>
      <vt:lpstr>等线 Light</vt:lpstr>
      <vt:lpstr>Arial</vt:lpstr>
      <vt:lpstr>JetBrains Mono Light</vt:lpstr>
      <vt:lpstr>JetBrains Mono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WYB WYB</dc:creator>
  <cp:lastModifiedBy>WYB WYB</cp:lastModifiedBy>
  <cp:revision>7</cp:revision>
  <dcterms:created xsi:type="dcterms:W3CDTF">2025-11-11T05:37:31Z</dcterms:created>
  <dcterms:modified xsi:type="dcterms:W3CDTF">2025-11-18T05:43:24Z</dcterms:modified>
</cp:coreProperties>
</file>